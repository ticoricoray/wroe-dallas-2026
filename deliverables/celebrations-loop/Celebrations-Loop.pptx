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showPr showType="kiosk" loop="1" showNarration="0" showAnimation="1" useTimings="1">
    <p:sldAll/>
    <p:penClr>
      <a:srgbClr val="000000"/>
    </p:penClr>
  </p:showPr>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transition xmlns:p="http://schemas.openxmlformats.org/presentationml/2006/main" spd="med" advClick="0" advTm="8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Spillers Clients</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North Texas businesses winning at their craft</a:t>
            </a:r>
            <a:endParaRPr lang="en-US" sz="1800" dirty="0"/>
          </a:p>
        </p:txBody>
      </p:sp>
    </p:spTree>
  </p:cSld>
  <p:clrMapOvr>
    <a:masterClrMapping/>
  </p:clrMapOvr>
  <p:transition xmlns:p="http://schemas.openxmlformats.org/presentationml/2006/main" spd="med" advClick="0" advTm="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Tree>
  </p:cSld>
  <p:clrMapOvr>
    <a:masterClrMapping/>
  </p:clrMapOvr>
  <p:transition xmlns:p="http://schemas.openxmlformats.org/presentationml/2006/main" spd="med" advClick="0" advTm="8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Tree>
  </p:cSld>
  <p:clrMapOvr>
    <a:masterClrMapping/>
  </p:clrMapOvr>
  <p:transition xmlns:p="http://schemas.openxmlformats.org/presentationml/2006/main" spd="med" advClick="0" advTm="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neighborhood_beverly.jpg">    </p:cNvPr>
          <p:cNvPicPr>
            <a:picLocks noChangeAspect="1"/>
          </p:cNvPicPr>
          <p:nvPr/>
        </p:nvPicPr>
        <p:blipFill>
          <a:blip r:embed="rId2"/>
          <a:stretch>
            <a:fillRect/>
          </a:stretch>
        </p:blipFill>
        <p:spPr>
          <a:xfrm>
            <a:off x="457200" y="1599657"/>
            <a:ext cx="5212080" cy="3475806"/>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SPILLERS CLIENT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Tree>
  </p:cSld>
  <p:clrMapOvr>
    <a:masterClrMapping/>
  </p:clrMapOvr>
  <p:transition xmlns:p="http://schemas.openxmlformats.org/presentationml/2006/main" spd="med" advClick="0" advTm="8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Tree>
  </p:cSld>
  <p:clrMapOvr>
    <a:masterClrMapping/>
  </p:clrMapOvr>
  <p:transition xmlns:p="http://schemas.openxmlformats.org/presentationml/2006/main" spd="med" advClick="0" advTm="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Tree>
  </p:cSld>
  <p:clrMapOvr>
    <a:masterClrMapping/>
  </p:clrMapOvr>
  <p:transition xmlns:p="http://schemas.openxmlformats.org/presentationml/2006/main" spd="med" advClick="0" advTm="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EY Entrepreneur Of The Year® 2026</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North Texas EOS community winners and finalists</a:t>
            </a:r>
            <a:endParaRPr lang="en-US" sz="1800" dirty="0"/>
          </a:p>
        </p:txBody>
      </p:sp>
    </p:spTree>
  </p:cSld>
  <p:clrMapOvr>
    <a:masterClrMapping/>
  </p:clrMapOvr>
  <p:transition xmlns:p="http://schemas.openxmlformats.org/presentationml/2006/main" spd="med" advClick="0" advTm="8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moonshot_ethan.jpg">    </p:cNvPr>
          <p:cNvPicPr>
            <a:picLocks noChangeAspect="1"/>
          </p:cNvPicPr>
          <p:nvPr/>
        </p:nvPicPr>
        <p:blipFill>
          <a:blip r:embed="rId2"/>
          <a:stretch>
            <a:fillRect/>
          </a:stretch>
        </p:blipFill>
        <p:spPr>
          <a:xfrm>
            <a:off x="457200" y="1599657"/>
            <a:ext cx="5212080" cy="3475806"/>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   ·   Implementer: Ryan Wall</a:t>
            </a:r>
            <a:endParaRPr lang="en-US" sz="1200" dirty="0"/>
          </a:p>
        </p:txBody>
      </p:sp>
    </p:spTree>
  </p:cSld>
  <p:clrMapOvr>
    <a:masterClrMapping/>
  </p:clrMapOvr>
  <p:transition xmlns:p="http://schemas.openxmlformats.org/presentationml/2006/main" spd="med" advClick="0" advTm="8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lime_heath.jpg">    </p:cNvPr>
          <p:cNvPicPr>
            <a:picLocks noChangeAspect="1"/>
          </p:cNvPicPr>
          <p:nvPr/>
        </p:nvPicPr>
        <p:blipFill>
          <a:blip r:embed="rId2"/>
          <a:stretch>
            <a:fillRect/>
          </a:stretch>
        </p:blipFill>
        <p:spPr>
          <a:xfrm>
            <a:off x="457200" y="1599657"/>
            <a:ext cx="5212080" cy="3475806"/>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   ·   Implementer: Leonard</a:t>
            </a:r>
            <a:endParaRPr lang="en-US" sz="1200" dirty="0"/>
          </a:p>
        </p:txBody>
      </p:sp>
    </p:spTree>
  </p:cSld>
  <p:clrMapOvr>
    <a:masterClrMapping/>
  </p:clrMapOvr>
  <p:transition xmlns:p="http://schemas.openxmlformats.org/presentationml/2006/main" spd="med" advClick="0" advTm="8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brainstorm_jason.jpg">    </p:cNvPr>
          <p:cNvPicPr>
            <a:picLocks noChangeAspect="1"/>
          </p:cNvPicPr>
          <p:nvPr/>
        </p:nvPicPr>
        <p:blipFill>
          <a:blip r:embed="rId2"/>
          <a:stretch>
            <a:fillRect/>
          </a:stretch>
        </p:blipFill>
        <p:spPr>
          <a:xfrm>
            <a:off x="457200" y="1599657"/>
            <a:ext cx="5212080" cy="3475806"/>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   ·   Implementer: Amanda</a:t>
            </a:r>
            <a:endParaRPr lang="en-US" sz="1200" dirty="0"/>
          </a:p>
        </p:txBody>
      </p:sp>
    </p:spTree>
  </p:cSld>
  <p:clrMapOvr>
    <a:masterClrMapping/>
  </p:clrMapOvr>
  <p:transition xmlns:p="http://schemas.openxmlformats.org/presentationml/2006/main" spd="med" advClick="0" advTm="8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trulabs_pogues.jpg">    </p:cNvPr>
          <p:cNvPicPr>
            <a:picLocks noChangeAspect="1"/>
          </p:cNvPicPr>
          <p:nvPr/>
        </p:nvPicPr>
        <p:blipFill>
          <a:blip r:embed="rId2"/>
          <a:stretch>
            <a:fillRect/>
          </a:stretch>
        </p:blipFill>
        <p:spPr>
          <a:xfrm>
            <a:off x="457200" y="1599657"/>
            <a:ext cx="5212080" cy="3475806"/>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   ·   Implementer: Amy</a:t>
            </a:r>
            <a:endParaRPr lang="en-US" sz="1200" dirty="0"/>
          </a:p>
        </p:txBody>
      </p:sp>
    </p:spTree>
  </p:cSld>
  <p:clrMapOvr>
    <a:masterClrMapping/>
  </p:clrMapOvr>
  <p:transition xmlns:p="http://schemas.openxmlformats.org/presentationml/2006/main" spd="med" advClick="0" advTm="8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excel_gabe.jpg">    </p:cNvPr>
          <p:cNvPicPr>
            <a:picLocks noChangeAspect="1"/>
          </p:cNvPicPr>
          <p:nvPr/>
        </p:nvPicPr>
        <p:blipFill>
          <a:blip r:embed="rId2"/>
          <a:stretch>
            <a:fillRect/>
          </a:stretch>
        </p:blipFill>
        <p:spPr>
          <a:xfrm>
            <a:off x="457200" y="1599657"/>
            <a:ext cx="5212080" cy="3475806"/>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   ·   Implementer: Justin Mink</a:t>
            </a:r>
            <a:endParaRPr lang="en-US" sz="1200" dirty="0"/>
          </a:p>
        </p:txBody>
      </p:sp>
    </p:spTree>
  </p:cSld>
  <p:clrMapOvr>
    <a:masterClrMapping/>
  </p:clrMapOvr>
  <p:transition xmlns:p="http://schemas.openxmlformats.org/presentationml/2006/main" spd="med" advClick="0" advTm="8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   ·   Implementer: Justin Mink</a:t>
            </a:r>
            <a:endParaRPr lang="en-US" sz="1400" dirty="0"/>
          </a:p>
        </p:txBody>
      </p:sp>
    </p:spTree>
  </p:cSld>
  <p:clrMapOvr>
    <a:masterClrMapping/>
  </p:clrMapOvr>
  <p:transition xmlns:p="http://schemas.openxmlformats.org/presentationml/2006/main" spd="med" advClick="0" advTm="8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More Community Celebrations</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Wins from across the North Texas EOS community</a:t>
            </a:r>
            <a:endParaRPr lang="en-US" sz="1800" dirty="0"/>
          </a:p>
        </p:txBody>
      </p:sp>
    </p:spTree>
  </p:cSld>
  <p:clrMapOvr>
    <a:masterClrMapping/>
  </p:clrMapOvr>
  <p:transition xmlns:p="http://schemas.openxmlformats.org/presentationml/2006/main" spd="med" advClick="0" advTm="8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ntoa_lasik_team.jpg">    </p:cNvPr>
          <p:cNvPicPr>
            <a:picLocks noChangeAspect="1"/>
          </p:cNvPicPr>
          <p:nvPr/>
        </p:nvPicPr>
        <p:blipFill>
          <a:blip r:embed="rId2"/>
          <a:stretch>
            <a:fillRect/>
          </a:stretch>
        </p:blipFill>
        <p:spPr>
          <a:xfrm>
            <a:off x="457200" y="1226668"/>
            <a:ext cx="5212080" cy="4221785"/>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Tree>
  </p:cSld>
  <p:clrMapOvr>
    <a:masterClrMapping/>
  </p:clrMapOvr>
  <p:transition xmlns:p="http://schemas.openxmlformats.org/presentationml/2006/main" spd="med" advClick="0" advTm="8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austin_street.jpg">    </p:cNvPr>
          <p:cNvPicPr>
            <a:picLocks noChangeAspect="1"/>
          </p:cNvPicPr>
          <p:nvPr/>
        </p:nvPicPr>
        <p:blipFill>
          <a:blip r:embed="rId2"/>
          <a:stretch>
            <a:fillRect/>
          </a:stretch>
        </p:blipFill>
        <p:spPr>
          <a:xfrm>
            <a:off x="758952" y="457200"/>
            <a:ext cx="4608576"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Tree>
  </p:cSld>
  <p:clrMapOvr>
    <a:masterClrMapping/>
  </p:clrMapOvr>
  <p:transition xmlns:p="http://schemas.openxmlformats.org/presentationml/2006/main" spd="med" advClick="0" advTm="800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Tree>
  </p:cSld>
  <p:clrMapOvr>
    <a:masterClrMapping/>
  </p:clrMapOvr>
  <p:transition xmlns:p="http://schemas.openxmlformats.org/presentationml/2006/main" spd="med" advClick="0" advTm="800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blue_mint_hero.jpg">    </p:cNvPr>
          <p:cNvPicPr>
            <a:picLocks noChangeAspect="1"/>
          </p:cNvPicPr>
          <p:nvPr/>
        </p:nvPicPr>
        <p:blipFill>
          <a:blip r:embed="rId2"/>
          <a:stretch>
            <a:fillRect/>
          </a:stretch>
        </p:blipFill>
        <p:spPr>
          <a:xfrm>
            <a:off x="457200" y="1381401"/>
            <a:ext cx="5212080" cy="3912318"/>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Tree>
  </p:cSld>
  <p:clrMapOvr>
    <a:masterClrMapping/>
  </p:clrMapOvr>
  <p:transition xmlns:p="http://schemas.openxmlformats.org/presentationml/2006/main" spd="med" advClick="0" advTm="8000">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Rose Marketing Solutions</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EO Dallas Forum Moderator of the Year</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 On track for the highest revenue year in company history.</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Ruth Ann Rose, Founder   ·   Implementer: Amanda Matthews</a:t>
            </a:r>
            <a:endParaRPr lang="en-US" sz="1400" dirty="0"/>
          </a:p>
        </p:txBody>
      </p:sp>
    </p:spTree>
  </p:cSld>
  <p:clrMapOvr>
    <a:masterClrMapping/>
  </p:clrMapOvr>
  <p:transition xmlns:p="http://schemas.openxmlformats.org/presentationml/2006/main" spd="med" advClick="0" advTm="8000">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10938205" y="6025896"/>
            <a:ext cx="887730" cy="68580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transition xmlns:p="http://schemas.openxmlformats.org/presentationml/2006/main" spd="med" advClick="0" advTm="8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2026-09-09T16:06:54Z</dcterms:created>
  <dcterms:modified xsi:type="dcterms:W3CDTF">2026-09-09T16:06:54Z</dcterms:modified>
</cp:coreProperties>
</file>