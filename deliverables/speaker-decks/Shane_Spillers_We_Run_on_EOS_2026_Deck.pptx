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232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73189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Replace the title, your name, and handle. Leave the logo, event line, and footer as they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Session agenda. Swap in your own segments — three to five rows works best. Delete rows you do not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break. Replace the two lines with your section name — keep the flame/orange two-tone. Duplicate this slide for each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Full-width bullets. Five bullets max, one line each. Use the indented row for a rare second level.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 and photo. Drag a high-resolution photo (1 MB or larger) onto the right panel. Keep the text to three short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Big graphic. Drop in a diagram, chart, or screenshot — it will aspect-fit, never stretch. Arrange or crop as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Quote slide. One or two sentences at most. Update the attribution name and 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Sponsor thank-you. Logos are current as of the 2026 site — keep this slide as-is and show it at the end of your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Session survey. Drop the survey QR code onto the white card. Leave this up while you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of the guidelines section — for speakers, not for presenting. Delete slides 10-13 before you present.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House rules for slide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Type rules. League Spartan is the free Gotham-style family used across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Color rules. Navy and white backgrounds only; orange is for accents.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Swap in your handle so the room can find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jpe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Relationship Id="rId15" Type="http://schemas.openxmlformats.org/officeDocument/2006/relationships/image" Target="../media/image15.png"/><Relationship Id="rId16" Type="http://schemas.openxmlformats.org/officeDocument/2006/relationships/image" Target="../media/image16.png"/><Relationship Id="rId17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fonts.google.com/specimen/League+Spartan" TargetMode="External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7959" cy="10286977"/>
          </a:xfrm>
          <a:prstGeom prst="rect">
            <a:avLst/>
          </a:prstGeom>
          <a:gradFill rotWithShape="1">
            <a:gsLst>
              <a:gs pos="0">
                <a:srgbClr val="3A4759">
                  <a:alpha val="100000"/>
                </a:srgbClr>
              </a:gs>
              <a:gs pos="48000">
                <a:srgbClr val="1F2C3F">
                  <a:alpha val="100000"/>
                </a:srgbClr>
              </a:gs>
              <a:gs pos="100000">
                <a:srgbClr val="101B2B">
                  <a:alpha val="100000"/>
                </a:srgbClr>
              </a:gs>
            </a:gsLst>
            <a:lin ang="810000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952453" y="9654885"/>
            <a:ext cx="2288780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8A94A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eosnorthtexas.com</a:t>
            </a:r>
            <a:endParaRPr lang="en-US" sz="1800" dirty="0">
              <a:latin typeface="League Spartan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5076208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8A94A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691" y="3215419"/>
            <a:ext cx="4095729" cy="385607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09849" y="3300944"/>
            <a:ext cx="1898200" cy="8902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768"/>
              </a:lnSpc>
              <a:buNone/>
            </a:pPr>
            <a:r>
              <a:rPr lang="en-US" sz="6000" b="1" kern="0" spc="60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2026</a:t>
            </a:r>
            <a:endParaRPr lang="en-US" sz="6000" dirty="0">
              <a:latin typeface="League Spartan" pitchFamily="2" charset="77"/>
            </a:endParaRPr>
          </a:p>
        </p:txBody>
      </p:sp>
      <p:sp>
        <p:nvSpPr>
          <p:cNvPr id="7" name="Text 4"/>
          <p:cNvSpPr/>
          <p:nvPr/>
        </p:nvSpPr>
        <p:spPr>
          <a:xfrm>
            <a:off x="6191112" y="3260321"/>
            <a:ext cx="11315674" cy="3380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025" b="1" kern="0" spc="365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FIFTH ANNUAL · SEPTEMBER 14, 2026 · THE STATLER DALLAS</a:t>
            </a:r>
            <a:endParaRPr lang="en-US" sz="2025" dirty="0">
              <a:latin typeface="League Spartan" pitchFamily="2" charset="77"/>
            </a:endParaRPr>
          </a:p>
        </p:txBody>
      </p:sp>
      <p:sp>
        <p:nvSpPr>
          <p:cNvPr id="8" name="Text 5"/>
          <p:cNvSpPr/>
          <p:nvPr/>
        </p:nvSpPr>
        <p:spPr>
          <a:xfrm>
            <a:off x="6191112" y="3884126"/>
            <a:ext cx="10595586" cy="17981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1188"/>
              </a:lnSpc>
              <a:buNone/>
            </a:pPr>
            <a:r>
              <a:rPr lang="en-US" sz="6600" b="1" kern="0" spc="-66" dirty="0">
                <a:solidFill>
                  <a:srgbClr val="FFFFF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Presentation Title of One to Three Lines</a:t>
            </a:r>
            <a:endParaRPr lang="en-US" sz="6600" dirty="0">
              <a:latin typeface="League Spartan" pitchFamily="2" charset="77"/>
            </a:endParaRPr>
          </a:p>
        </p:txBody>
      </p:sp>
      <p:sp>
        <p:nvSpPr>
          <p:cNvPr id="9" name="Text 6"/>
          <p:cNvSpPr/>
          <p:nvPr/>
        </p:nvSpPr>
        <p:spPr>
          <a:xfrm>
            <a:off x="6191112" y="5968028"/>
            <a:ext cx="11315674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3150" dirty="0">
                <a:solidFill>
                  <a:srgbClr val="C9D0D9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Speaker Name, Title / Organization</a:t>
            </a:r>
            <a:endParaRPr lang="en-US" sz="3150" dirty="0">
              <a:latin typeface="League Spartan" pitchFamily="2" charset="77"/>
            </a:endParaRPr>
          </a:p>
        </p:txBody>
      </p:sp>
      <p:sp>
        <p:nvSpPr>
          <p:cNvPr id="10" name="Text 7"/>
          <p:cNvSpPr/>
          <p:nvPr/>
        </p:nvSpPr>
        <p:spPr>
          <a:xfrm>
            <a:off x="6191112" y="6657047"/>
            <a:ext cx="11315674" cy="4076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@Handle</a:t>
            </a:r>
            <a:endParaRPr lang="en-US" sz="2550" dirty="0">
              <a:latin typeface="League Spartan" pitchFamily="2" charset="7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453" y="838194"/>
            <a:ext cx="1047691" cy="13334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04E23">
                  <a:alpha val="100000"/>
                </a:srgbClr>
              </a:gs>
              <a:gs pos="100000">
                <a:srgbClr val="FF7900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952453" y="1219147"/>
            <a:ext cx="18021359" cy="7424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800" b="1" kern="0" spc="-48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Session Agenda</a:t>
            </a:r>
            <a:endParaRPr lang="en-US" sz="4800" dirty="0">
              <a:latin typeface="League Spartan" pitchFamily="2" charset="7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52453" y="3487413"/>
            <a:ext cx="16383053" cy="17390"/>
          </a:xfrm>
          <a:prstGeom prst="rect">
            <a:avLst/>
          </a:prstGeom>
          <a:solidFill>
            <a:srgbClr val="E5E8EB"/>
          </a:soli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5" name="Text 3"/>
          <p:cNvSpPr/>
          <p:nvPr/>
        </p:nvSpPr>
        <p:spPr>
          <a:xfrm>
            <a:off x="952453" y="2723467"/>
            <a:ext cx="838176" cy="516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01</a:t>
            </a:r>
            <a:endParaRPr lang="en-US" sz="3300" dirty="0">
              <a:latin typeface="League Spartan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2133491" y="2775638"/>
            <a:ext cx="5448238" cy="4554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Opening topic</a:t>
            </a:r>
            <a:endParaRPr lang="en-US" sz="2850" dirty="0">
              <a:latin typeface="League Spartan" pitchFamily="2" charset="77"/>
            </a:endParaRPr>
          </a:p>
        </p:txBody>
      </p:sp>
      <p:sp>
        <p:nvSpPr>
          <p:cNvPr id="7" name="Text 5"/>
          <p:cNvSpPr/>
          <p:nvPr/>
        </p:nvSpPr>
        <p:spPr>
          <a:xfrm>
            <a:off x="7505498" y="2906064"/>
            <a:ext cx="5665608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2250" dirty="0">
                <a:solidFill>
                  <a:srgbClr val="5A647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One short line on what this segment covers</a:t>
            </a:r>
            <a:endParaRPr lang="en-US" sz="2250" dirty="0">
              <a:latin typeface="League Spartan" pitchFamily="2" charset="7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952453" y="4554464"/>
            <a:ext cx="16383053" cy="17390"/>
          </a:xfrm>
          <a:prstGeom prst="rect">
            <a:avLst/>
          </a:prstGeom>
          <a:solidFill>
            <a:srgbClr val="E5E8EB"/>
          </a:soli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9" name="Text 7"/>
          <p:cNvSpPr/>
          <p:nvPr/>
        </p:nvSpPr>
        <p:spPr>
          <a:xfrm>
            <a:off x="952453" y="3790518"/>
            <a:ext cx="838176" cy="516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02</a:t>
            </a:r>
            <a:endParaRPr lang="en-US" sz="3300" dirty="0">
              <a:latin typeface="League Spartan" pitchFamily="2" charset="7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133491" y="3842689"/>
            <a:ext cx="5448238" cy="4554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Main idea</a:t>
            </a:r>
            <a:endParaRPr lang="en-US" sz="2850" dirty="0">
              <a:latin typeface="League Spartan" pitchFamily="2" charset="7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505498" y="3973115"/>
            <a:ext cx="5105930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2250" dirty="0">
                <a:solidFill>
                  <a:srgbClr val="5A647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The core teaching block of your session</a:t>
            </a:r>
            <a:endParaRPr lang="en-US" sz="2250" dirty="0">
              <a:latin typeface="League Spartan" pitchFamily="2" charset="7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952453" y="5621515"/>
            <a:ext cx="16383053" cy="17390"/>
          </a:xfrm>
          <a:prstGeom prst="rect">
            <a:avLst/>
          </a:prstGeom>
          <a:solidFill>
            <a:srgbClr val="E5E8EB"/>
          </a:soli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52453" y="4857569"/>
            <a:ext cx="838176" cy="516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03</a:t>
            </a:r>
            <a:endParaRPr lang="en-US" sz="3300" dirty="0">
              <a:latin typeface="League Spartan" pitchFamily="2" charset="7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2133491" y="4909740"/>
            <a:ext cx="5448238" cy="4554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Application</a:t>
            </a:r>
            <a:endParaRPr lang="en-US" sz="2850" dirty="0">
              <a:latin typeface="League Spartan" pitchFamily="2" charset="7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505498" y="5040166"/>
            <a:ext cx="5333164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2250" dirty="0">
                <a:solidFill>
                  <a:srgbClr val="5A647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How the room puts it to work on Monday</a:t>
            </a:r>
            <a:endParaRPr lang="en-US" sz="2250" dirty="0">
              <a:latin typeface="League Spartan" pitchFamily="2" charset="7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52453" y="6688566"/>
            <a:ext cx="16383053" cy="17390"/>
          </a:xfrm>
          <a:prstGeom prst="rect">
            <a:avLst/>
          </a:prstGeom>
          <a:solidFill>
            <a:srgbClr val="E5E8EB"/>
          </a:soli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52453" y="5924620"/>
            <a:ext cx="838176" cy="516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04</a:t>
            </a:r>
            <a:endParaRPr lang="en-US" sz="3300" dirty="0">
              <a:latin typeface="League Spartan" pitchFamily="2" charset="77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133491" y="5976791"/>
            <a:ext cx="5448238" cy="4554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Q&amp;A</a:t>
            </a:r>
            <a:endParaRPr lang="en-US" sz="2850" dirty="0">
              <a:latin typeface="League Spartan" pitchFamily="2" charset="7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505498" y="6107217"/>
            <a:ext cx="5104211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2250" dirty="0">
                <a:solidFill>
                  <a:srgbClr val="5A647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Leave five to ten minutes for questions</a:t>
            </a:r>
            <a:endParaRPr lang="en-US" sz="2250" dirty="0">
              <a:latin typeface="League Spartan" pitchFamily="2" charset="7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A5AAA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16687858" y="9334388"/>
            <a:ext cx="647649" cy="60974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7030702" y="9353409"/>
            <a:ext cx="356617" cy="1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86308"/>
              </a:lnSpc>
              <a:buNone/>
            </a:pPr>
            <a:r>
              <a:rPr lang="en-US" sz="975" b="1" kern="0" spc="10" dirty="0">
                <a:solidFill>
                  <a:srgbClr val="FF7900">
                    <a:alpha val="35000"/>
                  </a:srgbClr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2026</a:t>
            </a:r>
            <a:endParaRPr lang="en-US" sz="975" dirty="0">
              <a:latin typeface="League Spartan" pitchFamily="2" charset="7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7959" cy="10286977"/>
          </a:xfrm>
          <a:prstGeom prst="rect">
            <a:avLst/>
          </a:prstGeom>
          <a:gradFill rotWithShape="1">
            <a:gsLst>
              <a:gs pos="0">
                <a:srgbClr val="3A4759">
                  <a:alpha val="100000"/>
                </a:srgbClr>
              </a:gs>
              <a:gs pos="48000">
                <a:srgbClr val="1F2C3F">
                  <a:alpha val="100000"/>
                </a:srgbClr>
              </a:gs>
              <a:gs pos="100000">
                <a:srgbClr val="101B2B">
                  <a:alpha val="100000"/>
                </a:srgbClr>
              </a:gs>
            </a:gsLst>
            <a:lin ang="810000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6000"/>
          </a:blip>
          <a:stretch>
            <a:fillRect/>
          </a:stretch>
        </p:blipFill>
        <p:spPr>
          <a:xfrm>
            <a:off x="9153558" y="762790"/>
            <a:ext cx="9305858" cy="876139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068392" y="1067526"/>
            <a:ext cx="4318419" cy="17716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7062"/>
              </a:lnSpc>
              <a:buNone/>
            </a:pPr>
            <a:r>
              <a:rPr lang="en-US" sz="13650" b="1" kern="0" spc="137" dirty="0">
                <a:solidFill>
                  <a:srgbClr val="FF7900">
                    <a:alpha val="6000"/>
                  </a:srgbClr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2026</a:t>
            </a:r>
            <a:endParaRPr lang="en-US" sz="13650" dirty="0">
              <a:latin typeface="League Spartan" pitchFamily="2" charset="77"/>
            </a:endParaRPr>
          </a:p>
        </p:txBody>
      </p:sp>
      <p:sp>
        <p:nvSpPr>
          <p:cNvPr id="5" name="Text 2"/>
          <p:cNvSpPr/>
          <p:nvPr/>
        </p:nvSpPr>
        <p:spPr>
          <a:xfrm>
            <a:off x="1238236" y="3783385"/>
            <a:ext cx="17392636" cy="13982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8629"/>
              </a:lnSpc>
              <a:buNone/>
            </a:pPr>
            <a:r>
              <a:rPr lang="en-US" sz="10500" b="1" kern="0" spc="-105" dirty="0">
                <a:solidFill>
                  <a:srgbClr val="F04E2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Section</a:t>
            </a:r>
            <a:endParaRPr lang="en-US" sz="10500" dirty="0">
              <a:latin typeface="League Spartan" pitchFamily="2" charset="77"/>
            </a:endParaRPr>
          </a:p>
        </p:txBody>
      </p:sp>
      <p:sp>
        <p:nvSpPr>
          <p:cNvPr id="6" name="Text 3"/>
          <p:cNvSpPr/>
          <p:nvPr/>
        </p:nvSpPr>
        <p:spPr>
          <a:xfrm>
            <a:off x="1238236" y="5143488"/>
            <a:ext cx="17392636" cy="13982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8629"/>
              </a:lnSpc>
              <a:buNone/>
            </a:pPr>
            <a:r>
              <a:rPr lang="en-US" sz="10500" b="1" kern="0" spc="-105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Break</a:t>
            </a:r>
            <a:endParaRPr lang="en-US" sz="10500" dirty="0">
              <a:latin typeface="League Spartan" pitchFamily="2" charset="77"/>
            </a:endParaRPr>
          </a:p>
        </p:txBody>
      </p:sp>
      <p:sp>
        <p:nvSpPr>
          <p:cNvPr id="7" name="Text 4"/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8A94A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453" y="838194"/>
            <a:ext cx="1047691" cy="13334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04E23">
                  <a:alpha val="100000"/>
                </a:srgbClr>
              </a:gs>
              <a:gs pos="100000">
                <a:srgbClr val="FF7900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952453" y="1219147"/>
            <a:ext cx="18021359" cy="7424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800" b="1" kern="0" spc="-48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Full-Width Bullets</a:t>
            </a:r>
            <a:endParaRPr lang="en-US" sz="4800" dirty="0">
              <a:latin typeface="League Spartan" pitchFamily="2" charset="7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A5AAA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16687858" y="9334388"/>
            <a:ext cx="647649" cy="609744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7030702" y="9353409"/>
            <a:ext cx="356617" cy="1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86308"/>
              </a:lnSpc>
              <a:buNone/>
            </a:pPr>
            <a:r>
              <a:rPr lang="en-US" sz="975" b="1" kern="0" spc="10" dirty="0">
                <a:solidFill>
                  <a:srgbClr val="FF7900">
                    <a:alpha val="35000"/>
                  </a:srgbClr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2026</a:t>
            </a:r>
            <a:endParaRPr lang="en-US" sz="975" dirty="0">
              <a:latin typeface="League Spartan" pitchFamily="2" charset="77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1B55DB61-CC03-A777-5AE1-6F808CA9DA44}"/>
              </a:ext>
            </a:extLst>
          </p:cNvPr>
          <p:cNvSpPr/>
          <p:nvPr/>
        </p:nvSpPr>
        <p:spPr>
          <a:xfrm>
            <a:off x="933433" y="2339614"/>
            <a:ext cx="16078249" cy="63252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457200" indent="-4572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First key point in one short line</a:t>
            </a:r>
          </a:p>
          <a:p>
            <a:pPr marL="457200" indent="-4572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Second key point — parallel phrasing makes scanning easy</a:t>
            </a:r>
          </a:p>
          <a:p>
            <a:pPr marL="914400" lvl="1" indent="-4572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dirty="0">
                <a:solidFill>
                  <a:srgbClr val="5A647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Second-level detail, used sparingly</a:t>
            </a:r>
            <a:endParaRPr lang="en-US" sz="3200" b="1" dirty="0">
              <a:solidFill>
                <a:srgbClr val="142233"/>
              </a:solidFill>
              <a:latin typeface="League Spartan" pitchFamily="2" charset="77"/>
              <a:ea typeface="Arial" pitchFamily="34" charset="-122"/>
              <a:cs typeface="Arial" pitchFamily="34" charset="-120"/>
            </a:endParaRPr>
          </a:p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6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Third key point that carries its own weight</a:t>
            </a:r>
          </a:p>
          <a:p>
            <a:pPr marL="571500" indent="-5715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6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Fourth key point — five bullets max per slide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453" y="838194"/>
            <a:ext cx="1047691" cy="13334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04E23">
                  <a:alpha val="100000"/>
                </a:srgbClr>
              </a:gs>
              <a:gs pos="100000">
                <a:srgbClr val="FF7900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952453" y="1219147"/>
            <a:ext cx="8679580" cy="7424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800" b="1" kern="0" spc="-48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Text + Photo</a:t>
            </a:r>
            <a:endParaRPr lang="en-US" sz="4800" dirty="0">
              <a:latin typeface="League Spartan" pitchFamily="2" charset="7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A5AAA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C578A636-B8F7-5039-F960-1AC76A9FB4F7}"/>
              </a:ext>
            </a:extLst>
          </p:cNvPr>
          <p:cNvSpPr/>
          <p:nvPr/>
        </p:nvSpPr>
        <p:spPr>
          <a:xfrm>
            <a:off x="933433" y="2339614"/>
            <a:ext cx="8210567" cy="63252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457200" indent="-4572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Short supporting point number one</a:t>
            </a:r>
          </a:p>
          <a:p>
            <a:pPr marL="457200" indent="-4572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Short supporting point number two</a:t>
            </a:r>
          </a:p>
          <a:p>
            <a:pPr marL="914400" lvl="1" indent="-4572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2800" dirty="0">
                <a:solidFill>
                  <a:srgbClr val="5A647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Second-level detail, used sparingly</a:t>
            </a:r>
            <a:endParaRPr lang="en-US" sz="3600" b="1" dirty="0">
              <a:solidFill>
                <a:srgbClr val="142233"/>
              </a:solidFill>
              <a:latin typeface="League Spartan" pitchFamily="2" charset="77"/>
              <a:ea typeface="Arial" pitchFamily="34" charset="-122"/>
              <a:cs typeface="Arial" pitchFamily="34" charset="-120"/>
            </a:endParaRPr>
          </a:p>
          <a:p>
            <a:pPr marL="457200" indent="-457200">
              <a:spcAft>
                <a:spcPts val="2400"/>
              </a:spcAft>
              <a:buClr>
                <a:srgbClr val="FF7900"/>
              </a:buClr>
              <a:buSzPct val="110000"/>
              <a:buFont typeface="Wingdings" pitchFamily="2" charset="2"/>
              <a:buChar char="§"/>
            </a:pPr>
            <a:r>
              <a:rPr lang="en-US" sz="32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Short supporting point number three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453" y="1085800"/>
            <a:ext cx="18021359" cy="7424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800" b="1" kern="0" spc="-48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Big Graphic</a:t>
            </a:r>
            <a:endParaRPr lang="en-US" sz="4800" dirty="0">
              <a:latin typeface="League Spartan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A5AA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16687858" y="9334388"/>
            <a:ext cx="647649" cy="609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030702" y="9353409"/>
            <a:ext cx="356617" cy="1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86308"/>
              </a:lnSpc>
              <a:buNone/>
            </a:pPr>
            <a:r>
              <a:rPr lang="en-US" sz="975" b="1" kern="0" spc="10" dirty="0">
                <a:solidFill>
                  <a:srgbClr val="FF7900">
                    <a:alpha val="3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97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7959" cy="10286977"/>
          </a:xfrm>
          <a:prstGeom prst="rect">
            <a:avLst/>
          </a:prstGeom>
          <a:gradFill rotWithShape="1">
            <a:gsLst>
              <a:gs pos="0">
                <a:srgbClr val="3A4759">
                  <a:alpha val="100000"/>
                </a:srgbClr>
              </a:gs>
              <a:gs pos="48000">
                <a:srgbClr val="1F2C3F">
                  <a:alpha val="100000"/>
                </a:srgbClr>
              </a:gs>
              <a:gs pos="100000">
                <a:srgbClr val="101B2B">
                  <a:alpha val="100000"/>
                </a:srgbClr>
              </a:gs>
            </a:gsLst>
            <a:lin ang="810000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1523951" y="3491896"/>
            <a:ext cx="16764061" cy="11810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50000"/>
              </a:lnSpc>
              <a:buNone/>
            </a:pPr>
            <a:r>
              <a:rPr lang="en-US" sz="16500" b="1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“</a:t>
            </a:r>
            <a:endParaRPr lang="en-US" sz="16500" dirty="0">
              <a:latin typeface="League Spartan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523951" y="4634893"/>
            <a:ext cx="14519900" cy="13715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8768"/>
              </a:lnSpc>
              <a:buNone/>
            </a:pPr>
            <a:r>
              <a:rPr lang="en-US" sz="4200" b="1" kern="0" spc="-21" dirty="0">
                <a:solidFill>
                  <a:srgbClr val="FFFFF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Replace with a short, punchy quote — one or two sentences that land the point you want the room to remember.</a:t>
            </a:r>
            <a:endParaRPr lang="en-US" sz="4200" dirty="0">
              <a:latin typeface="League Spartan" pitchFamily="2" charset="77"/>
            </a:endParaRPr>
          </a:p>
        </p:txBody>
      </p:sp>
      <p:sp>
        <p:nvSpPr>
          <p:cNvPr id="5" name="Text 3"/>
          <p:cNvSpPr/>
          <p:nvPr/>
        </p:nvSpPr>
        <p:spPr>
          <a:xfrm>
            <a:off x="1523951" y="6425539"/>
            <a:ext cx="3187703" cy="4076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— Attribution Name,</a:t>
            </a:r>
            <a:endParaRPr lang="en-US" sz="2550" dirty="0">
              <a:latin typeface="League Spartan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55211" y="6495100"/>
            <a:ext cx="2401762" cy="333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2550" dirty="0">
                <a:solidFill>
                  <a:srgbClr val="AEB7C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Title / Company</a:t>
            </a:r>
            <a:endParaRPr lang="en-US" sz="2550" dirty="0">
              <a:latin typeface="League Spartan" pitchFamily="2" charset="77"/>
            </a:endParaRPr>
          </a:p>
        </p:txBody>
      </p:sp>
      <p:sp>
        <p:nvSpPr>
          <p:cNvPr id="7" name="Text 5"/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8A94A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453" y="761976"/>
            <a:ext cx="18021359" cy="6076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900" b="1" kern="0" spc="-39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Thank You to Our Sponsors</a:t>
            </a:r>
            <a:endParaRPr lang="en-US" sz="3900" dirty="0">
              <a:latin typeface="League Spartan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952453" y="1617220"/>
            <a:ext cx="2883803" cy="303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360" dirty="0">
                <a:solidFill>
                  <a:srgbClr val="A5AAA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TITLE SPONSORS</a:t>
            </a:r>
            <a:endParaRPr lang="en-US" sz="1800" dirty="0">
              <a:latin typeface="League Spartan" pitchFamily="2" charset="7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745480" y="1740310"/>
            <a:ext cx="13590026" cy="19021"/>
          </a:xfrm>
          <a:prstGeom prst="rect">
            <a:avLst/>
          </a:prstGeom>
          <a:solidFill>
            <a:srgbClr val="E5E8EB"/>
          </a:soli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057688" y="1996679"/>
            <a:ext cx="4952944" cy="1409692"/>
          </a:xfrm>
          <a:prstGeom prst="roundRect">
            <a:avLst>
              <a:gd name="adj" fmla="val 6757"/>
            </a:avLst>
          </a:prstGeom>
          <a:ln w="17390">
            <a:solidFill>
              <a:srgbClr val="E5E8EB"/>
            </a:solidFill>
            <a:prstDash val="solid"/>
          </a:ln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67665" y="2242655"/>
            <a:ext cx="2532922" cy="9176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277327" y="1996679"/>
            <a:ext cx="4952944" cy="1409692"/>
          </a:xfrm>
          <a:prstGeom prst="roundRect">
            <a:avLst>
              <a:gd name="adj" fmla="val 6757"/>
            </a:avLst>
          </a:prstGeom>
          <a:ln w="17390">
            <a:solidFill>
              <a:srgbClr val="E5E8EB"/>
            </a:solidFill>
            <a:prstDash val="solid"/>
          </a:ln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l="-3" r="-3"/>
          <a:stretch/>
        </p:blipFill>
        <p:spPr>
          <a:xfrm>
            <a:off x="10317002" y="2242655"/>
            <a:ext cx="2873525" cy="9176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52453" y="3634957"/>
            <a:ext cx="2875509" cy="303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360" dirty="0">
                <a:solidFill>
                  <a:srgbClr val="A5AAA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BOOK SPONSORS</a:t>
            </a:r>
            <a:endParaRPr lang="en-US" sz="1800" dirty="0">
              <a:latin typeface="League Spartan" pitchFamily="2" charset="77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3737940" y="3758047"/>
            <a:ext cx="13597567" cy="19021"/>
          </a:xfrm>
          <a:prstGeom prst="rect">
            <a:avLst/>
          </a:prstGeom>
          <a:solidFill>
            <a:srgbClr val="E5E8EB"/>
          </a:soli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5219706" y="4014417"/>
            <a:ext cx="3809946" cy="1104888"/>
          </a:xfrm>
          <a:prstGeom prst="roundRect">
            <a:avLst>
              <a:gd name="adj" fmla="val 8621"/>
            </a:avLst>
          </a:prstGeom>
          <a:ln w="17390">
            <a:solidFill>
              <a:srgbClr val="E5E8EB"/>
            </a:solidFill>
            <a:prstDash val="solid"/>
          </a:ln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rcRect l="-215" r="-215"/>
          <a:stretch/>
        </p:blipFill>
        <p:spPr>
          <a:xfrm>
            <a:off x="5683128" y="4203195"/>
            <a:ext cx="2883103" cy="727263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258238" y="4014417"/>
            <a:ext cx="3809946" cy="1104888"/>
          </a:xfrm>
          <a:prstGeom prst="roundRect">
            <a:avLst>
              <a:gd name="adj" fmla="val 8621"/>
            </a:avLst>
          </a:prstGeom>
          <a:ln w="17390">
            <a:solidFill>
              <a:srgbClr val="E5E8EB"/>
            </a:solidFill>
            <a:prstDash val="solid"/>
          </a:ln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rcRect l="-4" r="-4"/>
          <a:stretch/>
        </p:blipFill>
        <p:spPr>
          <a:xfrm>
            <a:off x="10162120" y="4203195"/>
            <a:ext cx="2002182" cy="727263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52453" y="5347891"/>
            <a:ext cx="3890777" cy="303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360" dirty="0">
                <a:solidFill>
                  <a:srgbClr val="A5AAA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HAPPY HOUR SPONSOR</a:t>
            </a:r>
            <a:endParaRPr lang="en-US" sz="1800" dirty="0">
              <a:latin typeface="League Spartan" pitchFamily="2" charset="77"/>
            </a:endParaRPr>
          </a:p>
        </p:txBody>
      </p:sp>
      <p:sp>
        <p:nvSpPr>
          <p:cNvPr id="16" name="Shape 10"/>
          <p:cNvSpPr/>
          <p:nvPr/>
        </p:nvSpPr>
        <p:spPr>
          <a:xfrm>
            <a:off x="4660911" y="5470981"/>
            <a:ext cx="12674596" cy="19021"/>
          </a:xfrm>
          <a:prstGeom prst="rect">
            <a:avLst/>
          </a:prstGeom>
          <a:solidFill>
            <a:srgbClr val="E5E8EB"/>
          </a:soli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17" name="Shape 11"/>
          <p:cNvSpPr/>
          <p:nvPr/>
        </p:nvSpPr>
        <p:spPr>
          <a:xfrm>
            <a:off x="7572341" y="5727350"/>
            <a:ext cx="3143209" cy="933432"/>
          </a:xfrm>
          <a:prstGeom prst="roundRect">
            <a:avLst>
              <a:gd name="adj" fmla="val 10204"/>
            </a:avLst>
          </a:prstGeom>
          <a:ln w="17390">
            <a:solidFill>
              <a:srgbClr val="E5E8EB"/>
            </a:solidFill>
            <a:prstDash val="solid"/>
          </a:ln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 l="-6" r="-6"/>
          <a:stretch/>
        </p:blipFill>
        <p:spPr>
          <a:xfrm>
            <a:off x="8550471" y="5897109"/>
            <a:ext cx="1186948" cy="593848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952453" y="6889368"/>
            <a:ext cx="3710020" cy="303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360" dirty="0">
                <a:solidFill>
                  <a:srgbClr val="A5AAA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SWAG BAG SPONSORS</a:t>
            </a:r>
            <a:endParaRPr lang="en-US" sz="1800" dirty="0">
              <a:latin typeface="League Spartan" pitchFamily="2" charset="77"/>
            </a:endParaRPr>
          </a:p>
        </p:txBody>
      </p:sp>
      <p:sp>
        <p:nvSpPr>
          <p:cNvPr id="20" name="Shape 13"/>
          <p:cNvSpPr/>
          <p:nvPr/>
        </p:nvSpPr>
        <p:spPr>
          <a:xfrm>
            <a:off x="4496587" y="7012459"/>
            <a:ext cx="12838920" cy="19021"/>
          </a:xfrm>
          <a:prstGeom prst="rect">
            <a:avLst/>
          </a:prstGeom>
          <a:solidFill>
            <a:srgbClr val="E5E8EB"/>
          </a:soli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21" name="Shape 14"/>
          <p:cNvSpPr/>
          <p:nvPr/>
        </p:nvSpPr>
        <p:spPr>
          <a:xfrm>
            <a:off x="6467520" y="7268828"/>
            <a:ext cx="2571710" cy="819105"/>
          </a:xfrm>
          <a:prstGeom prst="roundRect">
            <a:avLst>
              <a:gd name="adj" fmla="val 11629"/>
            </a:avLst>
          </a:prstGeom>
          <a:ln w="17390">
            <a:solidFill>
              <a:srgbClr val="E5E8EB"/>
            </a:solidFill>
            <a:prstDash val="solid"/>
          </a:ln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rcRect l="-4" r="-4"/>
          <a:stretch/>
        </p:blipFill>
        <p:spPr>
          <a:xfrm>
            <a:off x="6814509" y="7400477"/>
            <a:ext cx="1877665" cy="555739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9248728" y="7268828"/>
            <a:ext cx="2571710" cy="819105"/>
          </a:xfrm>
          <a:prstGeom prst="roundRect">
            <a:avLst>
              <a:gd name="adj" fmla="val 11629"/>
            </a:avLst>
          </a:prstGeom>
          <a:ln w="17390">
            <a:solidFill>
              <a:srgbClr val="E5E8EB"/>
            </a:solidFill>
            <a:prstDash val="solid"/>
          </a:ln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9"/>
          <a:srcRect l="-2" r="-2"/>
          <a:stretch/>
        </p:blipFill>
        <p:spPr>
          <a:xfrm>
            <a:off x="9380377" y="7405300"/>
            <a:ext cx="2308412" cy="546161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952453" y="8316519"/>
            <a:ext cx="3093328" cy="303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360" dirty="0">
                <a:solidFill>
                  <a:srgbClr val="A5AAA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BOOTH SPONSORS</a:t>
            </a:r>
            <a:endParaRPr lang="en-US" sz="1800" dirty="0">
              <a:latin typeface="League Spartan" pitchFamily="2" charset="77"/>
            </a:endParaRPr>
          </a:p>
        </p:txBody>
      </p:sp>
      <p:sp>
        <p:nvSpPr>
          <p:cNvPr id="26" name="Shape 17"/>
          <p:cNvSpPr/>
          <p:nvPr/>
        </p:nvSpPr>
        <p:spPr>
          <a:xfrm>
            <a:off x="3935957" y="8439609"/>
            <a:ext cx="13399550" cy="19021"/>
          </a:xfrm>
          <a:prstGeom prst="rect">
            <a:avLst/>
          </a:prstGeom>
          <a:solidFill>
            <a:srgbClr val="E5E8EB"/>
          </a:soli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27" name="Shape 18"/>
          <p:cNvSpPr/>
          <p:nvPr/>
        </p:nvSpPr>
        <p:spPr>
          <a:xfrm>
            <a:off x="1295705" y="8695979"/>
            <a:ext cx="2095450" cy="761976"/>
          </a:xfrm>
          <a:prstGeom prst="roundRect">
            <a:avLst>
              <a:gd name="adj" fmla="val 12500"/>
            </a:avLst>
          </a:prstGeom>
          <a:ln w="17390">
            <a:solidFill>
              <a:srgbClr val="E5E8EB"/>
            </a:solidFill>
            <a:prstDash val="solid"/>
          </a:ln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pic>
        <p:nvPicPr>
          <p:cNvPr id="28" name="Image 7" descr="preencoded.png"/>
          <p:cNvPicPr>
            <a:picLocks noChangeAspect="1"/>
          </p:cNvPicPr>
          <p:nvPr/>
        </p:nvPicPr>
        <p:blipFill>
          <a:blip r:embed="rId10"/>
          <a:srcRect l="-5" r="-5"/>
          <a:stretch/>
        </p:blipFill>
        <p:spPr>
          <a:xfrm>
            <a:off x="1687664" y="8827627"/>
            <a:ext cx="1311465" cy="498609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3562544" y="8695979"/>
            <a:ext cx="2095450" cy="761976"/>
          </a:xfrm>
          <a:prstGeom prst="roundRect">
            <a:avLst>
              <a:gd name="adj" fmla="val 12500"/>
            </a:avLst>
          </a:prstGeom>
          <a:ln w="17390">
            <a:solidFill>
              <a:srgbClr val="E5E8EB"/>
            </a:solidFill>
            <a:prstDash val="solid"/>
          </a:ln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pic>
        <p:nvPicPr>
          <p:cNvPr id="30" name="Image 8" descr="preencoded.png"/>
          <p:cNvPicPr>
            <a:picLocks noChangeAspect="1"/>
          </p:cNvPicPr>
          <p:nvPr/>
        </p:nvPicPr>
        <p:blipFill>
          <a:blip r:embed="rId11"/>
          <a:srcRect l="-105" r="-105"/>
          <a:stretch/>
        </p:blipFill>
        <p:spPr>
          <a:xfrm>
            <a:off x="4197218" y="8827627"/>
            <a:ext cx="826102" cy="498609"/>
          </a:xfrm>
          <a:prstGeom prst="rect">
            <a:avLst/>
          </a:prstGeom>
        </p:spPr>
      </p:pic>
      <p:sp>
        <p:nvSpPr>
          <p:cNvPr id="31" name="Shape 20"/>
          <p:cNvSpPr/>
          <p:nvPr/>
        </p:nvSpPr>
        <p:spPr>
          <a:xfrm>
            <a:off x="5829382" y="8695979"/>
            <a:ext cx="2095450" cy="761976"/>
          </a:xfrm>
          <a:prstGeom prst="roundRect">
            <a:avLst>
              <a:gd name="adj" fmla="val 12500"/>
            </a:avLst>
          </a:prstGeom>
          <a:ln w="17390">
            <a:solidFill>
              <a:srgbClr val="E5E8EB"/>
            </a:solidFill>
            <a:prstDash val="solid"/>
          </a:ln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pic>
        <p:nvPicPr>
          <p:cNvPr id="32" name="Image 9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5961031" y="8936180"/>
            <a:ext cx="1832152" cy="281572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8096220" y="8695979"/>
            <a:ext cx="2095450" cy="761976"/>
          </a:xfrm>
          <a:prstGeom prst="roundRect">
            <a:avLst>
              <a:gd name="adj" fmla="val 12500"/>
            </a:avLst>
          </a:prstGeom>
          <a:ln w="17390">
            <a:solidFill>
              <a:srgbClr val="E5E8EB"/>
            </a:solidFill>
            <a:prstDash val="solid"/>
          </a:ln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pic>
        <p:nvPicPr>
          <p:cNvPr id="34" name="Image 10" descr="preencoded.png"/>
          <p:cNvPicPr>
            <a:picLocks noChangeAspect="1"/>
          </p:cNvPicPr>
          <p:nvPr/>
        </p:nvPicPr>
        <p:blipFill>
          <a:blip r:embed="rId13"/>
          <a:srcRect t="-206" b="-206"/>
          <a:stretch/>
        </p:blipFill>
        <p:spPr>
          <a:xfrm>
            <a:off x="8227870" y="8920556"/>
            <a:ext cx="1832152" cy="312752"/>
          </a:xfrm>
          <a:prstGeom prst="rect">
            <a:avLst/>
          </a:prstGeom>
        </p:spPr>
      </p:pic>
      <p:sp>
        <p:nvSpPr>
          <p:cNvPr id="35" name="Shape 22"/>
          <p:cNvSpPr/>
          <p:nvPr/>
        </p:nvSpPr>
        <p:spPr>
          <a:xfrm>
            <a:off x="10363059" y="8695979"/>
            <a:ext cx="2095450" cy="761976"/>
          </a:xfrm>
          <a:prstGeom prst="roundRect">
            <a:avLst>
              <a:gd name="adj" fmla="val 12500"/>
            </a:avLst>
          </a:prstGeom>
          <a:ln w="17390">
            <a:solidFill>
              <a:srgbClr val="E5E8EB"/>
            </a:solidFill>
            <a:prstDash val="solid"/>
          </a:ln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pic>
        <p:nvPicPr>
          <p:cNvPr id="36" name="Image 11" descr="preencoded.png"/>
          <p:cNvPicPr>
            <a:picLocks noChangeAspect="1"/>
          </p:cNvPicPr>
          <p:nvPr/>
        </p:nvPicPr>
        <p:blipFill>
          <a:blip r:embed="rId14"/>
          <a:srcRect l="-9" r="-9"/>
          <a:stretch/>
        </p:blipFill>
        <p:spPr>
          <a:xfrm>
            <a:off x="10494708" y="8892161"/>
            <a:ext cx="1832152" cy="369609"/>
          </a:xfrm>
          <a:prstGeom prst="rect">
            <a:avLst/>
          </a:prstGeom>
        </p:spPr>
      </p:pic>
      <p:sp>
        <p:nvSpPr>
          <p:cNvPr id="37" name="Shape 23"/>
          <p:cNvSpPr/>
          <p:nvPr/>
        </p:nvSpPr>
        <p:spPr>
          <a:xfrm>
            <a:off x="12629898" y="8695979"/>
            <a:ext cx="2095450" cy="761976"/>
          </a:xfrm>
          <a:prstGeom prst="roundRect">
            <a:avLst>
              <a:gd name="adj" fmla="val 12500"/>
            </a:avLst>
          </a:prstGeom>
          <a:ln w="17390">
            <a:solidFill>
              <a:srgbClr val="E5E8EB"/>
            </a:solidFill>
            <a:prstDash val="solid"/>
          </a:ln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pic>
        <p:nvPicPr>
          <p:cNvPr id="38" name="Image 12" descr="preencoded.png"/>
          <p:cNvPicPr>
            <a:picLocks noChangeAspect="1"/>
          </p:cNvPicPr>
          <p:nvPr/>
        </p:nvPicPr>
        <p:blipFill>
          <a:blip r:embed="rId15"/>
          <a:srcRect l="-8" r="-8"/>
          <a:stretch/>
        </p:blipFill>
        <p:spPr>
          <a:xfrm>
            <a:off x="12761547" y="8984343"/>
            <a:ext cx="1832152" cy="185246"/>
          </a:xfrm>
          <a:prstGeom prst="rect">
            <a:avLst/>
          </a:prstGeom>
        </p:spPr>
      </p:pic>
      <p:sp>
        <p:nvSpPr>
          <p:cNvPr id="39" name="Shape 24"/>
          <p:cNvSpPr/>
          <p:nvPr/>
        </p:nvSpPr>
        <p:spPr>
          <a:xfrm>
            <a:off x="14896736" y="8695979"/>
            <a:ext cx="2095450" cy="761976"/>
          </a:xfrm>
          <a:prstGeom prst="roundRect">
            <a:avLst>
              <a:gd name="adj" fmla="val 12500"/>
            </a:avLst>
          </a:prstGeom>
          <a:ln w="17390">
            <a:solidFill>
              <a:srgbClr val="E5E8EB"/>
            </a:solidFill>
            <a:prstDash val="solid"/>
          </a:ln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pic>
        <p:nvPicPr>
          <p:cNvPr id="40" name="Image 13" descr="preencoded.png"/>
          <p:cNvPicPr>
            <a:picLocks noChangeAspect="1"/>
          </p:cNvPicPr>
          <p:nvPr/>
        </p:nvPicPr>
        <p:blipFill>
          <a:blip r:embed="rId16"/>
          <a:srcRect l="-6" r="-6"/>
          <a:stretch/>
        </p:blipFill>
        <p:spPr>
          <a:xfrm>
            <a:off x="15047542" y="8827627"/>
            <a:ext cx="1793771" cy="498609"/>
          </a:xfrm>
          <a:prstGeom prst="rect">
            <a:avLst/>
          </a:prstGeom>
        </p:spPr>
      </p:pic>
      <p:sp>
        <p:nvSpPr>
          <p:cNvPr id="41" name="Text 25"/>
          <p:cNvSpPr/>
          <p:nvPr/>
        </p:nvSpPr>
        <p:spPr>
          <a:xfrm>
            <a:off x="952453" y="9731102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A5AAA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  <p:pic>
        <p:nvPicPr>
          <p:cNvPr id="42" name="Image 14" descr="preencoded.png"/>
          <p:cNvPicPr>
            <a:picLocks noChangeAspect="1"/>
          </p:cNvPicPr>
          <p:nvPr/>
        </p:nvPicPr>
        <p:blipFill>
          <a:blip r:embed="rId17">
            <a:alphaModFix amt="35000"/>
          </a:blip>
          <a:stretch>
            <a:fillRect/>
          </a:stretch>
        </p:blipFill>
        <p:spPr>
          <a:xfrm>
            <a:off x="16725966" y="9427385"/>
            <a:ext cx="609540" cy="573876"/>
          </a:xfrm>
          <a:prstGeom prst="rect">
            <a:avLst/>
          </a:prstGeom>
        </p:spPr>
      </p:pic>
      <p:sp>
        <p:nvSpPr>
          <p:cNvPr id="43" name="Text 26"/>
          <p:cNvSpPr/>
          <p:nvPr/>
        </p:nvSpPr>
        <p:spPr>
          <a:xfrm>
            <a:off x="17049791" y="9446406"/>
            <a:ext cx="335083" cy="152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84809"/>
              </a:lnSpc>
              <a:buNone/>
            </a:pPr>
            <a:r>
              <a:rPr lang="en-US" sz="900" b="1" kern="0" spc="9" dirty="0">
                <a:solidFill>
                  <a:srgbClr val="FF7900">
                    <a:alpha val="35000"/>
                  </a:srgbClr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2026</a:t>
            </a:r>
            <a:endParaRPr lang="en-US" sz="900" dirty="0">
              <a:latin typeface="League Spartan" pitchFamily="2" charset="77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7959" cy="10286977"/>
          </a:xfrm>
          <a:prstGeom prst="rect">
            <a:avLst/>
          </a:prstGeom>
          <a:gradFill rotWithShape="1">
            <a:gsLst>
              <a:gs pos="0">
                <a:srgbClr val="3A4759">
                  <a:alpha val="100000"/>
                </a:srgbClr>
              </a:gs>
              <a:gs pos="48000">
                <a:srgbClr val="1F2C3F">
                  <a:alpha val="100000"/>
                </a:srgbClr>
              </a:gs>
              <a:gs pos="100000">
                <a:srgbClr val="101B2B">
                  <a:alpha val="100000"/>
                </a:srgbClr>
              </a:gs>
            </a:gsLst>
            <a:lin ang="810000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428713" y="3871287"/>
            <a:ext cx="1047691" cy="13334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04E23">
                  <a:alpha val="100000"/>
                </a:srgbClr>
              </a:gs>
              <a:gs pos="100000">
                <a:srgbClr val="FF7900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428713" y="4252241"/>
            <a:ext cx="8512872" cy="7424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800" b="1" kern="0" spc="-48" dirty="0">
                <a:solidFill>
                  <a:srgbClr val="FFFFF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Session Survey</a:t>
            </a:r>
            <a:endParaRPr lang="en-US" sz="4800" dirty="0">
              <a:latin typeface="League Spartan" pitchFamily="2" charset="77"/>
            </a:endParaRPr>
          </a:p>
        </p:txBody>
      </p:sp>
      <p:sp>
        <p:nvSpPr>
          <p:cNvPr id="5" name="Text 3"/>
          <p:cNvSpPr/>
          <p:nvPr/>
        </p:nvSpPr>
        <p:spPr>
          <a:xfrm>
            <a:off x="1428713" y="5299389"/>
            <a:ext cx="8512872" cy="5181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1342"/>
              </a:lnSpc>
              <a:buNone/>
            </a:pPr>
            <a:r>
              <a:rPr lang="en-US" sz="2700" dirty="0">
                <a:solidFill>
                  <a:srgbClr val="C9D0D9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Scan the code to share quick feedback on this session.</a:t>
            </a:r>
            <a:endParaRPr lang="en-US" sz="2700" dirty="0">
              <a:latin typeface="League Spartan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1428713" y="6046148"/>
            <a:ext cx="8512872" cy="4076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Thank you for your feedback.</a:t>
            </a:r>
            <a:endParaRPr lang="en-US" sz="2550" dirty="0">
              <a:latin typeface="League Spartan" pitchFamily="2" charset="7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2763516" y="3095590"/>
            <a:ext cx="4095729" cy="4095729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8" name="Text 6"/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8A94A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  <p:pic>
        <p:nvPicPr>
          <p:cNvPr id="9" name="Picture 8" descr="feedback-q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68302" y="3300376"/>
            <a:ext cx="3686157" cy="368615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7959" cy="10286977"/>
          </a:xfrm>
          <a:prstGeom prst="rect">
            <a:avLst/>
          </a:prstGeom>
          <a:gradFill rotWithShape="1">
            <a:gsLst>
              <a:gs pos="0">
                <a:srgbClr val="3A4759">
                  <a:alpha val="100000"/>
                </a:srgbClr>
              </a:gs>
              <a:gs pos="48000">
                <a:srgbClr val="1F2C3F">
                  <a:alpha val="100000"/>
                </a:srgbClr>
              </a:gs>
              <a:gs pos="100000">
                <a:srgbClr val="101B2B">
                  <a:alpha val="100000"/>
                </a:srgbClr>
              </a:gs>
            </a:gsLst>
            <a:lin ang="810000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5" name="Text 2"/>
          <p:cNvSpPr/>
          <p:nvPr/>
        </p:nvSpPr>
        <p:spPr>
          <a:xfrm>
            <a:off x="1238236" y="3434698"/>
            <a:ext cx="17392636" cy="13982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8629"/>
              </a:lnSpc>
              <a:buNone/>
            </a:pPr>
            <a:r>
              <a:rPr lang="en-US" sz="10500" b="1" kern="0" spc="-105" dirty="0">
                <a:solidFill>
                  <a:srgbClr val="F04E2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Speaker</a:t>
            </a:r>
            <a:endParaRPr lang="en-US" sz="10500" dirty="0">
              <a:latin typeface="League Spartan" pitchFamily="2" charset="77"/>
            </a:endParaRPr>
          </a:p>
        </p:txBody>
      </p:sp>
      <p:sp>
        <p:nvSpPr>
          <p:cNvPr id="6" name="Text 3"/>
          <p:cNvSpPr/>
          <p:nvPr/>
        </p:nvSpPr>
        <p:spPr>
          <a:xfrm>
            <a:off x="1238236" y="4794802"/>
            <a:ext cx="17392636" cy="13982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8629"/>
              </a:lnSpc>
              <a:buNone/>
            </a:pPr>
            <a:r>
              <a:rPr lang="en-US" sz="10500" b="1" kern="0" spc="-105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Guidelines</a:t>
            </a:r>
            <a:endParaRPr lang="en-US" sz="10500" dirty="0">
              <a:latin typeface="League Spartan" pitchFamily="2" charset="77"/>
            </a:endParaRPr>
          </a:p>
        </p:txBody>
      </p:sp>
      <p:sp>
        <p:nvSpPr>
          <p:cNvPr id="7" name="Text 4"/>
          <p:cNvSpPr/>
          <p:nvPr/>
        </p:nvSpPr>
        <p:spPr>
          <a:xfrm>
            <a:off x="1238236" y="6573967"/>
            <a:ext cx="17392636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C9D0D9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Four slides of house rules — delete them before you present.</a:t>
            </a:r>
            <a:endParaRPr lang="en-US" sz="2400" dirty="0">
              <a:latin typeface="League Spartan" pitchFamily="2" charset="77"/>
            </a:endParaRPr>
          </a:p>
        </p:txBody>
      </p:sp>
      <p:sp>
        <p:nvSpPr>
          <p:cNvPr id="8" name="Text 5"/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8A94A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E418E965-29B0-9F0E-52D2-A16DFFB8AB4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6000"/>
          </a:blip>
          <a:stretch>
            <a:fillRect/>
          </a:stretch>
        </p:blipFill>
        <p:spPr>
          <a:xfrm>
            <a:off x="9153558" y="762790"/>
            <a:ext cx="9305858" cy="8761395"/>
          </a:xfrm>
          <a:prstGeom prst="rect">
            <a:avLst/>
          </a:prstGeom>
        </p:spPr>
      </p:pic>
      <p:sp>
        <p:nvSpPr>
          <p:cNvPr id="10" name="Text 1">
            <a:extLst>
              <a:ext uri="{FF2B5EF4-FFF2-40B4-BE49-F238E27FC236}">
                <a16:creationId xmlns:a16="http://schemas.microsoft.com/office/drawing/2014/main" id="{230C5475-C1AC-DC9E-9164-4D372BAF8B69}"/>
              </a:ext>
            </a:extLst>
          </p:cNvPr>
          <p:cNvSpPr/>
          <p:nvPr/>
        </p:nvSpPr>
        <p:spPr>
          <a:xfrm>
            <a:off x="14068392" y="1067526"/>
            <a:ext cx="4318419" cy="17716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7062"/>
              </a:lnSpc>
              <a:buNone/>
            </a:pPr>
            <a:r>
              <a:rPr lang="en-US" sz="13650" b="1" kern="0" spc="137" dirty="0">
                <a:solidFill>
                  <a:srgbClr val="FF7900">
                    <a:alpha val="6000"/>
                  </a:srgbClr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2026</a:t>
            </a:r>
            <a:endParaRPr lang="en-US" sz="13650" dirty="0">
              <a:latin typeface="League Spartan" pitchFamily="2" charset="77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453" y="838194"/>
            <a:ext cx="1047691" cy="13334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04E23">
                  <a:alpha val="100000"/>
                </a:srgbClr>
              </a:gs>
              <a:gs pos="100000">
                <a:srgbClr val="FF7900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952453" y="1219147"/>
            <a:ext cx="18021359" cy="7424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800" b="1" kern="0" spc="-48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Slides &amp; Content</a:t>
            </a:r>
            <a:endParaRPr lang="en-US" sz="4800" dirty="0">
              <a:latin typeface="League Spartan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952453" y="2494949"/>
            <a:ext cx="8539175" cy="4076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b="1" kern="0" spc="255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DO</a:t>
            </a:r>
            <a:endParaRPr lang="en-US" sz="2550" dirty="0">
              <a:latin typeface="League Spartan" pitchFamily="2" charset="7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952453" y="3238622"/>
            <a:ext cx="152368" cy="152368"/>
          </a:xfrm>
          <a:prstGeom prst="roundRect">
            <a:avLst>
              <a:gd name="adj" fmla="val 18754"/>
            </a:avLst>
          </a:prstGeom>
          <a:solidFill>
            <a:srgbClr val="FF7900"/>
          </a:soli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1352427" y="3188315"/>
            <a:ext cx="4776100" cy="329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2475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Build from the layouts in this file</a:t>
            </a:r>
            <a:endParaRPr lang="en-US" sz="2475" dirty="0">
              <a:latin typeface="League Spartan" pitchFamily="2" charset="7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952453" y="3853732"/>
            <a:ext cx="152368" cy="152368"/>
          </a:xfrm>
          <a:prstGeom prst="roundRect">
            <a:avLst>
              <a:gd name="adj" fmla="val 18754"/>
            </a:avLst>
          </a:prstGeom>
          <a:solidFill>
            <a:srgbClr val="FF7900"/>
          </a:soli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8" name="Text 6"/>
          <p:cNvSpPr/>
          <p:nvPr/>
        </p:nvSpPr>
        <p:spPr>
          <a:xfrm>
            <a:off x="1352427" y="3803425"/>
            <a:ext cx="5315006" cy="329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2475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Keep copy short, scannable, and big</a:t>
            </a:r>
            <a:endParaRPr lang="en-US" sz="2475" dirty="0">
              <a:latin typeface="League Spartan" pitchFamily="2" charset="7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952453" y="4468841"/>
            <a:ext cx="152368" cy="152368"/>
          </a:xfrm>
          <a:prstGeom prst="roundRect">
            <a:avLst>
              <a:gd name="adj" fmla="val 18754"/>
            </a:avLst>
          </a:prstGeom>
          <a:solidFill>
            <a:srgbClr val="FF7900"/>
          </a:soli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352427" y="4418535"/>
            <a:ext cx="4543636" cy="329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2475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Use one or two levels of bullets</a:t>
            </a:r>
            <a:endParaRPr lang="en-US" sz="2475" dirty="0">
              <a:latin typeface="League Spartan" pitchFamily="2" charset="77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952453" y="5083952"/>
            <a:ext cx="152368" cy="152368"/>
          </a:xfrm>
          <a:prstGeom prst="roundRect">
            <a:avLst>
              <a:gd name="adj" fmla="val 18754"/>
            </a:avLst>
          </a:prstGeom>
          <a:solidFill>
            <a:srgbClr val="FF7900"/>
          </a:soli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352427" y="5033645"/>
            <a:ext cx="5228476" cy="329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2475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Duplicate slides to make more room</a:t>
            </a:r>
            <a:endParaRPr lang="en-US" sz="2475" dirty="0">
              <a:latin typeface="League Spartan" pitchFamily="2" charset="7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572552" y="2494949"/>
            <a:ext cx="8539249" cy="4076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b="1" kern="0" spc="255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AVOID</a:t>
            </a:r>
            <a:endParaRPr lang="en-US" sz="2550" dirty="0">
              <a:latin typeface="League Spartan" pitchFamily="2" charset="7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9572552" y="3276749"/>
            <a:ext cx="247606" cy="38041"/>
          </a:xfrm>
          <a:prstGeom prst="roundRect">
            <a:avLst>
              <a:gd name="adj" fmla="val 50000"/>
            </a:avLst>
          </a:prstGeom>
          <a:solidFill>
            <a:srgbClr val="A5AAAF"/>
          </a:soli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067766" y="3188315"/>
            <a:ext cx="4710269" cy="329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2475" b="1" dirty="0">
                <a:solidFill>
                  <a:srgbClr val="5A647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New colors, fonts, or slide styles</a:t>
            </a:r>
            <a:endParaRPr lang="en-US" sz="2475" dirty="0">
              <a:latin typeface="League Spartan" pitchFamily="2" charset="7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572552" y="3891859"/>
            <a:ext cx="247606" cy="38041"/>
          </a:xfrm>
          <a:prstGeom prst="roundRect">
            <a:avLst>
              <a:gd name="adj" fmla="val 50000"/>
            </a:avLst>
          </a:prstGeom>
          <a:solidFill>
            <a:srgbClr val="A5AAAF"/>
          </a:soli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0067766" y="3803425"/>
            <a:ext cx="4952597" cy="329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2475" b="1" dirty="0">
                <a:solidFill>
                  <a:srgbClr val="5A647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Dense paragraphs and small type</a:t>
            </a:r>
            <a:endParaRPr lang="en-US" sz="2475" dirty="0">
              <a:latin typeface="League Spartan" pitchFamily="2" charset="7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9572552" y="4506969"/>
            <a:ext cx="247606" cy="38041"/>
          </a:xfrm>
          <a:prstGeom prst="roundRect">
            <a:avLst>
              <a:gd name="adj" fmla="val 50000"/>
            </a:avLst>
          </a:prstGeom>
          <a:solidFill>
            <a:srgbClr val="A5AAAF"/>
          </a:soli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0067766" y="4418535"/>
            <a:ext cx="4716247" cy="329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2475" b="1" dirty="0">
                <a:solidFill>
                  <a:srgbClr val="5A647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Clip art or watermarked images</a:t>
            </a:r>
            <a:endParaRPr lang="en-US" sz="2475" dirty="0">
              <a:latin typeface="League Spartan" pitchFamily="2" charset="77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572552" y="5122079"/>
            <a:ext cx="247606" cy="38041"/>
          </a:xfrm>
          <a:prstGeom prst="roundRect">
            <a:avLst>
              <a:gd name="adj" fmla="val 50000"/>
            </a:avLst>
          </a:prstGeom>
          <a:solidFill>
            <a:srgbClr val="A5AAAF"/>
          </a:soli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0067766" y="5033645"/>
            <a:ext cx="5371348" cy="329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2475" b="1" dirty="0">
                <a:solidFill>
                  <a:srgbClr val="5A647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Moving the footer or the Texas mark</a:t>
            </a:r>
            <a:endParaRPr lang="en-US" sz="2475" dirty="0">
              <a:latin typeface="League Spartan" pitchFamily="2" charset="77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A5AAA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  <p:pic>
        <p:nvPicPr>
          <p:cNvPr id="23" name="Image 0" descr="preencoded.png"/>
          <p:cNvPicPr>
            <a:picLocks noChangeAspect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16687858" y="9334388"/>
            <a:ext cx="647649" cy="609744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17030702" y="9353409"/>
            <a:ext cx="356617" cy="1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86308"/>
              </a:lnSpc>
              <a:buNone/>
            </a:pPr>
            <a:r>
              <a:rPr lang="en-US" sz="975" b="1" kern="0" spc="10" dirty="0">
                <a:solidFill>
                  <a:srgbClr val="FF7900">
                    <a:alpha val="35000"/>
                  </a:srgbClr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2026</a:t>
            </a:r>
            <a:endParaRPr lang="en-US" sz="975" dirty="0">
              <a:latin typeface="League Spartan" pitchFamily="2" charset="77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453" y="838194"/>
            <a:ext cx="1047691" cy="13334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04E23">
                  <a:alpha val="100000"/>
                </a:srgbClr>
              </a:gs>
              <a:gs pos="100000">
                <a:srgbClr val="FF7900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952453" y="1219147"/>
            <a:ext cx="18021359" cy="7424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800" b="1" kern="0" spc="-48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Fonts</a:t>
            </a:r>
            <a:endParaRPr lang="en-US" sz="4800" dirty="0">
              <a:latin typeface="League Spartan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952453" y="2456840"/>
            <a:ext cx="18021359" cy="10902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7200" b="1" kern="0" spc="-72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League Spartan</a:t>
            </a:r>
            <a:endParaRPr lang="en-US" sz="7200" dirty="0">
              <a:latin typeface="League Spartan" pitchFamily="2" charset="77"/>
            </a:endParaRPr>
          </a:p>
        </p:txBody>
      </p:sp>
      <p:sp>
        <p:nvSpPr>
          <p:cNvPr id="5" name="Text 3"/>
          <p:cNvSpPr/>
          <p:nvPr/>
        </p:nvSpPr>
        <p:spPr>
          <a:xfrm>
            <a:off x="952453" y="3680335"/>
            <a:ext cx="18021359" cy="281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5A647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This deck uses one family at three weights — free to install from </a:t>
            </a:r>
            <a:r>
              <a:rPr lang="en-US" sz="2100" u="sng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fonts.google.com/specimen/League+Spartan</a:t>
            </a:r>
            <a:endParaRPr lang="en-US" sz="2100" dirty="0">
              <a:latin typeface="League Spartan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952453" y="4419078"/>
            <a:ext cx="3562292" cy="516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ExtraBold</a:t>
            </a:r>
            <a:endParaRPr lang="en-US" sz="3300" dirty="0">
              <a:latin typeface="League Spartan" pitchFamily="2" charset="77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1854" y="4601675"/>
            <a:ext cx="572478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2250" dirty="0">
                <a:solidFill>
                  <a:srgbClr val="5A647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Page titles &amp; section breaks — 48 pt and up</a:t>
            </a:r>
            <a:endParaRPr lang="en-US" sz="2250" dirty="0">
              <a:latin typeface="League Spartan" pitchFamily="2" charset="77"/>
            </a:endParaRPr>
          </a:p>
        </p:txBody>
      </p:sp>
      <p:sp>
        <p:nvSpPr>
          <p:cNvPr id="8" name="Text 6"/>
          <p:cNvSpPr/>
          <p:nvPr/>
        </p:nvSpPr>
        <p:spPr>
          <a:xfrm>
            <a:off x="952453" y="5183024"/>
            <a:ext cx="3562292" cy="516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Bold</a:t>
            </a:r>
            <a:endParaRPr lang="en-US" sz="3300" dirty="0">
              <a:latin typeface="League Spartan" pitchFamily="2" charset="77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1854" y="5365621"/>
            <a:ext cx="5658958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2250" dirty="0">
                <a:solidFill>
                  <a:srgbClr val="5A647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Emphasis, numbers, and labels — 24–28 pt</a:t>
            </a:r>
            <a:endParaRPr lang="en-US" sz="2250" dirty="0">
              <a:latin typeface="League Spartan" pitchFamily="2" charset="7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952453" y="5946970"/>
            <a:ext cx="3562292" cy="4206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3300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Medium</a:t>
            </a:r>
            <a:endParaRPr lang="en-US" sz="3300" dirty="0">
              <a:latin typeface="League Spartan" pitchFamily="2" charset="7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571854" y="6038268"/>
            <a:ext cx="6290446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2250" dirty="0">
                <a:solidFill>
                  <a:srgbClr val="5A647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Body copy — 22–26 pt, never smaller than 18 pt</a:t>
            </a:r>
            <a:endParaRPr lang="en-US" sz="2250" dirty="0">
              <a:latin typeface="League Spartan" pitchFamily="2" charset="7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A5AAA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4">
            <a:alphaModFix amt="35000"/>
          </a:blip>
          <a:stretch>
            <a:fillRect/>
          </a:stretch>
        </p:blipFill>
        <p:spPr>
          <a:xfrm>
            <a:off x="16687858" y="9334388"/>
            <a:ext cx="647649" cy="609744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7030702" y="9353409"/>
            <a:ext cx="356617" cy="1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86308"/>
              </a:lnSpc>
              <a:buNone/>
            </a:pPr>
            <a:r>
              <a:rPr lang="en-US" sz="975" b="1" kern="0" spc="10" dirty="0">
                <a:solidFill>
                  <a:srgbClr val="FF7900">
                    <a:alpha val="35000"/>
                  </a:srgbClr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2026</a:t>
            </a:r>
            <a:endParaRPr lang="en-US" sz="975" dirty="0">
              <a:latin typeface="League Spartan" pitchFamily="2" charset="77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453" y="838194"/>
            <a:ext cx="1047691" cy="13334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04E23">
                  <a:alpha val="100000"/>
                </a:srgbClr>
              </a:gs>
              <a:gs pos="100000">
                <a:srgbClr val="FF7900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952453" y="1219147"/>
            <a:ext cx="18021359" cy="7424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800" b="1" kern="0" spc="-48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Color Palette</a:t>
            </a:r>
            <a:endParaRPr lang="en-US" sz="4800" dirty="0">
              <a:latin typeface="League Spartan" pitchFamily="2" charset="7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52453" y="2418731"/>
            <a:ext cx="5245112" cy="2267586"/>
          </a:xfrm>
          <a:prstGeom prst="roundRect">
            <a:avLst>
              <a:gd name="adj" fmla="val 6721"/>
            </a:avLst>
          </a:prstGeom>
          <a:ln w="17390">
            <a:solidFill>
              <a:srgbClr val="E5E8EB"/>
            </a:solidFill>
            <a:prstDash val="solid"/>
          </a:ln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969843" y="2436121"/>
            <a:ext cx="5210332" cy="1238236"/>
          </a:xfrm>
          <a:prstGeom prst="rect">
            <a:avLst/>
          </a:prstGeom>
          <a:solidFill>
            <a:srgbClr val="142233"/>
          </a:soli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98429" y="3864834"/>
            <a:ext cx="5228476" cy="36416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Midnight Navy</a:t>
            </a:r>
            <a:endParaRPr lang="en-US" sz="2250" dirty="0">
              <a:latin typeface="League Spartan" pitchFamily="2" charset="77"/>
            </a:endParaRPr>
          </a:p>
        </p:txBody>
      </p:sp>
      <p:sp>
        <p:nvSpPr>
          <p:cNvPr id="7" name="Text 5"/>
          <p:cNvSpPr/>
          <p:nvPr/>
        </p:nvSpPr>
        <p:spPr>
          <a:xfrm>
            <a:off x="1198429" y="4248029"/>
            <a:ext cx="5228476" cy="268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5A647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#142233 — backgrounds &amp; titles</a:t>
            </a:r>
            <a:endParaRPr lang="en-US" sz="1950" dirty="0">
              <a:latin typeface="League Spartan" pitchFamily="2" charset="7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521389" y="2418731"/>
            <a:ext cx="5245112" cy="2267586"/>
          </a:xfrm>
          <a:prstGeom prst="roundRect">
            <a:avLst>
              <a:gd name="adj" fmla="val 6721"/>
            </a:avLst>
          </a:prstGeom>
          <a:ln w="17390">
            <a:solidFill>
              <a:srgbClr val="E5E8EB"/>
            </a:solidFill>
            <a:prstDash val="solid"/>
          </a:ln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538779" y="2436121"/>
            <a:ext cx="5210332" cy="1238236"/>
          </a:xfrm>
          <a:prstGeom prst="rect">
            <a:avLst/>
          </a:prstGeom>
          <a:solidFill>
            <a:srgbClr val="303B4F"/>
          </a:soli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767365" y="3864834"/>
            <a:ext cx="5228476" cy="36416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Slate</a:t>
            </a:r>
            <a:endParaRPr lang="en-US" sz="2250" dirty="0">
              <a:latin typeface="League Spartan" pitchFamily="2" charset="7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767365" y="4248029"/>
            <a:ext cx="5228476" cy="268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5A647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#303B4F — gradient partner</a:t>
            </a:r>
            <a:endParaRPr lang="en-US" sz="1950" dirty="0">
              <a:latin typeface="League Spartan" pitchFamily="2" charset="7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12090326" y="2418731"/>
            <a:ext cx="5245180" cy="2267586"/>
          </a:xfrm>
          <a:prstGeom prst="roundRect">
            <a:avLst>
              <a:gd name="adj" fmla="val 6721"/>
            </a:avLst>
          </a:prstGeom>
          <a:ln w="17390">
            <a:solidFill>
              <a:srgbClr val="E5E8EB"/>
            </a:solidFill>
            <a:prstDash val="solid"/>
          </a:ln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12107717" y="2436121"/>
            <a:ext cx="5210400" cy="1238236"/>
          </a:xfrm>
          <a:prstGeom prst="rect">
            <a:avLst/>
          </a:prstGeom>
          <a:solidFill>
            <a:srgbClr val="FF7900"/>
          </a:soli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336302" y="3864834"/>
            <a:ext cx="5228551" cy="36416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EOS Orange</a:t>
            </a:r>
            <a:endParaRPr lang="en-US" sz="2250" dirty="0">
              <a:latin typeface="League Spartan" pitchFamily="2" charset="7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2336302" y="4248029"/>
            <a:ext cx="5228551" cy="268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5A647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#FF7900 — primary accent</a:t>
            </a:r>
            <a:endParaRPr lang="en-US" sz="1950" dirty="0">
              <a:latin typeface="League Spartan" pitchFamily="2" charset="7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52453" y="5010141"/>
            <a:ext cx="5245112" cy="2267586"/>
          </a:xfrm>
          <a:prstGeom prst="roundRect">
            <a:avLst>
              <a:gd name="adj" fmla="val 6721"/>
            </a:avLst>
          </a:prstGeom>
          <a:ln w="17390">
            <a:solidFill>
              <a:srgbClr val="E5E8EB"/>
            </a:solidFill>
            <a:prstDash val="solid"/>
          </a:ln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69843" y="5027531"/>
            <a:ext cx="5210332" cy="1238236"/>
          </a:xfrm>
          <a:prstGeom prst="rect">
            <a:avLst/>
          </a:prstGeom>
          <a:solidFill>
            <a:srgbClr val="F04E23"/>
          </a:soli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198429" y="6456244"/>
            <a:ext cx="5228476" cy="36416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Flame</a:t>
            </a:r>
            <a:endParaRPr lang="en-US" sz="2250" dirty="0">
              <a:latin typeface="League Spartan" pitchFamily="2" charset="7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198429" y="6839440"/>
            <a:ext cx="5228476" cy="268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5A647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#F04E23 — accent pair</a:t>
            </a:r>
            <a:endParaRPr lang="en-US" sz="1950" dirty="0">
              <a:latin typeface="League Spartan" pitchFamily="2" charset="77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521389" y="5010141"/>
            <a:ext cx="5245112" cy="2267586"/>
          </a:xfrm>
          <a:prstGeom prst="roundRect">
            <a:avLst>
              <a:gd name="adj" fmla="val 6721"/>
            </a:avLst>
          </a:prstGeom>
          <a:ln w="17390">
            <a:solidFill>
              <a:srgbClr val="E5E8EB"/>
            </a:solidFill>
            <a:prstDash val="solid"/>
          </a:ln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538779" y="5027531"/>
            <a:ext cx="5210332" cy="1238236"/>
          </a:xfrm>
          <a:prstGeom prst="rect">
            <a:avLst/>
          </a:prstGeom>
          <a:solidFill>
            <a:srgbClr val="E5E8EB"/>
          </a:soli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767365" y="6456244"/>
            <a:ext cx="5228476" cy="36416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Cloud</a:t>
            </a:r>
            <a:endParaRPr lang="en-US" sz="2250" dirty="0">
              <a:latin typeface="League Spartan" pitchFamily="2" charset="77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767365" y="6839440"/>
            <a:ext cx="5228476" cy="268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5A647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#E5E8EB — dividers &amp; tiles</a:t>
            </a:r>
            <a:endParaRPr lang="en-US" sz="1950" dirty="0">
              <a:latin typeface="League Spartan" pitchFamily="2" charset="77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12090326" y="5010141"/>
            <a:ext cx="5245180" cy="2267586"/>
          </a:xfrm>
          <a:prstGeom prst="roundRect">
            <a:avLst>
              <a:gd name="adj" fmla="val 6721"/>
            </a:avLst>
          </a:prstGeom>
          <a:ln w="17390">
            <a:solidFill>
              <a:srgbClr val="E5E8EB"/>
            </a:solidFill>
            <a:prstDash val="solid"/>
          </a:ln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12107717" y="5027531"/>
            <a:ext cx="5210400" cy="1238236"/>
          </a:xfrm>
          <a:prstGeom prst="rect">
            <a:avLst/>
          </a:prstGeom>
          <a:solidFill>
            <a:srgbClr val="A5AAAF"/>
          </a:soli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2336302" y="6456244"/>
            <a:ext cx="5228551" cy="36416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Steel Gray</a:t>
            </a:r>
            <a:endParaRPr lang="en-US" sz="2250" dirty="0">
              <a:latin typeface="League Spartan" pitchFamily="2" charset="7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2336302" y="6839440"/>
            <a:ext cx="5228551" cy="268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5A647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#A5AAAF — captions &amp; footers</a:t>
            </a:r>
            <a:endParaRPr lang="en-US" sz="1950" dirty="0">
              <a:latin typeface="League Spartan" pitchFamily="2" charset="77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952453" y="7658681"/>
            <a:ext cx="18021359" cy="281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42233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Navy and white backgrounds only. Orange is for accents — never body text.</a:t>
            </a:r>
            <a:endParaRPr lang="en-US" sz="2100" dirty="0">
              <a:latin typeface="League Spartan" pitchFamily="2" charset="77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A5AAA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  <p:pic>
        <p:nvPicPr>
          <p:cNvPr id="30" name="Image 0" descr="preencoded.png"/>
          <p:cNvPicPr>
            <a:picLocks noChangeAspect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16687858" y="9334388"/>
            <a:ext cx="647649" cy="609744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17030702" y="9353409"/>
            <a:ext cx="356617" cy="1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86308"/>
              </a:lnSpc>
              <a:buNone/>
            </a:pPr>
            <a:r>
              <a:rPr lang="en-US" sz="975" b="1" kern="0" spc="10" dirty="0">
                <a:solidFill>
                  <a:srgbClr val="FF7900">
                    <a:alpha val="35000"/>
                  </a:srgbClr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2026</a:t>
            </a:r>
            <a:endParaRPr lang="en-US" sz="975" dirty="0">
              <a:latin typeface="League Spartan" pitchFamily="2" charset="77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7959" cy="10286977"/>
          </a:xfrm>
          <a:prstGeom prst="rect">
            <a:avLst/>
          </a:prstGeom>
          <a:gradFill rotWithShape="1">
            <a:gsLst>
              <a:gs pos="0">
                <a:srgbClr val="3A4759">
                  <a:alpha val="100000"/>
                </a:srgbClr>
              </a:gs>
              <a:gs pos="48000">
                <a:srgbClr val="1F2C3F">
                  <a:alpha val="100000"/>
                </a:srgbClr>
              </a:gs>
              <a:gs pos="100000">
                <a:srgbClr val="101B2B">
                  <a:alpha val="100000"/>
                </a:srgbClr>
              </a:gs>
            </a:gsLst>
            <a:lin ang="8100000" scaled="0"/>
          </a:gradFill>
          <a:ln/>
        </p:spPr>
        <p:txBody>
          <a:bodyPr/>
          <a:lstStyle/>
          <a:p>
            <a:endParaRPr lang="en-US">
              <a:latin typeface="League Spartan" pitchFamily="2" charset="77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4722" y="2165011"/>
            <a:ext cx="3238447" cy="304898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239218" y="2269759"/>
            <a:ext cx="1494768" cy="6381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86809"/>
              </a:lnSpc>
              <a:buNone/>
            </a:pPr>
            <a:r>
              <a:rPr lang="en-US" sz="4725" b="1" kern="0" spc="47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2026</a:t>
            </a:r>
            <a:endParaRPr lang="en-US" sz="4725" dirty="0">
              <a:latin typeface="League Spartan" pitchFamily="2" charset="77"/>
            </a:endParaRPr>
          </a:p>
        </p:txBody>
      </p:sp>
      <p:sp>
        <p:nvSpPr>
          <p:cNvPr id="5" name="Text 2"/>
          <p:cNvSpPr/>
          <p:nvPr/>
        </p:nvSpPr>
        <p:spPr>
          <a:xfrm>
            <a:off x="6323033" y="5594954"/>
            <a:ext cx="6206083" cy="11728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7800" b="1" kern="0" spc="-78" dirty="0">
                <a:solidFill>
                  <a:srgbClr val="FFFFFF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Thanks, </a:t>
            </a:r>
            <a:r>
              <a:rPr lang="en-US" sz="7800" b="1" kern="0" spc="-78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y’all!</a:t>
            </a:r>
            <a:endParaRPr lang="en-US" sz="7800" dirty="0">
              <a:latin typeface="League Spartan" pitchFamily="2" charset="77"/>
            </a:endParaRPr>
          </a:p>
        </p:txBody>
      </p:sp>
      <p:sp>
        <p:nvSpPr>
          <p:cNvPr id="6" name="Text 3"/>
          <p:cNvSpPr/>
          <p:nvPr/>
        </p:nvSpPr>
        <p:spPr>
          <a:xfrm>
            <a:off x="3844815" y="7110618"/>
            <a:ext cx="10598330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2250" b="1" kern="0" spc="315" dirty="0">
                <a:solidFill>
                  <a:srgbClr val="AEB7C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FIFTH ANNUAL · SEPTEMBER 14, 2026 · THE STATLER DALLAS</a:t>
            </a:r>
            <a:endParaRPr lang="en-US" sz="2250" dirty="0">
              <a:latin typeface="League Spartan" pitchFamily="2" charset="77"/>
            </a:endParaRPr>
          </a:p>
        </p:txBody>
      </p:sp>
      <p:sp>
        <p:nvSpPr>
          <p:cNvPr id="7" name="Text 4"/>
          <p:cNvSpPr/>
          <p:nvPr/>
        </p:nvSpPr>
        <p:spPr>
          <a:xfrm>
            <a:off x="6967285" y="7752424"/>
            <a:ext cx="1490584" cy="4076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FF7900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@Handle</a:t>
            </a:r>
            <a:endParaRPr lang="en-US" sz="2550" dirty="0">
              <a:latin typeface="League Spartan" pitchFamily="2" charset="77"/>
            </a:endParaRPr>
          </a:p>
        </p:txBody>
      </p:sp>
      <p:sp>
        <p:nvSpPr>
          <p:cNvPr id="8" name="Text 5"/>
          <p:cNvSpPr/>
          <p:nvPr/>
        </p:nvSpPr>
        <p:spPr>
          <a:xfrm>
            <a:off x="8703315" y="7821985"/>
            <a:ext cx="2879095" cy="333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C9D0D9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eosnorthtexas.com</a:t>
            </a:r>
            <a:endParaRPr lang="en-US" sz="2550" dirty="0">
              <a:latin typeface="League Spartan" pitchFamily="2" charset="77"/>
            </a:endParaRPr>
          </a:p>
        </p:txBody>
      </p:sp>
      <p:sp>
        <p:nvSpPr>
          <p:cNvPr id="9" name="Text 6"/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8A94A2"/>
                </a:solidFill>
                <a:latin typeface="League Spartan" pitchFamily="2" charset="77"/>
                <a:ea typeface="Arial" pitchFamily="34" charset="-122"/>
                <a:cs typeface="Arial" pitchFamily="34" charset="-120"/>
              </a:rPr>
              <a:t>#WeRunOnEOS2026</a:t>
            </a:r>
            <a:endParaRPr lang="en-US" sz="1800" dirty="0">
              <a:latin typeface="League Spartan" pitchFamily="2" charset="7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309</TotalTime>
  <Words>754</Words>
  <Application>Microsoft Macintosh PowerPoint</Application>
  <PresentationFormat>Custom</PresentationFormat>
  <Paragraphs>139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League Spartan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Shane Spillers</cp:lastModifiedBy>
  <cp:revision>3</cp:revision>
  <dcterms:created xsi:type="dcterms:W3CDTF">2026-08-15T20:19:34Z</dcterms:created>
  <dcterms:modified xsi:type="dcterms:W3CDTF">2026-08-16T04:09:48Z</dcterms:modified>
</cp:coreProperties>
</file>