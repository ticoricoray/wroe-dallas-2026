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8.svg" ContentType="image/svg+xml"/>
  <Override PartName="/ppt/media/image3.svg" ContentType="image/svg+xml"/>
  <Override PartName="/ppt/media/image35.svg" ContentType="image/svg+xml"/>
  <Override PartName="/ppt/media/image5.svg" ContentType="image/svg+xml"/>
  <Override PartName="/ppt/media/image6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4021" r:id="rId2"/>
    <p:sldMasterId id="2147484033" r:id="rId3"/>
    <p:sldMasterId id="2147484117" r:id="rId4"/>
    <p:sldMasterId id="2147484129" r:id="rId5"/>
    <p:sldMasterId id="2147484146" r:id="rId6"/>
    <p:sldMasterId id="2147484148" r:id="rId7"/>
    <p:sldMasterId id="2147484179" r:id="rId8"/>
    <p:sldMasterId id="2147484196" r:id="rId9"/>
  </p:sldMasterIdLst>
  <p:notesMasterIdLst>
    <p:notesMasterId r:id="rId53"/>
  </p:notesMasterIdLst>
  <p:sldIdLst>
    <p:sldId id="256" r:id="rId10"/>
    <p:sldId id="5189" r:id="rId11"/>
    <p:sldId id="5260" r:id="rId12"/>
    <p:sldId id="262" r:id="rId13"/>
    <p:sldId id="5138" r:id="rId14"/>
    <p:sldId id="5242" r:id="rId15"/>
    <p:sldId id="260" r:id="rId16"/>
    <p:sldId id="5261" r:id="rId17"/>
    <p:sldId id="5262" r:id="rId18"/>
    <p:sldId id="5253" r:id="rId19"/>
    <p:sldId id="5254" r:id="rId20"/>
    <p:sldId id="5251" r:id="rId21"/>
    <p:sldId id="5264" r:id="rId22"/>
    <p:sldId id="5265" r:id="rId23"/>
    <p:sldId id="5266" r:id="rId24"/>
    <p:sldId id="5267" r:id="rId25"/>
    <p:sldId id="5268" r:id="rId26"/>
    <p:sldId id="5269" r:id="rId27"/>
    <p:sldId id="301" r:id="rId28"/>
    <p:sldId id="5270" r:id="rId29"/>
    <p:sldId id="5241" r:id="rId30"/>
    <p:sldId id="5287" r:id="rId31"/>
    <p:sldId id="4817" r:id="rId32"/>
    <p:sldId id="4895" r:id="rId33"/>
    <p:sldId id="5286" r:id="rId34"/>
    <p:sldId id="5272" r:id="rId35"/>
    <p:sldId id="5252" r:id="rId36"/>
    <p:sldId id="257" r:id="rId37"/>
    <p:sldId id="5273" r:id="rId38"/>
    <p:sldId id="259" r:id="rId39"/>
    <p:sldId id="5274" r:id="rId40"/>
    <p:sldId id="305" r:id="rId41"/>
    <p:sldId id="306" r:id="rId42"/>
    <p:sldId id="312" r:id="rId43"/>
    <p:sldId id="5275" r:id="rId44"/>
    <p:sldId id="5282" r:id="rId45"/>
    <p:sldId id="5285" r:id="rId46"/>
    <p:sldId id="5284" r:id="rId47"/>
    <p:sldId id="5283" r:id="rId48"/>
    <p:sldId id="5073" r:id="rId49"/>
    <p:sldId id="360" r:id="rId50"/>
    <p:sldId id="361" r:id="rId51"/>
    <p:sldId id="264" r:id="rId52"/>
  </p:sldIdLst>
  <p:sldSz cx="12192000" cy="6858000"/>
  <p:notesSz cx="6858000" cy="9144000"/>
  <p:custDataLst>
    <p:tags r:id="rId5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EC26E6-ABD4-9CEA-89F2-66B1001C383E}" name="Stephanie Ely" initials="SE" userId="S::stephanie.ely@notionpartners.com::cd76cafb-30b2-4d8d-bd65-561ad7ce0f4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ve Heroux" initials="SH" lastIdx="2" clrIdx="0">
    <p:extLst>
      <p:ext uri="{19B8F6BF-5375-455C-9EA6-DF929625EA0E}">
        <p15:presenceInfo xmlns:p15="http://schemas.microsoft.com/office/powerpoint/2012/main" userId="Steve Heroux" providerId="None"/>
      </p:ext>
    </p:extLst>
  </p:cmAuthor>
  <p:cmAuthor id="2" name="Stephen Heroux" initials="SH" lastIdx="1" clrIdx="1">
    <p:extLst>
      <p:ext uri="{19B8F6BF-5375-455C-9EA6-DF929625EA0E}">
        <p15:presenceInfo xmlns:p15="http://schemas.microsoft.com/office/powerpoint/2012/main" userId="765fcde8cfc532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4E23"/>
    <a:srgbClr val="FF6B03"/>
    <a:srgbClr val="FF5A1F"/>
    <a:srgbClr val="000000"/>
    <a:srgbClr val="100800"/>
    <a:srgbClr val="FF0000"/>
    <a:srgbClr val="E6E6E6"/>
    <a:srgbClr val="FDD333"/>
    <a:srgbClr val="FC9145"/>
    <a:srgbClr val="FF5E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99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1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4" Type="http://schemas.openxmlformats.org/officeDocument/2006/relationships/tags" Target="tags/tag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F3A25-CF98-4016-90A2-B3B4EF273D4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82219-BDC5-4E48-873D-E4A0C69A03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49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BC4DE-B8FC-4D25-F253-FB025B8D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DE1A1-7B34-CBAC-F908-F0FA88133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07D4C-84E2-E14C-4AF9-6C26FD5E4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46047-01DA-0D35-0CD1-721010B0D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159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8CD4-1624-3122-B224-DD2B39AD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E7D3A-22A5-84B5-42E1-A266EF38F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23DE6-FCF3-672A-0E70-10A0F41E6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DF474-2395-FE96-37E0-BD92C8190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32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6002-E4D4-C000-6A9C-78A83577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6C7F2-C0C2-DE92-6467-CC3B3FA29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E61DF-ABDD-9B16-C333-4F6276751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9476-59EF-7235-FA03-92734B5BE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155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9CA3-8958-9170-6232-3687BED6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21481-3542-01C2-35A0-57BE68D15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FFACA-5A1E-90B5-A02C-26474F2A7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EAA27-CC00-415E-06E1-BA18C0F214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598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9715-3148-2BD2-4A55-8C0BD8AA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23A44-E1BF-7268-89CB-A132EDA10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21EB7-B18B-346E-2167-4356FF7AE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E8A8E-BB69-B521-DBDD-32A5E7256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143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BDA1-B0FD-5C51-7D5C-E62E99B1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8D1C8-B561-4EB9-C9EC-DE89961B4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037DA-CF7A-3843-FCAF-A38991B9B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B0EA1-700D-054B-9CD8-BCC97B47F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529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66CA-CF9F-79DB-7FA7-36572D8E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64CBE-5692-D44F-2E09-D2AEF37FE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4A98A-390E-098B-7CA5-B3C8B7C7B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F332E-E23B-3C2B-F2B8-6DAEE187A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297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D542-6C45-6134-0968-71F21468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F3BE3-899D-9B38-9C8D-B44406E3B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A97B0-DDCE-4C42-631C-E1651A6A4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FA832-36F3-39F0-143F-D3F2012C0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091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28B7-05EA-B665-6BE4-5A57AEE06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33692-FBAD-02FF-2D5D-22FD47EC4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65BCD-00B3-D1A0-AAF1-6517EC8A6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BF66A-EC14-7799-86AC-93D71C6F7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23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82219-BDC5-4E48-873D-E4A0C69A03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6608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82219-BDC5-4E48-873D-E4A0C69A03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608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CE649-D166-02C9-A2C7-54B11892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68201-EFD5-7530-014D-645207FB9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F0C66-5E4A-0B4B-EA35-656858769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A2079-F7D3-DF41-E897-73B9448EF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82219-BDC5-4E48-873D-E4A0C69A03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844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5E088-D6B0-C2AB-63E2-8DB2A7B4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65F3E-7DC3-6909-7C3A-EB9866BAE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34689-8F28-CA28-A9D2-5C1FE61C5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7691-9896-1E5B-763F-5F862735C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9D6ED-E5D9-499D-92C5-30176EE0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1953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Relationship Id="rId3" Type="http://schemas.microsoft.com/office/2007/relationships/hdphoto" Target="../media/hdphoto1.wdp"/><Relationship Id="rId4" Type="http://schemas.openxmlformats.org/officeDocument/2006/relationships/image" Target="../media/image15.svg"/><Relationship Id="rId5" Type="http://schemas.openxmlformats.org/officeDocument/2006/relationships/image" Target="../media/image16.svg"/><Relationship Id="rId6" Type="http://schemas.openxmlformats.org/officeDocument/2006/relationships/image" Target="../media/image17.svg"/><Relationship Id="rId7" Type="http://schemas.openxmlformats.org/officeDocument/2006/relationships/image" Target="../media/image18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1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9.svg"/><Relationship Id="rId4" Type="http://schemas.openxmlformats.org/officeDocument/2006/relationships/image" Target="../media/image20.svg"/><Relationship Id="rId5" Type="http://schemas.openxmlformats.org/officeDocument/2006/relationships/image" Target="../media/image21.svg"/><Relationship Id="rId6" Type="http://schemas.openxmlformats.org/officeDocument/2006/relationships/image" Target="../media/image22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6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Relationship Id="rId3" Type="http://schemas.microsoft.com/office/2007/relationships/hdphoto" Target="../media/hdphoto1.wdp"/><Relationship Id="rId4" Type="http://schemas.openxmlformats.org/officeDocument/2006/relationships/image" Target="../media/image15.svg"/><Relationship Id="rId5" Type="http://schemas.openxmlformats.org/officeDocument/2006/relationships/image" Target="../media/image16.svg"/><Relationship Id="rId6" Type="http://schemas.openxmlformats.org/officeDocument/2006/relationships/image" Target="../media/image17.svg"/><Relationship Id="rId7" Type="http://schemas.openxmlformats.org/officeDocument/2006/relationships/image" Target="../media/image18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18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9.svg"/><Relationship Id="rId4" Type="http://schemas.openxmlformats.org/officeDocument/2006/relationships/image" Target="../media/image20.svg"/><Relationship Id="rId5" Type="http://schemas.openxmlformats.org/officeDocument/2006/relationships/image" Target="../media/image21.svg"/><Relationship Id="rId6" Type="http://schemas.openxmlformats.org/officeDocument/2006/relationships/image" Target="../media/image22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sho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CF64A-8B3B-504F-B5C7-39CFE3127F8E}"/>
              </a:ext>
            </a:extLst>
          </p:cNvPr>
          <p:cNvSpPr/>
          <p:nvPr userDrawn="1"/>
        </p:nvSpPr>
        <p:spPr>
          <a:xfrm>
            <a:off x="0" y="0"/>
            <a:ext cx="6019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301FD-A329-7547-A9C3-B4AAD4BA22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2541181"/>
            <a:ext cx="5334000" cy="1333314"/>
          </a:xfrm>
        </p:spPr>
        <p:txBody>
          <a:bodyPr anchor="b"/>
          <a:lstStyle>
            <a:lvl1pPr algn="l">
              <a:defRPr sz="4800" b="1" i="0">
                <a:latin typeface="Helvetica" pitchFamily="2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62FB7-6C07-9045-BFA0-EF51B591C4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2200" y="4043899"/>
            <a:ext cx="5334000" cy="3416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Subhead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8A9C0-F0E5-304B-A485-2ED48C253B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315" y="2301378"/>
            <a:ext cx="4081672" cy="225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44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91EAFD-ADE2-1E47-A2F6-05AD2DA06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86EF66-09DD-8440-9D78-F66657822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153005"/>
            <a:ext cx="10820400" cy="830997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AE0FE45-EBDD-BD42-BD3F-5BEBBDFEAB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493600"/>
            <a:ext cx="10820400" cy="3105466"/>
          </a:xfrm>
        </p:spPr>
        <p:txBody>
          <a:bodyPr wrap="square" numCol="3">
            <a:no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 sz="2400"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Agenda Item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4675E-2C96-2047-A63F-CEE5ACE39B4A}"/>
              </a:ext>
            </a:extLst>
          </p:cNvPr>
          <p:cNvCxnSpPr>
            <a:cxnSpLocks/>
          </p:cNvCxnSpPr>
          <p:nvPr userDrawn="1"/>
        </p:nvCxnSpPr>
        <p:spPr>
          <a:xfrm>
            <a:off x="685800" y="2155674"/>
            <a:ext cx="11506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776A5CC-83FC-3A4A-89F0-341A5959EC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709071-9E5F-5443-9CDC-0A0210FAF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203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86EF66-09DD-8440-9D78-F66657822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2056376"/>
            <a:ext cx="10820400" cy="761747"/>
          </a:xfrm>
        </p:spPr>
        <p:txBody>
          <a:bodyPr anchor="t"/>
          <a:lstStyle>
            <a:lvl1pPr algn="l">
              <a:defRPr sz="5500" b="1">
                <a:latin typeface="Helvetica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AE0FE45-EBDD-BD42-BD3F-5BEBBDFEAB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051678"/>
            <a:ext cx="10820400" cy="3416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Subhead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4675E-2C96-2047-A63F-CEE5ACE39B4A}"/>
              </a:ext>
            </a:extLst>
          </p:cNvPr>
          <p:cNvCxnSpPr>
            <a:cxnSpLocks/>
          </p:cNvCxnSpPr>
          <p:nvPr userDrawn="1"/>
        </p:nvCxnSpPr>
        <p:spPr>
          <a:xfrm>
            <a:off x="685800" y="1797415"/>
            <a:ext cx="11506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92F35EF-5A2F-854E-952D-389215A85B9B}"/>
              </a:ext>
            </a:extLst>
          </p:cNvPr>
          <p:cNvSpPr/>
          <p:nvPr userDrawn="1"/>
        </p:nvSpPr>
        <p:spPr>
          <a:xfrm>
            <a:off x="15799319" y="8438933"/>
            <a:ext cx="1876301" cy="341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135BDF0-30A5-2440-9E0E-7F108983C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563BE2-8FFF-AC4D-BAED-1594B2F731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C1ED8CF-05FB-B34F-8BD4-D18F16BB3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 b="1">
                <a:latin typeface="Helvetica" pitchFamily="2" charset="0"/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65A0927F-CF46-6C44-97E5-B4FA7E3285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1488016"/>
            <a:ext cx="10820400" cy="4688947"/>
          </a:xfrm>
        </p:spPr>
        <p:txBody>
          <a:bodyPr/>
          <a:lstStyle>
            <a:lvl1pPr marL="0" indent="0">
              <a:buFontTx/>
              <a:buNone/>
              <a:defRPr>
                <a:latin typeface="Helvetica" pitchFamily="2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EF96910-8079-A54E-8AEF-FB7E3FCE9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25371-2A54-E746-997D-329A070F5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13C33F3-17E6-7A45-B42B-7CA3302B2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9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65A0927F-CF46-6C44-97E5-B4FA7E3285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488016"/>
            <a:ext cx="1082040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EF96910-8079-A54E-8AEF-FB7E3FCE9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25371-2A54-E746-997D-329A070F5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174A58-2366-AB4E-A88C-3002C73E1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62FBA11-5B3F-AE4E-B15C-EE1A41F988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800" y="1488016"/>
            <a:ext cx="533400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F79A3C2-A414-2743-9373-A5862534AE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200" y="1488016"/>
            <a:ext cx="533400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39ECF1-7BFD-BC43-A15D-A71B89D09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D181E4-1B95-5D4E-8CD4-C2EF8D33C6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E4C91AC-2549-CB45-AA4F-B0F101329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5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DEDA0CD-1A2D-754A-8BB2-C93A406A9A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488016"/>
            <a:ext cx="350619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3AC3BF03-F973-5642-9AC7-DCE8D1DAF2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44390" y="1488016"/>
            <a:ext cx="350619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B41F49FA-D9C9-A84E-B13E-97D72500B7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02980" y="1488016"/>
            <a:ext cx="350619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1610D54-37C6-9543-9E16-4019B54E2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923893-2785-F74C-8BAC-DE857C1A44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4F21EC-7DD6-2040-9A6A-44667EABE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4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Text w/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65A0927F-CF46-6C44-97E5-B4FA7E3285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1859280"/>
            <a:ext cx="10820400" cy="431768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6D35F6-4335-004C-A6D0-B8E1583FE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C70F2-C1EA-434F-B156-F9E8E27915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9DBB4A4-EEDA-164B-BBB5-9879AA4A8D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404959"/>
            <a:ext cx="10820400" cy="31316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200" b="1" i="0">
                <a:latin typeface="Helvetica" pitchFamily="2" charset="0"/>
              </a:defRPr>
            </a:lvl1pPr>
            <a:lvl2pPr marL="457200" indent="0">
              <a:buFontTx/>
              <a:buNone/>
              <a:defRPr sz="2400" b="0" i="0">
                <a:latin typeface="Helvetica Neue LT Std 65 Medium" panose="020B0604020202020204" pitchFamily="34" charset="0"/>
              </a:defRPr>
            </a:lvl2pPr>
            <a:lvl3pPr marL="9144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3pPr>
            <a:lvl4pPr marL="13716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4pPr>
            <a:lvl5pPr marL="18288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5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62C252-27A7-A94E-870C-D5A456E55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25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 w/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65A0927F-CF46-6C44-97E5-B4FA7E3285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859280"/>
            <a:ext cx="10820400" cy="43176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6D35F6-4335-004C-A6D0-B8E1583FE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C70F2-C1EA-434F-B156-F9E8E27915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5F86720-D697-8643-B88E-74B7ED247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404959"/>
            <a:ext cx="10820400" cy="31316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200" b="1" i="0">
                <a:latin typeface="Helvetica" pitchFamily="2" charset="0"/>
              </a:defRPr>
            </a:lvl1pPr>
            <a:lvl2pPr marL="457200" indent="0">
              <a:buFontTx/>
              <a:buNone/>
              <a:defRPr sz="2400" b="0" i="0">
                <a:latin typeface="Helvetica Neue LT Std 65 Medium" panose="020B0604020202020204" pitchFamily="34" charset="0"/>
              </a:defRPr>
            </a:lvl2pPr>
            <a:lvl3pPr marL="9144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3pPr>
            <a:lvl4pPr marL="13716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4pPr>
            <a:lvl5pPr marL="18288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5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5BDDAA5-793B-A047-97D9-2B8628C09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54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lets w/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71DB61F3-7D32-6E40-85F5-DB102ADB15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859280"/>
            <a:ext cx="5334000" cy="43176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05F191C7-5BE3-3A41-BE6F-3721BCEA23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200" y="1859280"/>
            <a:ext cx="5334000" cy="43176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F0CA88D-1083-8648-BC82-29181C43C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4E174E-4272-B44B-9035-6C6B6DF71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E623D8-C1D5-5848-BDB5-CCF639F67C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404959"/>
            <a:ext cx="10820400" cy="31316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200" b="1" i="0">
                <a:latin typeface="Helvetica" pitchFamily="2" charset="0"/>
              </a:defRPr>
            </a:lvl1pPr>
            <a:lvl2pPr marL="457200" indent="0">
              <a:buFontTx/>
              <a:buNone/>
              <a:defRPr sz="2400" b="0" i="0">
                <a:latin typeface="Helvetica Neue LT Std 65 Medium" panose="020B0604020202020204" pitchFamily="34" charset="0"/>
              </a:defRPr>
            </a:lvl2pPr>
            <a:lvl3pPr marL="9144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3pPr>
            <a:lvl4pPr marL="13716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4pPr>
            <a:lvl5pPr marL="18288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5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7A1153E-C39E-8446-8952-E2A74BCBF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4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lets w/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5EB2494D-A726-3447-967A-C07B28B903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859280"/>
            <a:ext cx="3506190" cy="43176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6DD0C962-3A30-434A-A9C2-CB9DCA9718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44390" y="1859280"/>
            <a:ext cx="3506190" cy="43176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D20BCD5F-DD46-6140-8CE4-98D07C131A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02980" y="1859280"/>
            <a:ext cx="3506190" cy="43176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83F6FB7-2D3A-9147-BEFE-35B25DC25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35BC60-8128-744E-946F-B6C98417E1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D32EAD-129C-3847-8D60-7409CC3908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404959"/>
            <a:ext cx="10820400" cy="31316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200" b="1" i="0">
                <a:latin typeface="Helvetica" pitchFamily="2" charset="0"/>
              </a:defRPr>
            </a:lvl1pPr>
            <a:lvl2pPr marL="457200" indent="0">
              <a:buFontTx/>
              <a:buNone/>
              <a:defRPr sz="2400" b="0" i="0">
                <a:latin typeface="Helvetica Neue LT Std 65 Medium" panose="020B0604020202020204" pitchFamily="34" charset="0"/>
              </a:defRPr>
            </a:lvl2pPr>
            <a:lvl3pPr marL="9144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3pPr>
            <a:lvl4pPr marL="13716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4pPr>
            <a:lvl5pPr marL="1828800" indent="0">
              <a:buFontTx/>
              <a:buNone/>
              <a:defRPr sz="1600" b="0" i="0">
                <a:latin typeface="Helvetica Neue LT Std 65 Medium" panose="020B0604020202020204" pitchFamily="34" charset="0"/>
              </a:defRPr>
            </a:lvl5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47311D1-680A-E341-A139-499A7E49D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885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65A0927F-CF46-6C44-97E5-B4FA7E3285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488016"/>
            <a:ext cx="533400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AE34D6-8CB7-0E43-B1E1-06F0DCE3BE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72202" y="1488016"/>
            <a:ext cx="5333998" cy="4688947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053A37-49D5-2940-A05A-A0E1B8777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DE1A9E-8715-CF4E-9B8F-5970CCF66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75C2077-06FB-7C4A-A1E0-2517B0BA4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822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DEDA0CD-1A2D-754A-8BB2-C93A406A9A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488016"/>
            <a:ext cx="262890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E61B989-E6C6-B842-8076-50F1BC5D3A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67100" y="1488016"/>
            <a:ext cx="8039100" cy="4688947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9867DC-C77A-6340-83BD-FB8E182F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AF5348-0B3D-0F4C-9FAA-4E6A4C784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8F1B14-7358-B643-B543-320378160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957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DEDA0CD-1A2D-754A-8BB2-C93A406A9A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488016"/>
            <a:ext cx="2628900" cy="4688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E61B989-E6C6-B842-8076-50F1BC5D3A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78974" y="1488017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DB75D27-5B5E-CF40-8C1B-7DD4C0E4C67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84075" y="1488017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D3B7D20-502B-4F41-A388-18C55F480F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889176" y="1488017"/>
            <a:ext cx="2617024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A11E85A-9350-0849-A14D-F78B45F513B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78974" y="3907614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4CD2C1C0-2AF7-1247-B744-120FC038ED4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075" y="3907614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49DBE702-1B66-5B40-8F93-82EE59F958E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89176" y="3907614"/>
            <a:ext cx="2617024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4B0B1C6-5E43-4E49-B03B-95364417C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2B9343-7549-384B-8876-15D211296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1FA51BA-0B51-0748-8A74-E0CC38BD7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987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DEA95D6-E60F-BF49-98FD-E91EED5A073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78974" y="1488017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DBC5DE9F-20A5-E641-B085-1E8BAFDF22D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84075" y="1488017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F8FF3E30-F995-164B-8119-2768992A6B7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889176" y="1488017"/>
            <a:ext cx="2617024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05A832FF-FBFE-6E4D-A0B0-B9CC2B1ABCE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78974" y="3907614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CAFBDC3-42C7-964E-8459-95B0A9ADE39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84075" y="3907614"/>
            <a:ext cx="25408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85793B3-AA2F-8A45-8FA9-3B3B2653AB8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89176" y="3907614"/>
            <a:ext cx="2617024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E7FB4965-C98F-8249-AF1A-25BEA31AB5A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88273" y="1488017"/>
            <a:ext cx="26264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22E560CA-A873-3345-8BC5-1562876DD70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88273" y="3907614"/>
            <a:ext cx="2626425" cy="2264586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59C7268-C9BC-DB48-8D9B-A224864AC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9E03A9-A6FB-7242-9AA3-616D353636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0A4D770-C910-B740-AC04-DF812C656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07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5DDB8AB-1DAC-C64C-8D88-81149CA7F7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88273" y="1488017"/>
            <a:ext cx="10815454" cy="4402144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065F3-43AB-FD45-B35D-29672A5023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800" y="6037049"/>
            <a:ext cx="10815454" cy="213520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DD84DBD-477E-E64B-9E1E-220B17C17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9556DF-506D-AA47-8A0C-1E9767D048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38A2CC-7CB6-4C47-8E35-3DE8B292C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05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5DDB8AB-1DAC-C64C-8D88-81149CA7F7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88273" y="1488017"/>
            <a:ext cx="5331527" cy="4402144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065F3-43AB-FD45-B35D-29672A5023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800" y="6037049"/>
            <a:ext cx="5331527" cy="213520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1D99CC1-78CB-804B-8C5C-148CCA0D86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6550" y="1488017"/>
            <a:ext cx="5331527" cy="4402144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CAFB1F3-4096-2A41-9011-A516789E11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077" y="6037049"/>
            <a:ext cx="5331527" cy="213520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38F70F2-21B0-C444-ADE8-325F12594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3120F7-E498-5046-80E3-218551F7D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09F058-4262-084F-9263-A8FB40A45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319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4808-F86D-A14B-B88E-D7C64392F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1258"/>
            <a:ext cx="10820400" cy="484748"/>
          </a:xfrm>
        </p:spPr>
        <p:txBody>
          <a:bodyPr/>
          <a:lstStyle>
            <a:lvl1pPr>
              <a:defRPr sz="35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5DDB8AB-1DAC-C64C-8D88-81149CA7F75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88273" y="1488017"/>
            <a:ext cx="3503717" cy="4402144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065F3-43AB-FD45-B35D-29672A5023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800" y="6037049"/>
            <a:ext cx="3503717" cy="213520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A22C2D9-ED54-864B-965E-E275D5A81AE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02485" y="1488017"/>
            <a:ext cx="3503717" cy="4402144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5C52309-DADF-5A4B-809E-5A755E7BE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00012" y="6037049"/>
            <a:ext cx="3503717" cy="213520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E6EF172D-76D6-5B42-AA8F-095A35D057D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45379" y="1488017"/>
            <a:ext cx="3503717" cy="4402144"/>
          </a:xfrm>
        </p:spPr>
        <p:txBody>
          <a:bodyPr anchor="ctr"/>
          <a:lstStyle>
            <a:lvl1pPr marL="0" indent="0" algn="ctr">
              <a:buFontTx/>
              <a:buNone/>
              <a:defRPr i="1">
                <a:solidFill>
                  <a:schemeClr val="accent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(Drag picture here)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5DCF0B-AD97-3B46-A361-BC92F271219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42906" y="6037049"/>
            <a:ext cx="3503717" cy="213520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500"/>
            </a:lvl1pPr>
          </a:lstStyle>
          <a:p>
            <a:pPr lvl="0"/>
            <a:r>
              <a:rPr lang="en-US" dirty="0"/>
              <a:t>Image Caption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2E9EDCF3-ED41-F54C-ADF1-63C0569F9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3F4FE2-2FBC-AF49-8B3B-85F5B8215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A2C006B-3044-4F4F-9869-4ABE6B228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75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10E76-F07F-8B4D-8D33-CC0FCE077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3CBDC-762C-3140-8778-A9DB78B89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BF9635-5CED-8F48-9E04-D62DA0ADD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45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86EF66-09DD-8440-9D78-F66657822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2056376"/>
            <a:ext cx="10820400" cy="761747"/>
          </a:xfrm>
        </p:spPr>
        <p:txBody>
          <a:bodyPr anchor="t"/>
          <a:lstStyle>
            <a:lvl1pPr algn="l">
              <a:defRPr sz="550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4675E-2C96-2047-A63F-CEE5ACE39B4A}"/>
              </a:ext>
            </a:extLst>
          </p:cNvPr>
          <p:cNvCxnSpPr>
            <a:cxnSpLocks/>
          </p:cNvCxnSpPr>
          <p:nvPr userDrawn="1"/>
        </p:nvCxnSpPr>
        <p:spPr>
          <a:xfrm>
            <a:off x="685800" y="1797415"/>
            <a:ext cx="11506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92F35EF-5A2F-854E-952D-389215A85B9B}"/>
              </a:ext>
            </a:extLst>
          </p:cNvPr>
          <p:cNvSpPr/>
          <p:nvPr userDrawn="1"/>
        </p:nvSpPr>
        <p:spPr>
          <a:xfrm>
            <a:off x="15799319" y="8438933"/>
            <a:ext cx="1876301" cy="341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135BDF0-30A5-2440-9E0E-7F108983C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 Neue LT Std 55 Roman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563BE2-8FFF-AC4D-BAED-1594B2F731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490709"/>
            <a:ext cx="117475" cy="7722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8B9B371-7650-AB4D-9930-481E2CC20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53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E01F-08C1-4A9C-8F8D-37E01290A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859B0-683E-48AC-8B98-0583EA3DF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500E-2938-4923-87BA-6251B31D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7D1CC-B159-4E90-BE02-7E2E3E18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55304-B22F-495C-88F3-12C5E281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5948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3B53-C09A-45F5-9EEA-AC08E907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775AC-3078-4270-974D-A14697706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606D-BF20-4C4C-A742-322B9EDC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3624-2221-43F7-98E0-3F68B38E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E2BE-3A73-4E1A-BBA3-C4B2FFF5D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347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F44E-1BAC-4A92-96F1-97BAA37B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834B5-F7E1-4878-9299-82E4FFCFD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6E3B3-8590-49AA-B04D-DAA96D9D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8971D-347F-4A7C-83BB-DCD90EE8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74485-3E45-41E9-A04D-95E39552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361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2D08-F5FD-475D-96A6-66CB16FE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6E3EC-C4E3-4A15-A787-F7DB1A384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5BD68-4865-454C-9E2B-78E450952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0FD71-160C-4AF9-AB51-E4E34783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11F46-7D91-48F5-B206-68C7DED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BEB7B-1A6F-43B9-B00E-AA62CEE2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4724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7D12-6CBC-4811-9F73-FB3F0821B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8F34-E20B-4C14-ACFB-D20B05A53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DDFD9-E2CE-489E-BB94-353C4002E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CC6A-BF56-4238-A22A-B12868B9F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9D0E8-445F-4B4C-A30E-93F2E3D05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FCE85B-241D-4FAA-A581-CCABE192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08DC0-063A-4831-B434-7AF63801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D1B4A-E9EA-4243-AEC6-9F82E0A9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42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0117-357D-4CE9-8CF9-A7A397A5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8D398-21EC-4296-95E7-04E72DED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8FBBB-7914-4478-A8BD-9B7FD9DF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C50A5-76E7-401C-B963-BF2EB2E6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3835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855E2-5ADE-4842-AB5F-A69A3DE4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27738-72DF-491F-865A-8759A254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B0CC2-0A0D-4C37-A1FA-C55C64D5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191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7B57-EC50-48A9-BC0E-53E924C0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AF23-3A46-4E1E-B72B-ED2C21A4A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7A3FD-29B1-4CB5-9AEC-5CB87BA14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CD007-AD53-4814-B000-1C1AFB61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85CCE-46B8-4535-8D82-8AC19C06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C16AC-34C4-4519-8EC4-49B79FE0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55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B846-EAA2-42DF-8729-B7BF9345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C0B89A-4CC5-45FB-AA16-318B94D0A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F84CA-0FB5-4B79-8FBD-D80F02D7F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5AF13-22FE-42C6-ABD3-1929CDC2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306D8-1B7A-4856-ADBE-B6F90309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8BB1B-8CA3-469D-A62B-7DC7BC31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372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CF60-0E88-4C08-A354-67C9B5A9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8F8EE-A829-4139-9711-0AA314156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24B8C-E701-483C-BB7E-C563D35B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91D40-ED56-4C39-B03C-1F54AEEE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1B33F-06A4-4692-B279-30E0812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9847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083EE-E295-4618-9B18-80F9A8606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1F4B7-4DB1-442A-8E3A-F1AA4EEB4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2B3D-577D-474B-945B-EE39B4B6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F9BA8-70B2-4017-A570-1054A48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6434B-734C-4271-BD48-631377DC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9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943476" y="2833348"/>
            <a:ext cx="2305048" cy="2339972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9875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651000" y="1447226"/>
            <a:ext cx="2583101" cy="2490348"/>
          </a:xfrm>
          <a:custGeom>
            <a:avLst/>
            <a:gdLst>
              <a:gd name="connsiteX0" fmla="*/ 1245175 w 2490349"/>
              <a:gd name="connsiteY0" fmla="*/ 0 h 2490348"/>
              <a:gd name="connsiteX1" fmla="*/ 1352596 w 2490349"/>
              <a:gd name="connsiteY1" fmla="*/ 44495 h 2490348"/>
              <a:gd name="connsiteX2" fmla="*/ 2445854 w 2490349"/>
              <a:gd name="connsiteY2" fmla="*/ 1137753 h 2490348"/>
              <a:gd name="connsiteX3" fmla="*/ 2445854 w 2490349"/>
              <a:gd name="connsiteY3" fmla="*/ 1352595 h 2490348"/>
              <a:gd name="connsiteX4" fmla="*/ 1352596 w 2490349"/>
              <a:gd name="connsiteY4" fmla="*/ 2445853 h 2490348"/>
              <a:gd name="connsiteX5" fmla="*/ 1137754 w 2490349"/>
              <a:gd name="connsiteY5" fmla="*/ 2445853 h 2490348"/>
              <a:gd name="connsiteX6" fmla="*/ 44496 w 2490349"/>
              <a:gd name="connsiteY6" fmla="*/ 1352595 h 2490348"/>
              <a:gd name="connsiteX7" fmla="*/ 44496 w 2490349"/>
              <a:gd name="connsiteY7" fmla="*/ 1137753 h 2490348"/>
              <a:gd name="connsiteX8" fmla="*/ 1137754 w 2490349"/>
              <a:gd name="connsiteY8" fmla="*/ 44495 h 2490348"/>
              <a:gd name="connsiteX9" fmla="*/ 1245175 w 2490349"/>
              <a:gd name="connsiteY9" fmla="*/ 0 h 249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0349" h="2490348">
                <a:moveTo>
                  <a:pt x="1245175" y="0"/>
                </a:moveTo>
                <a:cubicBezTo>
                  <a:pt x="1284054" y="0"/>
                  <a:pt x="1322932" y="14832"/>
                  <a:pt x="1352596" y="44495"/>
                </a:cubicBezTo>
                <a:lnTo>
                  <a:pt x="2445854" y="1137753"/>
                </a:lnTo>
                <a:cubicBezTo>
                  <a:pt x="2505181" y="1197080"/>
                  <a:pt x="2505181" y="1293268"/>
                  <a:pt x="2445854" y="1352595"/>
                </a:cubicBezTo>
                <a:lnTo>
                  <a:pt x="1352596" y="2445853"/>
                </a:lnTo>
                <a:cubicBezTo>
                  <a:pt x="1293269" y="2505180"/>
                  <a:pt x="1197081" y="2505180"/>
                  <a:pt x="1137754" y="2445853"/>
                </a:cubicBezTo>
                <a:lnTo>
                  <a:pt x="44496" y="1352595"/>
                </a:lnTo>
                <a:cubicBezTo>
                  <a:pt x="-14831" y="1293268"/>
                  <a:pt x="-14831" y="1197080"/>
                  <a:pt x="44496" y="1137753"/>
                </a:cubicBezTo>
                <a:lnTo>
                  <a:pt x="1137754" y="44495"/>
                </a:lnTo>
                <a:cubicBezTo>
                  <a:pt x="1167418" y="14832"/>
                  <a:pt x="1206296" y="0"/>
                  <a:pt x="12451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7957901" y="1447228"/>
            <a:ext cx="2481499" cy="2490348"/>
          </a:xfrm>
          <a:custGeom>
            <a:avLst/>
            <a:gdLst>
              <a:gd name="connsiteX0" fmla="*/ 1245174 w 2490348"/>
              <a:gd name="connsiteY0" fmla="*/ 0 h 2490348"/>
              <a:gd name="connsiteX1" fmla="*/ 1352595 w 2490348"/>
              <a:gd name="connsiteY1" fmla="*/ 44495 h 2490348"/>
              <a:gd name="connsiteX2" fmla="*/ 2445853 w 2490348"/>
              <a:gd name="connsiteY2" fmla="*/ 1137753 h 2490348"/>
              <a:gd name="connsiteX3" fmla="*/ 2445853 w 2490348"/>
              <a:gd name="connsiteY3" fmla="*/ 1352595 h 2490348"/>
              <a:gd name="connsiteX4" fmla="*/ 1352595 w 2490348"/>
              <a:gd name="connsiteY4" fmla="*/ 2445853 h 2490348"/>
              <a:gd name="connsiteX5" fmla="*/ 1137753 w 2490348"/>
              <a:gd name="connsiteY5" fmla="*/ 2445853 h 2490348"/>
              <a:gd name="connsiteX6" fmla="*/ 44496 w 2490348"/>
              <a:gd name="connsiteY6" fmla="*/ 1352595 h 2490348"/>
              <a:gd name="connsiteX7" fmla="*/ 44496 w 2490348"/>
              <a:gd name="connsiteY7" fmla="*/ 1137753 h 2490348"/>
              <a:gd name="connsiteX8" fmla="*/ 1137753 w 2490348"/>
              <a:gd name="connsiteY8" fmla="*/ 44495 h 2490348"/>
              <a:gd name="connsiteX9" fmla="*/ 1245174 w 2490348"/>
              <a:gd name="connsiteY9" fmla="*/ 0 h 249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0348" h="2490348">
                <a:moveTo>
                  <a:pt x="1245174" y="0"/>
                </a:moveTo>
                <a:cubicBezTo>
                  <a:pt x="1284053" y="0"/>
                  <a:pt x="1322932" y="14832"/>
                  <a:pt x="1352595" y="44495"/>
                </a:cubicBezTo>
                <a:lnTo>
                  <a:pt x="2445853" y="1137753"/>
                </a:lnTo>
                <a:cubicBezTo>
                  <a:pt x="2505180" y="1197080"/>
                  <a:pt x="2505180" y="1293268"/>
                  <a:pt x="2445853" y="1352595"/>
                </a:cubicBezTo>
                <a:lnTo>
                  <a:pt x="1352595" y="2445853"/>
                </a:lnTo>
                <a:cubicBezTo>
                  <a:pt x="1293268" y="2505180"/>
                  <a:pt x="1197080" y="2505180"/>
                  <a:pt x="1137753" y="2445853"/>
                </a:cubicBezTo>
                <a:lnTo>
                  <a:pt x="44496" y="1352595"/>
                </a:lnTo>
                <a:cubicBezTo>
                  <a:pt x="-14831" y="1293268"/>
                  <a:pt x="-14831" y="1197080"/>
                  <a:pt x="44496" y="1137753"/>
                </a:cubicBezTo>
                <a:lnTo>
                  <a:pt x="1137753" y="44495"/>
                </a:lnTo>
                <a:cubicBezTo>
                  <a:pt x="1167417" y="14832"/>
                  <a:pt x="1206296" y="0"/>
                  <a:pt x="124517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55251" y="1447228"/>
            <a:ext cx="2481499" cy="2490348"/>
          </a:xfrm>
          <a:custGeom>
            <a:avLst/>
            <a:gdLst>
              <a:gd name="connsiteX0" fmla="*/ 1245174 w 2490348"/>
              <a:gd name="connsiteY0" fmla="*/ 0 h 2490348"/>
              <a:gd name="connsiteX1" fmla="*/ 1352595 w 2490348"/>
              <a:gd name="connsiteY1" fmla="*/ 44495 h 2490348"/>
              <a:gd name="connsiteX2" fmla="*/ 2445853 w 2490348"/>
              <a:gd name="connsiteY2" fmla="*/ 1137753 h 2490348"/>
              <a:gd name="connsiteX3" fmla="*/ 2445853 w 2490348"/>
              <a:gd name="connsiteY3" fmla="*/ 1352595 h 2490348"/>
              <a:gd name="connsiteX4" fmla="*/ 1352595 w 2490348"/>
              <a:gd name="connsiteY4" fmla="*/ 2445853 h 2490348"/>
              <a:gd name="connsiteX5" fmla="*/ 1137753 w 2490348"/>
              <a:gd name="connsiteY5" fmla="*/ 2445853 h 2490348"/>
              <a:gd name="connsiteX6" fmla="*/ 44496 w 2490348"/>
              <a:gd name="connsiteY6" fmla="*/ 1352595 h 2490348"/>
              <a:gd name="connsiteX7" fmla="*/ 44496 w 2490348"/>
              <a:gd name="connsiteY7" fmla="*/ 1137753 h 2490348"/>
              <a:gd name="connsiteX8" fmla="*/ 1137753 w 2490348"/>
              <a:gd name="connsiteY8" fmla="*/ 44495 h 2490348"/>
              <a:gd name="connsiteX9" fmla="*/ 1245174 w 2490348"/>
              <a:gd name="connsiteY9" fmla="*/ 0 h 249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0348" h="2490348">
                <a:moveTo>
                  <a:pt x="1245174" y="0"/>
                </a:moveTo>
                <a:cubicBezTo>
                  <a:pt x="1284053" y="0"/>
                  <a:pt x="1322932" y="14832"/>
                  <a:pt x="1352595" y="44495"/>
                </a:cubicBezTo>
                <a:lnTo>
                  <a:pt x="2445853" y="1137753"/>
                </a:lnTo>
                <a:cubicBezTo>
                  <a:pt x="2505180" y="1197080"/>
                  <a:pt x="2505180" y="1293268"/>
                  <a:pt x="2445853" y="1352595"/>
                </a:cubicBezTo>
                <a:lnTo>
                  <a:pt x="1352595" y="2445853"/>
                </a:lnTo>
                <a:cubicBezTo>
                  <a:pt x="1293268" y="2505180"/>
                  <a:pt x="1197080" y="2505180"/>
                  <a:pt x="1137753" y="2445853"/>
                </a:cubicBezTo>
                <a:lnTo>
                  <a:pt x="44496" y="1352595"/>
                </a:lnTo>
                <a:cubicBezTo>
                  <a:pt x="-14831" y="1293268"/>
                  <a:pt x="-14831" y="1197080"/>
                  <a:pt x="44496" y="1137753"/>
                </a:cubicBezTo>
                <a:lnTo>
                  <a:pt x="1137753" y="44495"/>
                </a:lnTo>
                <a:cubicBezTo>
                  <a:pt x="1167417" y="14832"/>
                  <a:pt x="1206296" y="0"/>
                  <a:pt x="124517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7135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 userDrawn="1"/>
        </p:nvSpPr>
        <p:spPr>
          <a:xfrm>
            <a:off x="8610724" y="873962"/>
            <a:ext cx="1582846" cy="1582846"/>
          </a:xfrm>
          <a:prstGeom prst="ellipse">
            <a:avLst/>
          </a:prstGeom>
          <a:solidFill>
            <a:srgbClr val="78685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8610723" y="905741"/>
            <a:ext cx="1582848" cy="1519288"/>
          </a:xfrm>
          <a:custGeom>
            <a:avLst/>
            <a:gdLst>
              <a:gd name="connsiteX0" fmla="*/ 772523 w 1545046"/>
              <a:gd name="connsiteY0" fmla="*/ 0 h 1545046"/>
              <a:gd name="connsiteX1" fmla="*/ 849908 w 1545046"/>
              <a:gd name="connsiteY1" fmla="*/ 32054 h 1545046"/>
              <a:gd name="connsiteX2" fmla="*/ 1512992 w 1545046"/>
              <a:gd name="connsiteY2" fmla="*/ 695139 h 1545046"/>
              <a:gd name="connsiteX3" fmla="*/ 1512992 w 1545046"/>
              <a:gd name="connsiteY3" fmla="*/ 849909 h 1545046"/>
              <a:gd name="connsiteX4" fmla="*/ 849909 w 1545046"/>
              <a:gd name="connsiteY4" fmla="*/ 1512993 h 1545046"/>
              <a:gd name="connsiteX5" fmla="*/ 695139 w 1545046"/>
              <a:gd name="connsiteY5" fmla="*/ 1512993 h 1545046"/>
              <a:gd name="connsiteX6" fmla="*/ 32054 w 1545046"/>
              <a:gd name="connsiteY6" fmla="*/ 849907 h 1545046"/>
              <a:gd name="connsiteX7" fmla="*/ 32054 w 1545046"/>
              <a:gd name="connsiteY7" fmla="*/ 695137 h 1545046"/>
              <a:gd name="connsiteX8" fmla="*/ 695137 w 1545046"/>
              <a:gd name="connsiteY8" fmla="*/ 32054 h 1545046"/>
              <a:gd name="connsiteX9" fmla="*/ 772523 w 1545046"/>
              <a:gd name="connsiteY9" fmla="*/ 0 h 154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5046" h="1545046">
                <a:moveTo>
                  <a:pt x="772523" y="0"/>
                </a:moveTo>
                <a:cubicBezTo>
                  <a:pt x="800531" y="0"/>
                  <a:pt x="828538" y="10684"/>
                  <a:pt x="849908" y="32054"/>
                </a:cubicBezTo>
                <a:lnTo>
                  <a:pt x="1512992" y="695139"/>
                </a:lnTo>
                <a:cubicBezTo>
                  <a:pt x="1555731" y="737877"/>
                  <a:pt x="1555731" y="807171"/>
                  <a:pt x="1512992" y="849909"/>
                </a:cubicBezTo>
                <a:lnTo>
                  <a:pt x="849909" y="1512993"/>
                </a:lnTo>
                <a:cubicBezTo>
                  <a:pt x="807171" y="1555731"/>
                  <a:pt x="737877" y="1555731"/>
                  <a:pt x="695139" y="1512993"/>
                </a:cubicBezTo>
                <a:lnTo>
                  <a:pt x="32054" y="849907"/>
                </a:lnTo>
                <a:cubicBezTo>
                  <a:pt x="-10684" y="807169"/>
                  <a:pt x="-10684" y="737876"/>
                  <a:pt x="32054" y="695137"/>
                </a:cubicBezTo>
                <a:lnTo>
                  <a:pt x="695137" y="32054"/>
                </a:lnTo>
                <a:cubicBezTo>
                  <a:pt x="716507" y="10684"/>
                  <a:pt x="744515" y="0"/>
                  <a:pt x="7725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2024862" y="873962"/>
            <a:ext cx="1582846" cy="1582846"/>
          </a:xfrm>
          <a:prstGeom prst="ellipse">
            <a:avLst/>
          </a:prstGeom>
          <a:solidFill>
            <a:srgbClr val="C2B5A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 userDrawn="1"/>
        </p:nvSpPr>
        <p:spPr>
          <a:xfrm>
            <a:off x="4220149" y="873962"/>
            <a:ext cx="1582846" cy="1582846"/>
          </a:xfrm>
          <a:prstGeom prst="ellipse">
            <a:avLst/>
          </a:prstGeom>
          <a:solidFill>
            <a:srgbClr val="AD9C8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6415436" y="873962"/>
            <a:ext cx="1582846" cy="1582846"/>
          </a:xfrm>
          <a:prstGeom prst="ellipse">
            <a:avLst/>
          </a:prstGeom>
          <a:solidFill>
            <a:srgbClr val="96816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415435" y="905741"/>
            <a:ext cx="1582848" cy="1519288"/>
          </a:xfrm>
          <a:custGeom>
            <a:avLst/>
            <a:gdLst>
              <a:gd name="connsiteX0" fmla="*/ 772523 w 1545046"/>
              <a:gd name="connsiteY0" fmla="*/ 0 h 1545046"/>
              <a:gd name="connsiteX1" fmla="*/ 849908 w 1545046"/>
              <a:gd name="connsiteY1" fmla="*/ 32054 h 1545046"/>
              <a:gd name="connsiteX2" fmla="*/ 1512992 w 1545046"/>
              <a:gd name="connsiteY2" fmla="*/ 695139 h 1545046"/>
              <a:gd name="connsiteX3" fmla="*/ 1512992 w 1545046"/>
              <a:gd name="connsiteY3" fmla="*/ 849909 h 1545046"/>
              <a:gd name="connsiteX4" fmla="*/ 849909 w 1545046"/>
              <a:gd name="connsiteY4" fmla="*/ 1512993 h 1545046"/>
              <a:gd name="connsiteX5" fmla="*/ 695139 w 1545046"/>
              <a:gd name="connsiteY5" fmla="*/ 1512993 h 1545046"/>
              <a:gd name="connsiteX6" fmla="*/ 32054 w 1545046"/>
              <a:gd name="connsiteY6" fmla="*/ 849907 h 1545046"/>
              <a:gd name="connsiteX7" fmla="*/ 32054 w 1545046"/>
              <a:gd name="connsiteY7" fmla="*/ 695137 h 1545046"/>
              <a:gd name="connsiteX8" fmla="*/ 695137 w 1545046"/>
              <a:gd name="connsiteY8" fmla="*/ 32054 h 1545046"/>
              <a:gd name="connsiteX9" fmla="*/ 772523 w 1545046"/>
              <a:gd name="connsiteY9" fmla="*/ 0 h 154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5046" h="1545046">
                <a:moveTo>
                  <a:pt x="772523" y="0"/>
                </a:moveTo>
                <a:cubicBezTo>
                  <a:pt x="800531" y="0"/>
                  <a:pt x="828538" y="10684"/>
                  <a:pt x="849908" y="32054"/>
                </a:cubicBezTo>
                <a:lnTo>
                  <a:pt x="1512992" y="695139"/>
                </a:lnTo>
                <a:cubicBezTo>
                  <a:pt x="1555731" y="737877"/>
                  <a:pt x="1555731" y="807171"/>
                  <a:pt x="1512992" y="849909"/>
                </a:cubicBezTo>
                <a:lnTo>
                  <a:pt x="849909" y="1512993"/>
                </a:lnTo>
                <a:cubicBezTo>
                  <a:pt x="807171" y="1555731"/>
                  <a:pt x="737877" y="1555731"/>
                  <a:pt x="695139" y="1512993"/>
                </a:cubicBezTo>
                <a:lnTo>
                  <a:pt x="32054" y="849907"/>
                </a:lnTo>
                <a:cubicBezTo>
                  <a:pt x="-10684" y="807169"/>
                  <a:pt x="-10684" y="737876"/>
                  <a:pt x="32054" y="695137"/>
                </a:cubicBezTo>
                <a:lnTo>
                  <a:pt x="695137" y="32054"/>
                </a:lnTo>
                <a:cubicBezTo>
                  <a:pt x="716507" y="10684"/>
                  <a:pt x="744515" y="0"/>
                  <a:pt x="7725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4220145" y="905741"/>
            <a:ext cx="1582848" cy="1519288"/>
          </a:xfrm>
          <a:custGeom>
            <a:avLst/>
            <a:gdLst>
              <a:gd name="connsiteX0" fmla="*/ 772523 w 1545046"/>
              <a:gd name="connsiteY0" fmla="*/ 0 h 1545046"/>
              <a:gd name="connsiteX1" fmla="*/ 849908 w 1545046"/>
              <a:gd name="connsiteY1" fmla="*/ 32054 h 1545046"/>
              <a:gd name="connsiteX2" fmla="*/ 1512992 w 1545046"/>
              <a:gd name="connsiteY2" fmla="*/ 695139 h 1545046"/>
              <a:gd name="connsiteX3" fmla="*/ 1512992 w 1545046"/>
              <a:gd name="connsiteY3" fmla="*/ 849909 h 1545046"/>
              <a:gd name="connsiteX4" fmla="*/ 849909 w 1545046"/>
              <a:gd name="connsiteY4" fmla="*/ 1512993 h 1545046"/>
              <a:gd name="connsiteX5" fmla="*/ 695139 w 1545046"/>
              <a:gd name="connsiteY5" fmla="*/ 1512993 h 1545046"/>
              <a:gd name="connsiteX6" fmla="*/ 32054 w 1545046"/>
              <a:gd name="connsiteY6" fmla="*/ 849907 h 1545046"/>
              <a:gd name="connsiteX7" fmla="*/ 32054 w 1545046"/>
              <a:gd name="connsiteY7" fmla="*/ 695137 h 1545046"/>
              <a:gd name="connsiteX8" fmla="*/ 695137 w 1545046"/>
              <a:gd name="connsiteY8" fmla="*/ 32054 h 1545046"/>
              <a:gd name="connsiteX9" fmla="*/ 772523 w 1545046"/>
              <a:gd name="connsiteY9" fmla="*/ 0 h 154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5046" h="1545046">
                <a:moveTo>
                  <a:pt x="772523" y="0"/>
                </a:moveTo>
                <a:cubicBezTo>
                  <a:pt x="800531" y="0"/>
                  <a:pt x="828538" y="10684"/>
                  <a:pt x="849908" y="32054"/>
                </a:cubicBezTo>
                <a:lnTo>
                  <a:pt x="1512992" y="695139"/>
                </a:lnTo>
                <a:cubicBezTo>
                  <a:pt x="1555731" y="737877"/>
                  <a:pt x="1555731" y="807171"/>
                  <a:pt x="1512992" y="849909"/>
                </a:cubicBezTo>
                <a:lnTo>
                  <a:pt x="849909" y="1512993"/>
                </a:lnTo>
                <a:cubicBezTo>
                  <a:pt x="807171" y="1555731"/>
                  <a:pt x="737877" y="1555731"/>
                  <a:pt x="695139" y="1512993"/>
                </a:cubicBezTo>
                <a:lnTo>
                  <a:pt x="32054" y="849907"/>
                </a:lnTo>
                <a:cubicBezTo>
                  <a:pt x="-10684" y="807169"/>
                  <a:pt x="-10684" y="737876"/>
                  <a:pt x="32054" y="695137"/>
                </a:cubicBezTo>
                <a:lnTo>
                  <a:pt x="695137" y="32054"/>
                </a:lnTo>
                <a:cubicBezTo>
                  <a:pt x="716507" y="10684"/>
                  <a:pt x="744515" y="0"/>
                  <a:pt x="7725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2024855" y="905741"/>
            <a:ext cx="1582848" cy="1519288"/>
          </a:xfrm>
          <a:custGeom>
            <a:avLst/>
            <a:gdLst>
              <a:gd name="connsiteX0" fmla="*/ 772523 w 1545046"/>
              <a:gd name="connsiteY0" fmla="*/ 0 h 1545046"/>
              <a:gd name="connsiteX1" fmla="*/ 849908 w 1545046"/>
              <a:gd name="connsiteY1" fmla="*/ 32054 h 1545046"/>
              <a:gd name="connsiteX2" fmla="*/ 1512992 w 1545046"/>
              <a:gd name="connsiteY2" fmla="*/ 695139 h 1545046"/>
              <a:gd name="connsiteX3" fmla="*/ 1512992 w 1545046"/>
              <a:gd name="connsiteY3" fmla="*/ 849909 h 1545046"/>
              <a:gd name="connsiteX4" fmla="*/ 849909 w 1545046"/>
              <a:gd name="connsiteY4" fmla="*/ 1512993 h 1545046"/>
              <a:gd name="connsiteX5" fmla="*/ 695139 w 1545046"/>
              <a:gd name="connsiteY5" fmla="*/ 1512993 h 1545046"/>
              <a:gd name="connsiteX6" fmla="*/ 32054 w 1545046"/>
              <a:gd name="connsiteY6" fmla="*/ 849907 h 1545046"/>
              <a:gd name="connsiteX7" fmla="*/ 32054 w 1545046"/>
              <a:gd name="connsiteY7" fmla="*/ 695137 h 1545046"/>
              <a:gd name="connsiteX8" fmla="*/ 695137 w 1545046"/>
              <a:gd name="connsiteY8" fmla="*/ 32054 h 1545046"/>
              <a:gd name="connsiteX9" fmla="*/ 772523 w 1545046"/>
              <a:gd name="connsiteY9" fmla="*/ 0 h 154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5046" h="1545046">
                <a:moveTo>
                  <a:pt x="772523" y="0"/>
                </a:moveTo>
                <a:cubicBezTo>
                  <a:pt x="800531" y="0"/>
                  <a:pt x="828538" y="10684"/>
                  <a:pt x="849908" y="32054"/>
                </a:cubicBezTo>
                <a:lnTo>
                  <a:pt x="1512992" y="695139"/>
                </a:lnTo>
                <a:cubicBezTo>
                  <a:pt x="1555731" y="737877"/>
                  <a:pt x="1555731" y="807171"/>
                  <a:pt x="1512992" y="849909"/>
                </a:cubicBezTo>
                <a:lnTo>
                  <a:pt x="849909" y="1512993"/>
                </a:lnTo>
                <a:cubicBezTo>
                  <a:pt x="807171" y="1555731"/>
                  <a:pt x="737877" y="1555731"/>
                  <a:pt x="695139" y="1512993"/>
                </a:cubicBezTo>
                <a:lnTo>
                  <a:pt x="32054" y="849907"/>
                </a:lnTo>
                <a:cubicBezTo>
                  <a:pt x="-10684" y="807169"/>
                  <a:pt x="-10684" y="737876"/>
                  <a:pt x="32054" y="695137"/>
                </a:cubicBezTo>
                <a:lnTo>
                  <a:pt x="695137" y="32054"/>
                </a:lnTo>
                <a:cubicBezTo>
                  <a:pt x="716507" y="10684"/>
                  <a:pt x="744515" y="0"/>
                  <a:pt x="7725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004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0837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240B6-ABA4-4783-5DEF-5F1177BE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6555-AF4E-4606-B2E1-37F7750CB71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20A54-EED6-A5B7-7AEA-69F56E5F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EFA6A-E58B-BB71-BFDE-BDE29B1E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CE6FC-8523-4DD5-8ECA-6F0A62E9AB7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806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5CAD-BE5B-0203-20F4-E77D0DFB2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DC71D-8586-1FED-44BA-C05BF2BA7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351FB-CD16-770B-2383-E03EA034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95F1A-ABDD-CD27-C84C-92B0E712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4CE47-EDD3-2201-EFE1-B465EF14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927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1ABB-1286-AAD9-51CF-8AD82D61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8F4A-CC19-1314-B862-79A95176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E210-A89A-C379-DD2F-E9D5FF3B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910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A595E-2039-6993-44BB-FF924A38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CD0F6-8705-2133-5D76-0918894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CC1A1-B8C1-B443-5B4F-63BEE7AD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609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1BCA-EBE0-C0C4-0204-D51BFA67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561CA-414C-3588-B002-6D0534E1B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82927-D850-0158-5FDE-BC0624025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5FB4A-BC4A-7579-1385-99C55A172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F219A-F8BF-1501-8A45-70C45E14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F1439-4EDF-DA57-2553-51463A87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795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3CA0-744D-7EF6-AD8D-BF727DCC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92D10-C669-CFD1-3C19-FC0DC6BC5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4A4E8-31CE-DEAC-3A1E-9F098D206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9C00D-EC1D-A4E0-7A64-1A44052D6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1B20F-B0F4-572D-2710-9C2CDDE1A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E3DBC-3140-A9A1-70F0-DB5B9B55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2E14F-1ECF-3C12-01EB-1CDB25FA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67912-0302-D5D4-9EDB-5798864A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7989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A02F-FD5D-B16E-5675-C975AF6B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6B30A-0B54-0198-7CB4-76EAD841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C9B77-470F-3E72-EDA5-CBAADB7F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DBA7-E5E0-8B12-6C01-724F62DD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449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68747-AEC1-15D9-1052-F480C247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FA8AC-F895-09AB-29C1-E0C80D5F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694EC-2D2B-FD31-FE7C-912281A7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566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DEE2-DB0B-39D8-45E7-0509D149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DD90A-3DCD-0762-4DCD-D7F935736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70958-C32A-CF08-AC79-0A8157D79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13B05-C7CD-17D1-2D6B-A335CCA6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5D2F5-352B-E6F2-59B3-C351B745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435E1-6686-F912-BEA5-3453F215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742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C0C3-6F91-C422-3D0D-4697637C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2536F-838B-BE2E-E0F4-02A8C4C9A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6C0F1-C1C7-5EB6-5C32-12FC91425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B1C2-CB5D-AD1A-0ED0-9AD0AD72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67B23-23E8-D54B-3DC8-3A61CDE6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24775-FB6F-A56E-F522-F907EBEB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668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7963-E5BC-7330-8ACA-20EA5AB5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B730A-F141-583E-89FB-208659146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C8543-A730-4FEA-3DF4-4EB64B82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6D8E6-36D1-0DD8-01CD-9DA7FF2B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2DE97-4844-CD01-4BFA-257229EE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553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ED789-E314-3196-7341-06B08F0D6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33AFC-81B2-BCED-4CE0-8A9D258A7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F8815-D6F0-948B-BA42-2D0FCB83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1442E-B0FE-F601-F156-3899A6DF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0B75E-4E1A-C01C-75A7-A417F62C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393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52924"/>
            <a:ext cx="11004550" cy="330011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6401063"/>
            <a:ext cx="11468100" cy="299133"/>
          </a:xfrm>
        </p:spPr>
        <p:txBody>
          <a:bodyPr/>
          <a:lstStyle>
            <a:lvl1pPr marL="0" indent="0">
              <a:buNone/>
              <a:defRPr lang="en-US" sz="1200" kern="1200" cap="all" spc="12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A7126F-42E5-BDA9-D567-8886D065BF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676DF-5E14-52D4-BABB-8F827AAEEC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1" y="291374"/>
            <a:ext cx="2179376" cy="66010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C8A5893-92F4-BA7E-EED3-7371E8329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1290" y="-411836"/>
            <a:ext cx="4335330" cy="399985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1AA7B79-9C80-A522-A2A2-B4C0CB932C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617" y="496894"/>
            <a:ext cx="2734613" cy="273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715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52924"/>
            <a:ext cx="11004550" cy="330011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6401063"/>
            <a:ext cx="11468100" cy="299133"/>
          </a:xfrm>
        </p:spPr>
        <p:txBody>
          <a:bodyPr/>
          <a:lstStyle>
            <a:lvl1pPr marL="0" indent="0">
              <a:buNone/>
              <a:defRPr lang="en-US" sz="1200" kern="1200" cap="all" spc="1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A7126F-42E5-BDA9-D567-8886D065BF2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3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676DF-5E14-52D4-BABB-8F827AAEEC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" r="29"/>
          <a:stretch/>
        </p:blipFill>
        <p:spPr>
          <a:xfrm>
            <a:off x="342901" y="291374"/>
            <a:ext cx="2178108" cy="66010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C8A5893-92F4-BA7E-EED3-7371E8329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1290" y="-411836"/>
            <a:ext cx="4335330" cy="399985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1AA7B79-9C80-A522-A2A2-B4C0CB932C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617" y="496894"/>
            <a:ext cx="2734613" cy="273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232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F90A33E-9F2D-6F65-6EEE-0C263D9FA773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rgbClr val="F36C2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517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759A56-C619-32D6-9EEB-DDF025B51ACF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-2" y="-2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chemeClr val="bg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accent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3711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60BFFD-E5C9-1624-E888-89F1A9714DF1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chemeClr val="accent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tx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04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Oran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60BFFD-E5C9-1624-E888-89F1A9714DF1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chemeClr val="bg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tx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666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9F731F-3E95-2E9B-3F4C-F96D985140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" r="107"/>
          <a:stretch/>
        </p:blipFill>
        <p:spPr>
          <a:xfrm>
            <a:off x="11431678" y="291373"/>
            <a:ext cx="442567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880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457200"/>
            <a:ext cx="5600139" cy="8953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2425" y="1737483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8F4A-CC19-1314-B862-79A95176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YOUR SALES TEAM ISN’T THE PROBLEM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E210-A89A-C379-DD2F-E9D5FF3B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42595-0E4B-E716-5A5F-DF170EF66CD5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89C0A6D-E24B-FA92-4D23-4BA9964CD80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52425" y="2389858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C08E963-92AB-72D0-E98B-C073FD1E954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52425" y="3049303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BC9FCED-EB01-8E7A-0C9D-2AB327BEA22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52425" y="3708748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666642F-4E85-9820-8D4B-BDBCA5460F0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52425" y="4368193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0C8FFE5-4E68-881F-4AD7-62785A75B60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2425" y="5027638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99E8D6A8-1A23-85B2-0F64-9D8F9CC00A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61283" y="-1"/>
            <a:ext cx="2989470" cy="628649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5DA752-DC3D-81A5-FB29-90836B19E4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4104" y="1772951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C01DD10F-B70D-ECF7-E5BA-7F6CCF9624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44104" y="2425326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86BBA472-5E5F-FA22-8F57-065F9D66E9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44104" y="3084771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2054998-9AF5-EAEE-9D6C-F95DEDCDD9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4104" y="3744216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DA43C4ED-B4B6-DDA9-50AA-C63B71EA33F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44104" y="4403661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52B072D0-E176-0CBB-0E54-3F79760153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44104" y="5063106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0565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8F4A-CC19-1314-B862-79A95176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SALES TEAM ISN’T THE PROBLEM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E210-A89A-C379-DD2F-E9D5FF3B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42595-0E4B-E716-5A5F-DF170EF66CD5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ED0CB38-5D55-A491-10E9-4A09425B74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" r="107"/>
          <a:stretch/>
        </p:blipFill>
        <p:spPr>
          <a:xfrm>
            <a:off x="11431678" y="291373"/>
            <a:ext cx="442567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791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bg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8F4A-CC19-1314-B862-79A95176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YOUR SALES TEAM ISN’T THE PROBLEM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E210-A89A-C379-DD2F-E9D5FF3B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42595-0E4B-E716-5A5F-DF170EF66CD5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40D990-6F2C-9EB7-07CB-29A4D3BD2E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" r="94"/>
          <a:stretch/>
        </p:blipFill>
        <p:spPr>
          <a:xfrm>
            <a:off x="11431678" y="291373"/>
            <a:ext cx="442689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0481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A02F-FD5D-B16E-5675-C975AF6B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C9B77-470F-3E72-EDA5-CBAADB7F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SALES TEAM ISN’T THE 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DBA7-E5E0-8B12-6C01-724F62DD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BC49D-15EB-0B59-2CF9-4FC3D7DFE39A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3B33E49-E1BF-D079-0C83-1FDD083A2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" r="107"/>
          <a:stretch/>
        </p:blipFill>
        <p:spPr>
          <a:xfrm>
            <a:off x="11431678" y="291373"/>
            <a:ext cx="442567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824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A02F-FD5D-B16E-5675-C975AF6B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bg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C9B77-470F-3E72-EDA5-CBAADB7F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YOUR SALES TEAM ISN’T THE 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DBA7-E5E0-8B12-6C01-724F62DD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BC49D-15EB-0B59-2CF9-4FC3D7DFE39A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FDC51DC-CB44-045A-E1CC-A4CDE1B562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" r="94"/>
          <a:stretch/>
        </p:blipFill>
        <p:spPr>
          <a:xfrm>
            <a:off x="11431678" y="291373"/>
            <a:ext cx="442689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812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Foot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FA8AC-F895-09AB-29C1-E0C80D5F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SALES TEAM ISN’T THE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694EC-2D2B-FD31-FE7C-912281A7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649D2-67DE-96C8-629C-BEDA89A3340B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63951F-12DC-1FB5-BF7D-0158BFDE0F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" r="107"/>
          <a:stretch/>
        </p:blipFill>
        <p:spPr>
          <a:xfrm>
            <a:off x="11431678" y="291373"/>
            <a:ext cx="442567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14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Foot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FA8AC-F895-09AB-29C1-E0C80D5F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YOUR SALES TEAM ISN’T THE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694EC-2D2B-FD31-FE7C-912281A7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649D2-67DE-96C8-629C-BEDA89A3340B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46C6DC-D784-39CD-AD94-91D8BE7A20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" r="94"/>
          <a:stretch/>
        </p:blipFill>
        <p:spPr>
          <a:xfrm>
            <a:off x="11431678" y="291373"/>
            <a:ext cx="442689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85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1BCA-EBE0-C0C4-0204-D51BFA67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561CA-414C-3588-B002-6D0534E1B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1811034"/>
            <a:ext cx="549714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82927-D850-0158-5FDE-BC0624025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2434" y="1811034"/>
            <a:ext cx="54971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F219A-F8BF-1501-8A45-70C45E14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SALES TEAM ISN’T THE PROBLEM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F1439-4EDF-DA57-2553-51463A87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9C715-5A0A-BD00-9431-21F684769937}"/>
              </a:ext>
            </a:extLst>
          </p:cNvPr>
          <p:cNvSpPr txBox="1"/>
          <p:nvPr userDrawn="1"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800" kern="1200" cap="all" spc="100" baseline="0" dirty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51DCFA-71B4-C412-6DD3-9AD74477E43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11034"/>
            <a:ext cx="0" cy="435133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D6A1BA21-4039-E479-1B3F-7BC18B22E2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" r="107"/>
          <a:stretch/>
        </p:blipFill>
        <p:spPr>
          <a:xfrm>
            <a:off x="11437121" y="291373"/>
            <a:ext cx="442567" cy="41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138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 PAST HERE"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1BCA-EBE0-C0C4-0204-D51BFA67B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457200"/>
            <a:ext cx="11496674" cy="5763638"/>
          </a:xfrm>
        </p:spPr>
        <p:txBody>
          <a:bodyPr anchor="ctr">
            <a:normAutofit/>
          </a:bodyPr>
          <a:lstStyle>
            <a:lvl1pPr algn="ctr">
              <a:defRPr lang="en-US" sz="60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DO NOT USE PAST HERE</a:t>
            </a:r>
          </a:p>
        </p:txBody>
      </p:sp>
    </p:spTree>
    <p:extLst>
      <p:ext uri="{BB962C8B-B14F-4D97-AF65-F5344CB8AC3E}">
        <p14:creationId xmlns:p14="http://schemas.microsoft.com/office/powerpoint/2010/main" val="7262415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037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838200" y="228756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6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78582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838200" y="4581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117415" y="2856070"/>
            <a:ext cx="2224894" cy="2224893"/>
          </a:xfrm>
          <a:custGeom>
            <a:avLst/>
            <a:gdLst>
              <a:gd name="connsiteX0" fmla="*/ 1112447 w 2224894"/>
              <a:gd name="connsiteY0" fmla="*/ 0 h 2224893"/>
              <a:gd name="connsiteX1" fmla="*/ 1317920 w 2224894"/>
              <a:gd name="connsiteY1" fmla="*/ 85109 h 2224893"/>
              <a:gd name="connsiteX2" fmla="*/ 2139784 w 2224894"/>
              <a:gd name="connsiteY2" fmla="*/ 906974 h 2224893"/>
              <a:gd name="connsiteX3" fmla="*/ 2139784 w 2224894"/>
              <a:gd name="connsiteY3" fmla="*/ 1317919 h 2224893"/>
              <a:gd name="connsiteX4" fmla="*/ 1317920 w 2224894"/>
              <a:gd name="connsiteY4" fmla="*/ 2139783 h 2224893"/>
              <a:gd name="connsiteX5" fmla="*/ 906975 w 2224894"/>
              <a:gd name="connsiteY5" fmla="*/ 2139783 h 2224893"/>
              <a:gd name="connsiteX6" fmla="*/ 85110 w 2224894"/>
              <a:gd name="connsiteY6" fmla="*/ 1317919 h 2224893"/>
              <a:gd name="connsiteX7" fmla="*/ 85110 w 2224894"/>
              <a:gd name="connsiteY7" fmla="*/ 906974 h 2224893"/>
              <a:gd name="connsiteX8" fmla="*/ 906975 w 2224894"/>
              <a:gd name="connsiteY8" fmla="*/ 85109 h 2224893"/>
              <a:gd name="connsiteX9" fmla="*/ 1112447 w 2224894"/>
              <a:gd name="connsiteY9" fmla="*/ 0 h 222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24894" h="2224893">
                <a:moveTo>
                  <a:pt x="1112447" y="0"/>
                </a:moveTo>
                <a:cubicBezTo>
                  <a:pt x="1186814" y="0"/>
                  <a:pt x="1261180" y="28370"/>
                  <a:pt x="1317920" y="85109"/>
                </a:cubicBezTo>
                <a:lnTo>
                  <a:pt x="2139784" y="906974"/>
                </a:lnTo>
                <a:cubicBezTo>
                  <a:pt x="2253264" y="1020453"/>
                  <a:pt x="2253264" y="1204439"/>
                  <a:pt x="2139784" y="1317919"/>
                </a:cubicBezTo>
                <a:lnTo>
                  <a:pt x="1317920" y="2139783"/>
                </a:lnTo>
                <a:cubicBezTo>
                  <a:pt x="1204440" y="2253263"/>
                  <a:pt x="1020454" y="2253263"/>
                  <a:pt x="906975" y="2139783"/>
                </a:cubicBezTo>
                <a:lnTo>
                  <a:pt x="85110" y="1317919"/>
                </a:lnTo>
                <a:cubicBezTo>
                  <a:pt x="-28369" y="1204439"/>
                  <a:pt x="-28369" y="1020453"/>
                  <a:pt x="85110" y="906974"/>
                </a:cubicBezTo>
                <a:lnTo>
                  <a:pt x="906975" y="85109"/>
                </a:lnTo>
                <a:cubicBezTo>
                  <a:pt x="963714" y="28370"/>
                  <a:pt x="1038081" y="0"/>
                  <a:pt x="111244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01825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934857" cy="6858000"/>
          </a:xfrm>
          <a:custGeom>
            <a:avLst/>
            <a:gdLst>
              <a:gd name="connsiteX0" fmla="*/ 0 w 4934857"/>
              <a:gd name="connsiteY0" fmla="*/ 0 h 6858000"/>
              <a:gd name="connsiteX1" fmla="*/ 4934857 w 4934857"/>
              <a:gd name="connsiteY1" fmla="*/ 0 h 6858000"/>
              <a:gd name="connsiteX2" fmla="*/ 4934857 w 4934857"/>
              <a:gd name="connsiteY2" fmla="*/ 6858000 h 6858000"/>
              <a:gd name="connsiteX3" fmla="*/ 0 w 493485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857" h="6858000">
                <a:moveTo>
                  <a:pt x="0" y="0"/>
                </a:moveTo>
                <a:lnTo>
                  <a:pt x="4934857" y="0"/>
                </a:lnTo>
                <a:lnTo>
                  <a:pt x="49348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930022" y="1957492"/>
            <a:ext cx="3801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7611078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858001" y="3227883"/>
            <a:ext cx="46191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7262941" cy="6263625"/>
          </a:xfrm>
          <a:custGeom>
            <a:avLst/>
            <a:gdLst>
              <a:gd name="connsiteX0" fmla="*/ 0 w 7262941"/>
              <a:gd name="connsiteY0" fmla="*/ 0 h 6263625"/>
              <a:gd name="connsiteX1" fmla="*/ 7093023 w 7262941"/>
              <a:gd name="connsiteY1" fmla="*/ 0 h 6263625"/>
              <a:gd name="connsiteX2" fmla="*/ 7102756 w 7262941"/>
              <a:gd name="connsiteY2" fmla="*/ 13703 h 6263625"/>
              <a:gd name="connsiteX3" fmla="*/ 7139771 w 7262941"/>
              <a:gd name="connsiteY3" fmla="*/ 1143086 h 6263625"/>
              <a:gd name="connsiteX4" fmla="*/ 4959162 w 7262941"/>
              <a:gd name="connsiteY4" fmla="*/ 5589899 h 6263625"/>
              <a:gd name="connsiteX5" fmla="*/ 3349082 w 7262941"/>
              <a:gd name="connsiteY5" fmla="*/ 6140455 h 6263625"/>
              <a:gd name="connsiteX6" fmla="*/ 0 w 7262941"/>
              <a:gd name="connsiteY6" fmla="*/ 4498146 h 626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62941" h="6263625">
                <a:moveTo>
                  <a:pt x="0" y="0"/>
                </a:moveTo>
                <a:lnTo>
                  <a:pt x="7093023" y="0"/>
                </a:lnTo>
                <a:lnTo>
                  <a:pt x="7102756" y="13703"/>
                </a:lnTo>
                <a:cubicBezTo>
                  <a:pt x="7294920" y="348762"/>
                  <a:pt x="7322633" y="770185"/>
                  <a:pt x="7139771" y="1143086"/>
                </a:cubicBezTo>
                <a:lnTo>
                  <a:pt x="4959162" y="5589899"/>
                </a:lnTo>
                <a:cubicBezTo>
                  <a:pt x="4666582" y="6186542"/>
                  <a:pt x="3945725" y="6433034"/>
                  <a:pt x="3349082" y="6140455"/>
                </a:cubicBezTo>
                <a:lnTo>
                  <a:pt x="0" y="449814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065540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587738" y="978067"/>
            <a:ext cx="46191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324424" y="0"/>
            <a:ext cx="5867577" cy="6858000"/>
          </a:xfrm>
          <a:custGeom>
            <a:avLst/>
            <a:gdLst>
              <a:gd name="connsiteX0" fmla="*/ 1114035 w 5867577"/>
              <a:gd name="connsiteY0" fmla="*/ 0 h 6858000"/>
              <a:gd name="connsiteX1" fmla="*/ 5867577 w 5867577"/>
              <a:gd name="connsiteY1" fmla="*/ 0 h 6858000"/>
              <a:gd name="connsiteX2" fmla="*/ 5867577 w 5867577"/>
              <a:gd name="connsiteY2" fmla="*/ 2505557 h 6858000"/>
              <a:gd name="connsiteX3" fmla="*/ 5854675 w 5867577"/>
              <a:gd name="connsiteY3" fmla="*/ 2518008 h 6858000"/>
              <a:gd name="connsiteX4" fmla="*/ 5867577 w 5867577"/>
              <a:gd name="connsiteY4" fmla="*/ 2524334 h 6858000"/>
              <a:gd name="connsiteX5" fmla="*/ 5867577 w 5867577"/>
              <a:gd name="connsiteY5" fmla="*/ 6858000 h 6858000"/>
              <a:gd name="connsiteX6" fmla="*/ 620887 w 5867577"/>
              <a:gd name="connsiteY6" fmla="*/ 6858000 h 6858000"/>
              <a:gd name="connsiteX7" fmla="*/ 567707 w 5867577"/>
              <a:gd name="connsiteY7" fmla="*/ 6831922 h 6858000"/>
              <a:gd name="connsiteX8" fmla="*/ 103789 w 5867577"/>
              <a:gd name="connsiteY8" fmla="*/ 5475212 h 6858000"/>
              <a:gd name="connsiteX9" fmla="*/ 1628347 w 5867577"/>
              <a:gd name="connsiteY9" fmla="*/ 2366253 h 6858000"/>
              <a:gd name="connsiteX10" fmla="*/ 777434 w 5867577"/>
              <a:gd name="connsiteY10" fmla="*/ 1484469 h 6858000"/>
              <a:gd name="connsiteX11" fmla="*/ 798457 w 5867577"/>
              <a:gd name="connsiteY11" fmla="*/ 30453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67577" h="6858000">
                <a:moveTo>
                  <a:pt x="1114035" y="0"/>
                </a:moveTo>
                <a:lnTo>
                  <a:pt x="5867577" y="0"/>
                </a:lnTo>
                <a:lnTo>
                  <a:pt x="5867577" y="2505557"/>
                </a:lnTo>
                <a:lnTo>
                  <a:pt x="5854675" y="2518008"/>
                </a:lnTo>
                <a:lnTo>
                  <a:pt x="5867577" y="2524334"/>
                </a:lnTo>
                <a:lnTo>
                  <a:pt x="5867577" y="6858000"/>
                </a:lnTo>
                <a:lnTo>
                  <a:pt x="620887" y="6858000"/>
                </a:lnTo>
                <a:lnTo>
                  <a:pt x="567707" y="6831922"/>
                </a:lnTo>
                <a:cubicBezTo>
                  <a:pt x="64955" y="6585385"/>
                  <a:pt x="-142749" y="5977965"/>
                  <a:pt x="103789" y="5475212"/>
                </a:cubicBezTo>
                <a:lnTo>
                  <a:pt x="1628347" y="2366253"/>
                </a:lnTo>
                <a:lnTo>
                  <a:pt x="777434" y="1484469"/>
                </a:lnTo>
                <a:cubicBezTo>
                  <a:pt x="457407" y="1152833"/>
                  <a:pt x="466820" y="624556"/>
                  <a:pt x="798457" y="30453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582560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1547586" y="167183"/>
            <a:ext cx="90968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2912" y="1433965"/>
            <a:ext cx="11306176" cy="2330196"/>
          </a:xfrm>
          <a:custGeom>
            <a:avLst/>
            <a:gdLst>
              <a:gd name="connsiteX0" fmla="*/ 380987 w 11306176"/>
              <a:gd name="connsiteY0" fmla="*/ 0 h 2330196"/>
              <a:gd name="connsiteX1" fmla="*/ 10925189 w 11306176"/>
              <a:gd name="connsiteY1" fmla="*/ 0 h 2330196"/>
              <a:gd name="connsiteX2" fmla="*/ 11306176 w 11306176"/>
              <a:gd name="connsiteY2" fmla="*/ 380987 h 2330196"/>
              <a:gd name="connsiteX3" fmla="*/ 11306176 w 11306176"/>
              <a:gd name="connsiteY3" fmla="*/ 1949209 h 2330196"/>
              <a:gd name="connsiteX4" fmla="*/ 10925189 w 11306176"/>
              <a:gd name="connsiteY4" fmla="*/ 2330196 h 2330196"/>
              <a:gd name="connsiteX5" fmla="*/ 380987 w 11306176"/>
              <a:gd name="connsiteY5" fmla="*/ 2330196 h 2330196"/>
              <a:gd name="connsiteX6" fmla="*/ 0 w 11306176"/>
              <a:gd name="connsiteY6" fmla="*/ 1949209 h 2330196"/>
              <a:gd name="connsiteX7" fmla="*/ 0 w 11306176"/>
              <a:gd name="connsiteY7" fmla="*/ 380987 h 2330196"/>
              <a:gd name="connsiteX8" fmla="*/ 380987 w 11306176"/>
              <a:gd name="connsiteY8" fmla="*/ 0 h 233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06176" h="2330196">
                <a:moveTo>
                  <a:pt x="380987" y="0"/>
                </a:moveTo>
                <a:lnTo>
                  <a:pt x="10925189" y="0"/>
                </a:lnTo>
                <a:cubicBezTo>
                  <a:pt x="11135602" y="0"/>
                  <a:pt x="11306176" y="170574"/>
                  <a:pt x="11306176" y="380987"/>
                </a:cubicBezTo>
                <a:lnTo>
                  <a:pt x="11306176" y="1949209"/>
                </a:lnTo>
                <a:cubicBezTo>
                  <a:pt x="11306176" y="2159622"/>
                  <a:pt x="11135602" y="2330196"/>
                  <a:pt x="10925189" y="2330196"/>
                </a:cubicBezTo>
                <a:lnTo>
                  <a:pt x="380987" y="2330196"/>
                </a:lnTo>
                <a:cubicBezTo>
                  <a:pt x="170574" y="2330196"/>
                  <a:pt x="0" y="2159622"/>
                  <a:pt x="0" y="1949209"/>
                </a:cubicBezTo>
                <a:lnTo>
                  <a:pt x="0" y="380987"/>
                </a:lnTo>
                <a:cubicBezTo>
                  <a:pt x="0" y="170574"/>
                  <a:pt x="170574" y="0"/>
                  <a:pt x="3809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147284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1547586" y="167183"/>
            <a:ext cx="90968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2912" y="1988601"/>
            <a:ext cx="11306176" cy="2330196"/>
          </a:xfrm>
          <a:custGeom>
            <a:avLst/>
            <a:gdLst>
              <a:gd name="connsiteX0" fmla="*/ 380987 w 11306176"/>
              <a:gd name="connsiteY0" fmla="*/ 0 h 2330196"/>
              <a:gd name="connsiteX1" fmla="*/ 10925189 w 11306176"/>
              <a:gd name="connsiteY1" fmla="*/ 0 h 2330196"/>
              <a:gd name="connsiteX2" fmla="*/ 11306176 w 11306176"/>
              <a:gd name="connsiteY2" fmla="*/ 380987 h 2330196"/>
              <a:gd name="connsiteX3" fmla="*/ 11306176 w 11306176"/>
              <a:gd name="connsiteY3" fmla="*/ 1949209 h 2330196"/>
              <a:gd name="connsiteX4" fmla="*/ 10925189 w 11306176"/>
              <a:gd name="connsiteY4" fmla="*/ 2330196 h 2330196"/>
              <a:gd name="connsiteX5" fmla="*/ 380987 w 11306176"/>
              <a:gd name="connsiteY5" fmla="*/ 2330196 h 2330196"/>
              <a:gd name="connsiteX6" fmla="*/ 0 w 11306176"/>
              <a:gd name="connsiteY6" fmla="*/ 1949209 h 2330196"/>
              <a:gd name="connsiteX7" fmla="*/ 0 w 11306176"/>
              <a:gd name="connsiteY7" fmla="*/ 380987 h 2330196"/>
              <a:gd name="connsiteX8" fmla="*/ 380987 w 11306176"/>
              <a:gd name="connsiteY8" fmla="*/ 0 h 233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06176" h="2330196">
                <a:moveTo>
                  <a:pt x="380987" y="0"/>
                </a:moveTo>
                <a:lnTo>
                  <a:pt x="10925189" y="0"/>
                </a:lnTo>
                <a:cubicBezTo>
                  <a:pt x="11135602" y="0"/>
                  <a:pt x="11306176" y="170574"/>
                  <a:pt x="11306176" y="380987"/>
                </a:cubicBezTo>
                <a:lnTo>
                  <a:pt x="11306176" y="1949209"/>
                </a:lnTo>
                <a:cubicBezTo>
                  <a:pt x="11306176" y="2159622"/>
                  <a:pt x="11135602" y="2330196"/>
                  <a:pt x="10925189" y="2330196"/>
                </a:cubicBezTo>
                <a:lnTo>
                  <a:pt x="380987" y="2330196"/>
                </a:lnTo>
                <a:cubicBezTo>
                  <a:pt x="170574" y="2330196"/>
                  <a:pt x="0" y="2159622"/>
                  <a:pt x="0" y="1949209"/>
                </a:cubicBezTo>
                <a:lnTo>
                  <a:pt x="0" y="380987"/>
                </a:lnTo>
                <a:cubicBezTo>
                  <a:pt x="0" y="170574"/>
                  <a:pt x="170574" y="0"/>
                  <a:pt x="3809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578029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547586" y="250657"/>
            <a:ext cx="90968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3775456" y="1914144"/>
            <a:ext cx="1507744" cy="15077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6908800" y="3421888"/>
            <a:ext cx="1507744" cy="15077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3775456" y="4929632"/>
            <a:ext cx="1507744" cy="15077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90055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6908800" y="3420301"/>
            <a:ext cx="1507744" cy="15077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908800" y="404813"/>
            <a:ext cx="1507744" cy="15077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775456" y="1912557"/>
            <a:ext cx="1507744" cy="150774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1262847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42912" y="3275883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42912" y="368300"/>
            <a:ext cx="11306176" cy="3724015"/>
          </a:xfrm>
          <a:custGeom>
            <a:avLst/>
            <a:gdLst>
              <a:gd name="connsiteX0" fmla="*/ 450790 w 11306176"/>
              <a:gd name="connsiteY0" fmla="*/ 0 h 3724015"/>
              <a:gd name="connsiteX1" fmla="*/ 5866862 w 11306176"/>
              <a:gd name="connsiteY1" fmla="*/ 0 h 3724015"/>
              <a:gd name="connsiteX2" fmla="*/ 6317652 w 11306176"/>
              <a:gd name="connsiteY2" fmla="*/ 450790 h 3724015"/>
              <a:gd name="connsiteX3" fmla="*/ 6317652 w 11306176"/>
              <a:gd name="connsiteY3" fmla="*/ 1019331 h 3724015"/>
              <a:gd name="connsiteX4" fmla="*/ 10855386 w 11306176"/>
              <a:gd name="connsiteY4" fmla="*/ 1019331 h 3724015"/>
              <a:gd name="connsiteX5" fmla="*/ 11306176 w 11306176"/>
              <a:gd name="connsiteY5" fmla="*/ 1470121 h 3724015"/>
              <a:gd name="connsiteX6" fmla="*/ 11306176 w 11306176"/>
              <a:gd name="connsiteY6" fmla="*/ 3273225 h 3724015"/>
              <a:gd name="connsiteX7" fmla="*/ 10855386 w 11306176"/>
              <a:gd name="connsiteY7" fmla="*/ 3724015 h 3724015"/>
              <a:gd name="connsiteX8" fmla="*/ 5439314 w 11306176"/>
              <a:gd name="connsiteY8" fmla="*/ 3724015 h 3724015"/>
              <a:gd name="connsiteX9" fmla="*/ 4988524 w 11306176"/>
              <a:gd name="connsiteY9" fmla="*/ 3273225 h 3724015"/>
              <a:gd name="connsiteX10" fmla="*/ 4988524 w 11306176"/>
              <a:gd name="connsiteY10" fmla="*/ 2704684 h 3724015"/>
              <a:gd name="connsiteX11" fmla="*/ 450790 w 11306176"/>
              <a:gd name="connsiteY11" fmla="*/ 2704684 h 3724015"/>
              <a:gd name="connsiteX12" fmla="*/ 0 w 11306176"/>
              <a:gd name="connsiteY12" fmla="*/ 2253894 h 3724015"/>
              <a:gd name="connsiteX13" fmla="*/ 0 w 11306176"/>
              <a:gd name="connsiteY13" fmla="*/ 450790 h 3724015"/>
              <a:gd name="connsiteX14" fmla="*/ 450790 w 11306176"/>
              <a:gd name="connsiteY14" fmla="*/ 0 h 3724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306176" h="3724015">
                <a:moveTo>
                  <a:pt x="450790" y="0"/>
                </a:moveTo>
                <a:lnTo>
                  <a:pt x="5866862" y="0"/>
                </a:lnTo>
                <a:cubicBezTo>
                  <a:pt x="6115826" y="0"/>
                  <a:pt x="6317652" y="201826"/>
                  <a:pt x="6317652" y="450790"/>
                </a:cubicBezTo>
                <a:lnTo>
                  <a:pt x="6317652" y="1019331"/>
                </a:lnTo>
                <a:lnTo>
                  <a:pt x="10855386" y="1019331"/>
                </a:lnTo>
                <a:cubicBezTo>
                  <a:pt x="11104350" y="1019331"/>
                  <a:pt x="11306176" y="1221157"/>
                  <a:pt x="11306176" y="1470121"/>
                </a:cubicBezTo>
                <a:lnTo>
                  <a:pt x="11306176" y="3273225"/>
                </a:lnTo>
                <a:cubicBezTo>
                  <a:pt x="11306176" y="3522189"/>
                  <a:pt x="11104350" y="3724015"/>
                  <a:pt x="10855386" y="3724015"/>
                </a:cubicBezTo>
                <a:lnTo>
                  <a:pt x="5439314" y="3724015"/>
                </a:lnTo>
                <a:cubicBezTo>
                  <a:pt x="5190351" y="3724015"/>
                  <a:pt x="4988524" y="3522189"/>
                  <a:pt x="4988524" y="3273225"/>
                </a:cubicBezTo>
                <a:lnTo>
                  <a:pt x="4988524" y="2704684"/>
                </a:lnTo>
                <a:lnTo>
                  <a:pt x="450790" y="2704684"/>
                </a:lnTo>
                <a:cubicBezTo>
                  <a:pt x="201826" y="2704684"/>
                  <a:pt x="0" y="2502858"/>
                  <a:pt x="0" y="2253894"/>
                </a:cubicBezTo>
                <a:lnTo>
                  <a:pt x="0" y="450790"/>
                </a:lnTo>
                <a:cubicBezTo>
                  <a:pt x="0" y="201826"/>
                  <a:pt x="201826" y="0"/>
                  <a:pt x="45079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167012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2322285" y="167183"/>
            <a:ext cx="75474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6822114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437314" y="1778294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42452" y="834572"/>
            <a:ext cx="5188858" cy="5188858"/>
          </a:xfrm>
          <a:custGeom>
            <a:avLst/>
            <a:gdLst>
              <a:gd name="connsiteX0" fmla="*/ 1035540 w 5188858"/>
              <a:gd name="connsiteY0" fmla="*/ 0 h 5188858"/>
              <a:gd name="connsiteX1" fmla="*/ 4153318 w 5188858"/>
              <a:gd name="connsiteY1" fmla="*/ 0 h 5188858"/>
              <a:gd name="connsiteX2" fmla="*/ 5188858 w 5188858"/>
              <a:gd name="connsiteY2" fmla="*/ 1035540 h 5188858"/>
              <a:gd name="connsiteX3" fmla="*/ 5188858 w 5188858"/>
              <a:gd name="connsiteY3" fmla="*/ 4153318 h 5188858"/>
              <a:gd name="connsiteX4" fmla="*/ 4153318 w 5188858"/>
              <a:gd name="connsiteY4" fmla="*/ 5188858 h 5188858"/>
              <a:gd name="connsiteX5" fmla="*/ 1035540 w 5188858"/>
              <a:gd name="connsiteY5" fmla="*/ 5188858 h 5188858"/>
              <a:gd name="connsiteX6" fmla="*/ 0 w 5188858"/>
              <a:gd name="connsiteY6" fmla="*/ 4153318 h 5188858"/>
              <a:gd name="connsiteX7" fmla="*/ 0 w 5188858"/>
              <a:gd name="connsiteY7" fmla="*/ 1035540 h 5188858"/>
              <a:gd name="connsiteX8" fmla="*/ 1035540 w 5188858"/>
              <a:gd name="connsiteY8" fmla="*/ 0 h 518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88858" h="5188858">
                <a:moveTo>
                  <a:pt x="1035540" y="0"/>
                </a:moveTo>
                <a:lnTo>
                  <a:pt x="4153318" y="0"/>
                </a:lnTo>
                <a:cubicBezTo>
                  <a:pt x="4725231" y="0"/>
                  <a:pt x="5188858" y="463627"/>
                  <a:pt x="5188858" y="1035540"/>
                </a:cubicBezTo>
                <a:lnTo>
                  <a:pt x="5188858" y="4153318"/>
                </a:lnTo>
                <a:cubicBezTo>
                  <a:pt x="5188858" y="4725231"/>
                  <a:pt x="4725231" y="5188858"/>
                  <a:pt x="4153318" y="5188858"/>
                </a:cubicBezTo>
                <a:lnTo>
                  <a:pt x="1035540" y="5188858"/>
                </a:lnTo>
                <a:cubicBezTo>
                  <a:pt x="463627" y="5188858"/>
                  <a:pt x="0" y="4725231"/>
                  <a:pt x="0" y="4153318"/>
                </a:cubicBezTo>
                <a:lnTo>
                  <a:pt x="0" y="1035540"/>
                </a:lnTo>
                <a:cubicBezTo>
                  <a:pt x="0" y="463627"/>
                  <a:pt x="463627" y="0"/>
                  <a:pt x="103554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46271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184401" y="238732"/>
            <a:ext cx="7823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880897" y="1564295"/>
            <a:ext cx="2110474" cy="2110474"/>
          </a:xfrm>
          <a:custGeom>
            <a:avLst/>
            <a:gdLst>
              <a:gd name="connsiteX0" fmla="*/ 421187 w 2110474"/>
              <a:gd name="connsiteY0" fmla="*/ 0 h 2110474"/>
              <a:gd name="connsiteX1" fmla="*/ 1689287 w 2110474"/>
              <a:gd name="connsiteY1" fmla="*/ 0 h 2110474"/>
              <a:gd name="connsiteX2" fmla="*/ 2110474 w 2110474"/>
              <a:gd name="connsiteY2" fmla="*/ 421187 h 2110474"/>
              <a:gd name="connsiteX3" fmla="*/ 2110474 w 2110474"/>
              <a:gd name="connsiteY3" fmla="*/ 1689287 h 2110474"/>
              <a:gd name="connsiteX4" fmla="*/ 1689287 w 2110474"/>
              <a:gd name="connsiteY4" fmla="*/ 2110474 h 2110474"/>
              <a:gd name="connsiteX5" fmla="*/ 421187 w 2110474"/>
              <a:gd name="connsiteY5" fmla="*/ 2110474 h 2110474"/>
              <a:gd name="connsiteX6" fmla="*/ 0 w 2110474"/>
              <a:gd name="connsiteY6" fmla="*/ 1689287 h 2110474"/>
              <a:gd name="connsiteX7" fmla="*/ 0 w 2110474"/>
              <a:gd name="connsiteY7" fmla="*/ 421187 h 2110474"/>
              <a:gd name="connsiteX8" fmla="*/ 421187 w 2110474"/>
              <a:gd name="connsiteY8" fmla="*/ 0 h 211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0474" h="2110474">
                <a:moveTo>
                  <a:pt x="421187" y="0"/>
                </a:moveTo>
                <a:lnTo>
                  <a:pt x="1689287" y="0"/>
                </a:lnTo>
                <a:cubicBezTo>
                  <a:pt x="1921902" y="0"/>
                  <a:pt x="2110474" y="188572"/>
                  <a:pt x="2110474" y="421187"/>
                </a:cubicBezTo>
                <a:lnTo>
                  <a:pt x="2110474" y="1689287"/>
                </a:lnTo>
                <a:cubicBezTo>
                  <a:pt x="2110474" y="1921902"/>
                  <a:pt x="1921902" y="2110474"/>
                  <a:pt x="1689287" y="2110474"/>
                </a:cubicBezTo>
                <a:lnTo>
                  <a:pt x="421187" y="2110474"/>
                </a:lnTo>
                <a:cubicBezTo>
                  <a:pt x="188572" y="2110474"/>
                  <a:pt x="0" y="1921902"/>
                  <a:pt x="0" y="1689287"/>
                </a:cubicBezTo>
                <a:lnTo>
                  <a:pt x="0" y="421187"/>
                </a:lnTo>
                <a:cubicBezTo>
                  <a:pt x="0" y="188572"/>
                  <a:pt x="188572" y="0"/>
                  <a:pt x="4211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3654141" y="2193879"/>
            <a:ext cx="2110474" cy="2110474"/>
          </a:xfrm>
          <a:custGeom>
            <a:avLst/>
            <a:gdLst>
              <a:gd name="connsiteX0" fmla="*/ 421187 w 2110474"/>
              <a:gd name="connsiteY0" fmla="*/ 0 h 2110474"/>
              <a:gd name="connsiteX1" fmla="*/ 1689287 w 2110474"/>
              <a:gd name="connsiteY1" fmla="*/ 0 h 2110474"/>
              <a:gd name="connsiteX2" fmla="*/ 2110474 w 2110474"/>
              <a:gd name="connsiteY2" fmla="*/ 421187 h 2110474"/>
              <a:gd name="connsiteX3" fmla="*/ 2110474 w 2110474"/>
              <a:gd name="connsiteY3" fmla="*/ 1689287 h 2110474"/>
              <a:gd name="connsiteX4" fmla="*/ 1689287 w 2110474"/>
              <a:gd name="connsiteY4" fmla="*/ 2110474 h 2110474"/>
              <a:gd name="connsiteX5" fmla="*/ 421187 w 2110474"/>
              <a:gd name="connsiteY5" fmla="*/ 2110474 h 2110474"/>
              <a:gd name="connsiteX6" fmla="*/ 0 w 2110474"/>
              <a:gd name="connsiteY6" fmla="*/ 1689287 h 2110474"/>
              <a:gd name="connsiteX7" fmla="*/ 0 w 2110474"/>
              <a:gd name="connsiteY7" fmla="*/ 421187 h 2110474"/>
              <a:gd name="connsiteX8" fmla="*/ 421187 w 2110474"/>
              <a:gd name="connsiteY8" fmla="*/ 0 h 211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0474" h="2110474">
                <a:moveTo>
                  <a:pt x="421187" y="0"/>
                </a:moveTo>
                <a:lnTo>
                  <a:pt x="1689287" y="0"/>
                </a:lnTo>
                <a:cubicBezTo>
                  <a:pt x="1921902" y="0"/>
                  <a:pt x="2110474" y="188572"/>
                  <a:pt x="2110474" y="421187"/>
                </a:cubicBezTo>
                <a:lnTo>
                  <a:pt x="2110474" y="1689287"/>
                </a:lnTo>
                <a:cubicBezTo>
                  <a:pt x="2110474" y="1921902"/>
                  <a:pt x="1921902" y="2110474"/>
                  <a:pt x="1689287" y="2110474"/>
                </a:cubicBezTo>
                <a:lnTo>
                  <a:pt x="421187" y="2110474"/>
                </a:lnTo>
                <a:cubicBezTo>
                  <a:pt x="188572" y="2110474"/>
                  <a:pt x="0" y="1921902"/>
                  <a:pt x="0" y="1689287"/>
                </a:cubicBezTo>
                <a:lnTo>
                  <a:pt x="0" y="421187"/>
                </a:lnTo>
                <a:cubicBezTo>
                  <a:pt x="0" y="188572"/>
                  <a:pt x="188572" y="0"/>
                  <a:pt x="4211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6427385" y="1564295"/>
            <a:ext cx="2110474" cy="2110474"/>
          </a:xfrm>
          <a:custGeom>
            <a:avLst/>
            <a:gdLst>
              <a:gd name="connsiteX0" fmla="*/ 421187 w 2110474"/>
              <a:gd name="connsiteY0" fmla="*/ 0 h 2110474"/>
              <a:gd name="connsiteX1" fmla="*/ 1689287 w 2110474"/>
              <a:gd name="connsiteY1" fmla="*/ 0 h 2110474"/>
              <a:gd name="connsiteX2" fmla="*/ 2110474 w 2110474"/>
              <a:gd name="connsiteY2" fmla="*/ 421187 h 2110474"/>
              <a:gd name="connsiteX3" fmla="*/ 2110474 w 2110474"/>
              <a:gd name="connsiteY3" fmla="*/ 1689287 h 2110474"/>
              <a:gd name="connsiteX4" fmla="*/ 1689287 w 2110474"/>
              <a:gd name="connsiteY4" fmla="*/ 2110474 h 2110474"/>
              <a:gd name="connsiteX5" fmla="*/ 421187 w 2110474"/>
              <a:gd name="connsiteY5" fmla="*/ 2110474 h 2110474"/>
              <a:gd name="connsiteX6" fmla="*/ 0 w 2110474"/>
              <a:gd name="connsiteY6" fmla="*/ 1689287 h 2110474"/>
              <a:gd name="connsiteX7" fmla="*/ 0 w 2110474"/>
              <a:gd name="connsiteY7" fmla="*/ 421187 h 2110474"/>
              <a:gd name="connsiteX8" fmla="*/ 421187 w 2110474"/>
              <a:gd name="connsiteY8" fmla="*/ 0 h 211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0474" h="2110474">
                <a:moveTo>
                  <a:pt x="421187" y="0"/>
                </a:moveTo>
                <a:lnTo>
                  <a:pt x="1689287" y="0"/>
                </a:lnTo>
                <a:cubicBezTo>
                  <a:pt x="1921902" y="0"/>
                  <a:pt x="2110474" y="188572"/>
                  <a:pt x="2110474" y="421187"/>
                </a:cubicBezTo>
                <a:lnTo>
                  <a:pt x="2110474" y="1689287"/>
                </a:lnTo>
                <a:cubicBezTo>
                  <a:pt x="2110474" y="1921902"/>
                  <a:pt x="1921902" y="2110474"/>
                  <a:pt x="1689287" y="2110474"/>
                </a:cubicBezTo>
                <a:lnTo>
                  <a:pt x="421187" y="2110474"/>
                </a:lnTo>
                <a:cubicBezTo>
                  <a:pt x="188572" y="2110474"/>
                  <a:pt x="0" y="1921902"/>
                  <a:pt x="0" y="1689287"/>
                </a:cubicBezTo>
                <a:lnTo>
                  <a:pt x="0" y="421187"/>
                </a:lnTo>
                <a:cubicBezTo>
                  <a:pt x="0" y="188572"/>
                  <a:pt x="188572" y="0"/>
                  <a:pt x="4211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9200629" y="2193879"/>
            <a:ext cx="2110474" cy="2110474"/>
          </a:xfrm>
          <a:custGeom>
            <a:avLst/>
            <a:gdLst>
              <a:gd name="connsiteX0" fmla="*/ 421187 w 2110474"/>
              <a:gd name="connsiteY0" fmla="*/ 0 h 2110474"/>
              <a:gd name="connsiteX1" fmla="*/ 1689287 w 2110474"/>
              <a:gd name="connsiteY1" fmla="*/ 0 h 2110474"/>
              <a:gd name="connsiteX2" fmla="*/ 2110474 w 2110474"/>
              <a:gd name="connsiteY2" fmla="*/ 421187 h 2110474"/>
              <a:gd name="connsiteX3" fmla="*/ 2110474 w 2110474"/>
              <a:gd name="connsiteY3" fmla="*/ 1689287 h 2110474"/>
              <a:gd name="connsiteX4" fmla="*/ 1689287 w 2110474"/>
              <a:gd name="connsiteY4" fmla="*/ 2110474 h 2110474"/>
              <a:gd name="connsiteX5" fmla="*/ 421187 w 2110474"/>
              <a:gd name="connsiteY5" fmla="*/ 2110474 h 2110474"/>
              <a:gd name="connsiteX6" fmla="*/ 0 w 2110474"/>
              <a:gd name="connsiteY6" fmla="*/ 1689287 h 2110474"/>
              <a:gd name="connsiteX7" fmla="*/ 0 w 2110474"/>
              <a:gd name="connsiteY7" fmla="*/ 421187 h 2110474"/>
              <a:gd name="connsiteX8" fmla="*/ 421187 w 2110474"/>
              <a:gd name="connsiteY8" fmla="*/ 0 h 211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0474" h="2110474">
                <a:moveTo>
                  <a:pt x="421187" y="0"/>
                </a:moveTo>
                <a:lnTo>
                  <a:pt x="1689287" y="0"/>
                </a:lnTo>
                <a:cubicBezTo>
                  <a:pt x="1921902" y="0"/>
                  <a:pt x="2110474" y="188572"/>
                  <a:pt x="2110474" y="421187"/>
                </a:cubicBezTo>
                <a:lnTo>
                  <a:pt x="2110474" y="1689287"/>
                </a:lnTo>
                <a:cubicBezTo>
                  <a:pt x="2110474" y="1921902"/>
                  <a:pt x="1921902" y="2110474"/>
                  <a:pt x="1689287" y="2110474"/>
                </a:cubicBezTo>
                <a:lnTo>
                  <a:pt x="421187" y="2110474"/>
                </a:lnTo>
                <a:cubicBezTo>
                  <a:pt x="188572" y="2110474"/>
                  <a:pt x="0" y="1921902"/>
                  <a:pt x="0" y="1689287"/>
                </a:cubicBezTo>
                <a:lnTo>
                  <a:pt x="0" y="421187"/>
                </a:lnTo>
                <a:cubicBezTo>
                  <a:pt x="0" y="188572"/>
                  <a:pt x="188572" y="0"/>
                  <a:pt x="4211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477567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07144" y="894846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560230" y="404813"/>
            <a:ext cx="5188858" cy="6048376"/>
          </a:xfrm>
          <a:custGeom>
            <a:avLst/>
            <a:gdLst>
              <a:gd name="connsiteX0" fmla="*/ 621003 w 5188858"/>
              <a:gd name="connsiteY0" fmla="*/ 0 h 6048376"/>
              <a:gd name="connsiteX1" fmla="*/ 4567855 w 5188858"/>
              <a:gd name="connsiteY1" fmla="*/ 0 h 6048376"/>
              <a:gd name="connsiteX2" fmla="*/ 5188858 w 5188858"/>
              <a:gd name="connsiteY2" fmla="*/ 621003 h 6048376"/>
              <a:gd name="connsiteX3" fmla="*/ 5188858 w 5188858"/>
              <a:gd name="connsiteY3" fmla="*/ 5427373 h 6048376"/>
              <a:gd name="connsiteX4" fmla="*/ 4567855 w 5188858"/>
              <a:gd name="connsiteY4" fmla="*/ 6048376 h 6048376"/>
              <a:gd name="connsiteX5" fmla="*/ 621003 w 5188858"/>
              <a:gd name="connsiteY5" fmla="*/ 6048376 h 6048376"/>
              <a:gd name="connsiteX6" fmla="*/ 0 w 5188858"/>
              <a:gd name="connsiteY6" fmla="*/ 5427373 h 6048376"/>
              <a:gd name="connsiteX7" fmla="*/ 0 w 5188858"/>
              <a:gd name="connsiteY7" fmla="*/ 621003 h 6048376"/>
              <a:gd name="connsiteX8" fmla="*/ 621003 w 5188858"/>
              <a:gd name="connsiteY8" fmla="*/ 0 h 6048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88858" h="6048376">
                <a:moveTo>
                  <a:pt x="621003" y="0"/>
                </a:moveTo>
                <a:lnTo>
                  <a:pt x="4567855" y="0"/>
                </a:lnTo>
                <a:cubicBezTo>
                  <a:pt x="4910825" y="0"/>
                  <a:pt x="5188858" y="278033"/>
                  <a:pt x="5188858" y="621003"/>
                </a:cubicBezTo>
                <a:lnTo>
                  <a:pt x="5188858" y="5427373"/>
                </a:lnTo>
                <a:cubicBezTo>
                  <a:pt x="5188858" y="5770343"/>
                  <a:pt x="4910825" y="6048376"/>
                  <a:pt x="4567855" y="6048376"/>
                </a:cubicBezTo>
                <a:lnTo>
                  <a:pt x="621003" y="6048376"/>
                </a:lnTo>
                <a:cubicBezTo>
                  <a:pt x="278033" y="6048376"/>
                  <a:pt x="0" y="5770343"/>
                  <a:pt x="0" y="5427373"/>
                </a:cubicBezTo>
                <a:lnTo>
                  <a:pt x="0" y="621003"/>
                </a:lnTo>
                <a:cubicBezTo>
                  <a:pt x="0" y="278033"/>
                  <a:pt x="278033" y="0"/>
                  <a:pt x="62100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26464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759783" y="2046614"/>
            <a:ext cx="2110474" cy="2110474"/>
          </a:xfrm>
          <a:custGeom>
            <a:avLst/>
            <a:gdLst>
              <a:gd name="connsiteX0" fmla="*/ 421187 w 2110474"/>
              <a:gd name="connsiteY0" fmla="*/ 0 h 2110474"/>
              <a:gd name="connsiteX1" fmla="*/ 1689287 w 2110474"/>
              <a:gd name="connsiteY1" fmla="*/ 0 h 2110474"/>
              <a:gd name="connsiteX2" fmla="*/ 2110474 w 2110474"/>
              <a:gd name="connsiteY2" fmla="*/ 421187 h 2110474"/>
              <a:gd name="connsiteX3" fmla="*/ 2110474 w 2110474"/>
              <a:gd name="connsiteY3" fmla="*/ 1689287 h 2110474"/>
              <a:gd name="connsiteX4" fmla="*/ 1689287 w 2110474"/>
              <a:gd name="connsiteY4" fmla="*/ 2110474 h 2110474"/>
              <a:gd name="connsiteX5" fmla="*/ 421187 w 2110474"/>
              <a:gd name="connsiteY5" fmla="*/ 2110474 h 2110474"/>
              <a:gd name="connsiteX6" fmla="*/ 0 w 2110474"/>
              <a:gd name="connsiteY6" fmla="*/ 1689287 h 2110474"/>
              <a:gd name="connsiteX7" fmla="*/ 0 w 2110474"/>
              <a:gd name="connsiteY7" fmla="*/ 421187 h 2110474"/>
              <a:gd name="connsiteX8" fmla="*/ 421187 w 2110474"/>
              <a:gd name="connsiteY8" fmla="*/ 0 h 211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0474" h="2110474">
                <a:moveTo>
                  <a:pt x="421187" y="0"/>
                </a:moveTo>
                <a:lnTo>
                  <a:pt x="1689287" y="0"/>
                </a:lnTo>
                <a:cubicBezTo>
                  <a:pt x="1921902" y="0"/>
                  <a:pt x="2110474" y="188572"/>
                  <a:pt x="2110474" y="421187"/>
                </a:cubicBezTo>
                <a:lnTo>
                  <a:pt x="2110474" y="1689287"/>
                </a:lnTo>
                <a:cubicBezTo>
                  <a:pt x="2110474" y="1921902"/>
                  <a:pt x="1921902" y="2110474"/>
                  <a:pt x="1689287" y="2110474"/>
                </a:cubicBezTo>
                <a:lnTo>
                  <a:pt x="421187" y="2110474"/>
                </a:lnTo>
                <a:cubicBezTo>
                  <a:pt x="188572" y="2110474"/>
                  <a:pt x="0" y="1921902"/>
                  <a:pt x="0" y="1689287"/>
                </a:cubicBezTo>
                <a:lnTo>
                  <a:pt x="0" y="421187"/>
                </a:lnTo>
                <a:cubicBezTo>
                  <a:pt x="0" y="188572"/>
                  <a:pt x="188572" y="0"/>
                  <a:pt x="4211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4252722" y="2046614"/>
            <a:ext cx="2110474" cy="2110474"/>
          </a:xfrm>
          <a:custGeom>
            <a:avLst/>
            <a:gdLst>
              <a:gd name="connsiteX0" fmla="*/ 421187 w 2110474"/>
              <a:gd name="connsiteY0" fmla="*/ 0 h 2110474"/>
              <a:gd name="connsiteX1" fmla="*/ 1689287 w 2110474"/>
              <a:gd name="connsiteY1" fmla="*/ 0 h 2110474"/>
              <a:gd name="connsiteX2" fmla="*/ 2110474 w 2110474"/>
              <a:gd name="connsiteY2" fmla="*/ 421187 h 2110474"/>
              <a:gd name="connsiteX3" fmla="*/ 2110474 w 2110474"/>
              <a:gd name="connsiteY3" fmla="*/ 1689287 h 2110474"/>
              <a:gd name="connsiteX4" fmla="*/ 1689287 w 2110474"/>
              <a:gd name="connsiteY4" fmla="*/ 2110474 h 2110474"/>
              <a:gd name="connsiteX5" fmla="*/ 421187 w 2110474"/>
              <a:gd name="connsiteY5" fmla="*/ 2110474 h 2110474"/>
              <a:gd name="connsiteX6" fmla="*/ 0 w 2110474"/>
              <a:gd name="connsiteY6" fmla="*/ 1689287 h 2110474"/>
              <a:gd name="connsiteX7" fmla="*/ 0 w 2110474"/>
              <a:gd name="connsiteY7" fmla="*/ 421187 h 2110474"/>
              <a:gd name="connsiteX8" fmla="*/ 421187 w 2110474"/>
              <a:gd name="connsiteY8" fmla="*/ 0 h 211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0474" h="2110474">
                <a:moveTo>
                  <a:pt x="421187" y="0"/>
                </a:moveTo>
                <a:lnTo>
                  <a:pt x="1689287" y="0"/>
                </a:lnTo>
                <a:cubicBezTo>
                  <a:pt x="1921902" y="0"/>
                  <a:pt x="2110474" y="188572"/>
                  <a:pt x="2110474" y="421187"/>
                </a:cubicBezTo>
                <a:lnTo>
                  <a:pt x="2110474" y="1689287"/>
                </a:lnTo>
                <a:cubicBezTo>
                  <a:pt x="2110474" y="1921902"/>
                  <a:pt x="1921902" y="2110474"/>
                  <a:pt x="1689287" y="2110474"/>
                </a:cubicBezTo>
                <a:lnTo>
                  <a:pt x="421187" y="2110474"/>
                </a:lnTo>
                <a:cubicBezTo>
                  <a:pt x="188572" y="2110474"/>
                  <a:pt x="0" y="1921902"/>
                  <a:pt x="0" y="1689287"/>
                </a:cubicBezTo>
                <a:lnTo>
                  <a:pt x="0" y="421187"/>
                </a:lnTo>
                <a:cubicBezTo>
                  <a:pt x="0" y="188572"/>
                  <a:pt x="188572" y="0"/>
                  <a:pt x="42118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828801" y="449136"/>
            <a:ext cx="8534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679948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442914" y="847375"/>
            <a:ext cx="3064375" cy="5126738"/>
          </a:xfrm>
          <a:custGeom>
            <a:avLst/>
            <a:gdLst>
              <a:gd name="connsiteX0" fmla="*/ 0 w 3064375"/>
              <a:gd name="connsiteY0" fmla="*/ 0 h 5126738"/>
              <a:gd name="connsiteX1" fmla="*/ 3064375 w 3064375"/>
              <a:gd name="connsiteY1" fmla="*/ 0 h 5126738"/>
              <a:gd name="connsiteX2" fmla="*/ 3064375 w 3064375"/>
              <a:gd name="connsiteY2" fmla="*/ 5126738 h 5126738"/>
              <a:gd name="connsiteX3" fmla="*/ 0 w 3064375"/>
              <a:gd name="connsiteY3" fmla="*/ 5126738 h 512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4375" h="5126738">
                <a:moveTo>
                  <a:pt x="0" y="0"/>
                </a:moveTo>
                <a:lnTo>
                  <a:pt x="3064375" y="0"/>
                </a:lnTo>
                <a:lnTo>
                  <a:pt x="3064375" y="5126738"/>
                </a:lnTo>
                <a:lnTo>
                  <a:pt x="0" y="51267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7680960" y="368300"/>
            <a:ext cx="4068128" cy="6084888"/>
          </a:xfrm>
          <a:custGeom>
            <a:avLst/>
            <a:gdLst>
              <a:gd name="connsiteX0" fmla="*/ 0 w 4068128"/>
              <a:gd name="connsiteY0" fmla="*/ 0 h 6084888"/>
              <a:gd name="connsiteX1" fmla="*/ 4068128 w 4068128"/>
              <a:gd name="connsiteY1" fmla="*/ 0 h 6084888"/>
              <a:gd name="connsiteX2" fmla="*/ 4068128 w 4068128"/>
              <a:gd name="connsiteY2" fmla="*/ 6084888 h 6084888"/>
              <a:gd name="connsiteX3" fmla="*/ 0 w 4068128"/>
              <a:gd name="connsiteY3" fmla="*/ 6084888 h 608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8128" h="6084888">
                <a:moveTo>
                  <a:pt x="0" y="0"/>
                </a:moveTo>
                <a:lnTo>
                  <a:pt x="4068128" y="0"/>
                </a:lnTo>
                <a:lnTo>
                  <a:pt x="4068128" y="6084888"/>
                </a:lnTo>
                <a:lnTo>
                  <a:pt x="0" y="60848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972002" y="1317470"/>
            <a:ext cx="38533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6427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28651" y="3127676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622914" y="1"/>
            <a:ext cx="7569086" cy="6149325"/>
          </a:xfrm>
          <a:custGeom>
            <a:avLst/>
            <a:gdLst>
              <a:gd name="connsiteX0" fmla="*/ 114654 w 7569086"/>
              <a:gd name="connsiteY0" fmla="*/ 0 h 6149325"/>
              <a:gd name="connsiteX1" fmla="*/ 7569086 w 7569086"/>
              <a:gd name="connsiteY1" fmla="*/ 0 h 6149325"/>
              <a:gd name="connsiteX2" fmla="*/ 7569086 w 7569086"/>
              <a:gd name="connsiteY2" fmla="*/ 4233720 h 6149325"/>
              <a:gd name="connsiteX3" fmla="*/ 3913860 w 7569086"/>
              <a:gd name="connsiteY3" fmla="*/ 6026155 h 6149325"/>
              <a:gd name="connsiteX4" fmla="*/ 2303781 w 7569086"/>
              <a:gd name="connsiteY4" fmla="*/ 5475599 h 6149325"/>
              <a:gd name="connsiteX5" fmla="*/ 123172 w 7569086"/>
              <a:gd name="connsiteY5" fmla="*/ 1028786 h 6149325"/>
              <a:gd name="connsiteX6" fmla="*/ 64992 w 7569086"/>
              <a:gd name="connsiteY6" fmla="*/ 109723 h 614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69086" h="6149325">
                <a:moveTo>
                  <a:pt x="114654" y="0"/>
                </a:moveTo>
                <a:lnTo>
                  <a:pt x="7569086" y="0"/>
                </a:lnTo>
                <a:lnTo>
                  <a:pt x="7569086" y="4233720"/>
                </a:lnTo>
                <a:lnTo>
                  <a:pt x="3913860" y="6026155"/>
                </a:lnTo>
                <a:cubicBezTo>
                  <a:pt x="3317217" y="6318734"/>
                  <a:pt x="2596360" y="6072242"/>
                  <a:pt x="2303781" y="5475599"/>
                </a:cubicBezTo>
                <a:lnTo>
                  <a:pt x="123172" y="1028786"/>
                </a:lnTo>
                <a:cubicBezTo>
                  <a:pt x="-23118" y="730465"/>
                  <a:pt x="-34640" y="401090"/>
                  <a:pt x="64992" y="10972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3918282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442913" y="3528135"/>
            <a:ext cx="5569473" cy="2925053"/>
          </a:xfrm>
          <a:custGeom>
            <a:avLst/>
            <a:gdLst>
              <a:gd name="connsiteX0" fmla="*/ 259160 w 5569473"/>
              <a:gd name="connsiteY0" fmla="*/ 0 h 2925053"/>
              <a:gd name="connsiteX1" fmla="*/ 5310313 w 5569473"/>
              <a:gd name="connsiteY1" fmla="*/ 0 h 2925053"/>
              <a:gd name="connsiteX2" fmla="*/ 5569473 w 5569473"/>
              <a:gd name="connsiteY2" fmla="*/ 259160 h 2925053"/>
              <a:gd name="connsiteX3" fmla="*/ 5569473 w 5569473"/>
              <a:gd name="connsiteY3" fmla="*/ 2665893 h 2925053"/>
              <a:gd name="connsiteX4" fmla="*/ 5310313 w 5569473"/>
              <a:gd name="connsiteY4" fmla="*/ 2925053 h 2925053"/>
              <a:gd name="connsiteX5" fmla="*/ 259160 w 5569473"/>
              <a:gd name="connsiteY5" fmla="*/ 2925053 h 2925053"/>
              <a:gd name="connsiteX6" fmla="*/ 0 w 5569473"/>
              <a:gd name="connsiteY6" fmla="*/ 2665893 h 2925053"/>
              <a:gd name="connsiteX7" fmla="*/ 0 w 5569473"/>
              <a:gd name="connsiteY7" fmla="*/ 259160 h 2925053"/>
              <a:gd name="connsiteX8" fmla="*/ 259160 w 5569473"/>
              <a:gd name="connsiteY8" fmla="*/ 0 h 2925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69473" h="2925053">
                <a:moveTo>
                  <a:pt x="259160" y="0"/>
                </a:moveTo>
                <a:lnTo>
                  <a:pt x="5310313" y="0"/>
                </a:lnTo>
                <a:cubicBezTo>
                  <a:pt x="5453443" y="0"/>
                  <a:pt x="5569473" y="116030"/>
                  <a:pt x="5569473" y="259160"/>
                </a:cubicBezTo>
                <a:lnTo>
                  <a:pt x="5569473" y="2665893"/>
                </a:lnTo>
                <a:cubicBezTo>
                  <a:pt x="5569473" y="2809023"/>
                  <a:pt x="5453443" y="2925053"/>
                  <a:pt x="5310313" y="2925053"/>
                </a:cubicBezTo>
                <a:lnTo>
                  <a:pt x="259160" y="2925053"/>
                </a:lnTo>
                <a:cubicBezTo>
                  <a:pt x="116030" y="2925053"/>
                  <a:pt x="0" y="2809023"/>
                  <a:pt x="0" y="2665893"/>
                </a:cubicBezTo>
                <a:lnTo>
                  <a:pt x="0" y="259160"/>
                </a:lnTo>
                <a:cubicBezTo>
                  <a:pt x="0" y="116030"/>
                  <a:pt x="116030" y="0"/>
                  <a:pt x="25916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6179615" y="3528135"/>
            <a:ext cx="5569473" cy="2925053"/>
          </a:xfrm>
          <a:custGeom>
            <a:avLst/>
            <a:gdLst>
              <a:gd name="connsiteX0" fmla="*/ 259160 w 5569473"/>
              <a:gd name="connsiteY0" fmla="*/ 0 h 2925053"/>
              <a:gd name="connsiteX1" fmla="*/ 5310313 w 5569473"/>
              <a:gd name="connsiteY1" fmla="*/ 0 h 2925053"/>
              <a:gd name="connsiteX2" fmla="*/ 5569473 w 5569473"/>
              <a:gd name="connsiteY2" fmla="*/ 259160 h 2925053"/>
              <a:gd name="connsiteX3" fmla="*/ 5569473 w 5569473"/>
              <a:gd name="connsiteY3" fmla="*/ 2665893 h 2925053"/>
              <a:gd name="connsiteX4" fmla="*/ 5310313 w 5569473"/>
              <a:gd name="connsiteY4" fmla="*/ 2925053 h 2925053"/>
              <a:gd name="connsiteX5" fmla="*/ 259160 w 5569473"/>
              <a:gd name="connsiteY5" fmla="*/ 2925053 h 2925053"/>
              <a:gd name="connsiteX6" fmla="*/ 0 w 5569473"/>
              <a:gd name="connsiteY6" fmla="*/ 2665893 h 2925053"/>
              <a:gd name="connsiteX7" fmla="*/ 0 w 5569473"/>
              <a:gd name="connsiteY7" fmla="*/ 259160 h 2925053"/>
              <a:gd name="connsiteX8" fmla="*/ 259160 w 5569473"/>
              <a:gd name="connsiteY8" fmla="*/ 0 h 2925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69473" h="2925053">
                <a:moveTo>
                  <a:pt x="259160" y="0"/>
                </a:moveTo>
                <a:lnTo>
                  <a:pt x="5310313" y="0"/>
                </a:lnTo>
                <a:cubicBezTo>
                  <a:pt x="5453443" y="0"/>
                  <a:pt x="5569473" y="116030"/>
                  <a:pt x="5569473" y="259160"/>
                </a:cubicBezTo>
                <a:lnTo>
                  <a:pt x="5569473" y="2665893"/>
                </a:lnTo>
                <a:cubicBezTo>
                  <a:pt x="5569473" y="2809023"/>
                  <a:pt x="5453443" y="2925053"/>
                  <a:pt x="5310313" y="2925053"/>
                </a:cubicBezTo>
                <a:lnTo>
                  <a:pt x="259160" y="2925053"/>
                </a:lnTo>
                <a:cubicBezTo>
                  <a:pt x="116030" y="2925053"/>
                  <a:pt x="0" y="2809023"/>
                  <a:pt x="0" y="2665893"/>
                </a:cubicBezTo>
                <a:lnTo>
                  <a:pt x="0" y="259160"/>
                </a:lnTo>
                <a:cubicBezTo>
                  <a:pt x="0" y="116030"/>
                  <a:pt x="116030" y="0"/>
                  <a:pt x="25916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6179615" y="368301"/>
            <a:ext cx="2686451" cy="2945551"/>
          </a:xfrm>
          <a:custGeom>
            <a:avLst/>
            <a:gdLst>
              <a:gd name="connsiteX0" fmla="*/ 238020 w 2686451"/>
              <a:gd name="connsiteY0" fmla="*/ 0 h 2945551"/>
              <a:gd name="connsiteX1" fmla="*/ 2448431 w 2686451"/>
              <a:gd name="connsiteY1" fmla="*/ 0 h 2945551"/>
              <a:gd name="connsiteX2" fmla="*/ 2686451 w 2686451"/>
              <a:gd name="connsiteY2" fmla="*/ 238020 h 2945551"/>
              <a:gd name="connsiteX3" fmla="*/ 2686451 w 2686451"/>
              <a:gd name="connsiteY3" fmla="*/ 2707531 h 2945551"/>
              <a:gd name="connsiteX4" fmla="*/ 2448431 w 2686451"/>
              <a:gd name="connsiteY4" fmla="*/ 2945551 h 2945551"/>
              <a:gd name="connsiteX5" fmla="*/ 238020 w 2686451"/>
              <a:gd name="connsiteY5" fmla="*/ 2945551 h 2945551"/>
              <a:gd name="connsiteX6" fmla="*/ 0 w 2686451"/>
              <a:gd name="connsiteY6" fmla="*/ 2707531 h 2945551"/>
              <a:gd name="connsiteX7" fmla="*/ 0 w 2686451"/>
              <a:gd name="connsiteY7" fmla="*/ 238020 h 2945551"/>
              <a:gd name="connsiteX8" fmla="*/ 238020 w 2686451"/>
              <a:gd name="connsiteY8" fmla="*/ 0 h 294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6451" h="2945551">
                <a:moveTo>
                  <a:pt x="238020" y="0"/>
                </a:moveTo>
                <a:lnTo>
                  <a:pt x="2448431" y="0"/>
                </a:lnTo>
                <a:cubicBezTo>
                  <a:pt x="2579886" y="0"/>
                  <a:pt x="2686451" y="106565"/>
                  <a:pt x="2686451" y="238020"/>
                </a:cubicBezTo>
                <a:lnTo>
                  <a:pt x="2686451" y="2707531"/>
                </a:lnTo>
                <a:cubicBezTo>
                  <a:pt x="2686451" y="2838986"/>
                  <a:pt x="2579886" y="2945551"/>
                  <a:pt x="2448431" y="2945551"/>
                </a:cubicBezTo>
                <a:lnTo>
                  <a:pt x="238020" y="2945551"/>
                </a:lnTo>
                <a:cubicBezTo>
                  <a:pt x="106565" y="2945551"/>
                  <a:pt x="0" y="2838986"/>
                  <a:pt x="0" y="2707531"/>
                </a:cubicBezTo>
                <a:lnTo>
                  <a:pt x="0" y="238020"/>
                </a:lnTo>
                <a:cubicBezTo>
                  <a:pt x="0" y="106565"/>
                  <a:pt x="106565" y="0"/>
                  <a:pt x="23802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9062636" y="368301"/>
            <a:ext cx="2686451" cy="2945551"/>
          </a:xfrm>
          <a:custGeom>
            <a:avLst/>
            <a:gdLst>
              <a:gd name="connsiteX0" fmla="*/ 238020 w 2686451"/>
              <a:gd name="connsiteY0" fmla="*/ 0 h 2945551"/>
              <a:gd name="connsiteX1" fmla="*/ 2448431 w 2686451"/>
              <a:gd name="connsiteY1" fmla="*/ 0 h 2945551"/>
              <a:gd name="connsiteX2" fmla="*/ 2686451 w 2686451"/>
              <a:gd name="connsiteY2" fmla="*/ 238020 h 2945551"/>
              <a:gd name="connsiteX3" fmla="*/ 2686451 w 2686451"/>
              <a:gd name="connsiteY3" fmla="*/ 2707531 h 2945551"/>
              <a:gd name="connsiteX4" fmla="*/ 2448431 w 2686451"/>
              <a:gd name="connsiteY4" fmla="*/ 2945551 h 2945551"/>
              <a:gd name="connsiteX5" fmla="*/ 238020 w 2686451"/>
              <a:gd name="connsiteY5" fmla="*/ 2945551 h 2945551"/>
              <a:gd name="connsiteX6" fmla="*/ 0 w 2686451"/>
              <a:gd name="connsiteY6" fmla="*/ 2707531 h 2945551"/>
              <a:gd name="connsiteX7" fmla="*/ 0 w 2686451"/>
              <a:gd name="connsiteY7" fmla="*/ 238020 h 2945551"/>
              <a:gd name="connsiteX8" fmla="*/ 238020 w 2686451"/>
              <a:gd name="connsiteY8" fmla="*/ 0 h 294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6451" h="2945551">
                <a:moveTo>
                  <a:pt x="238020" y="0"/>
                </a:moveTo>
                <a:lnTo>
                  <a:pt x="2448431" y="0"/>
                </a:lnTo>
                <a:cubicBezTo>
                  <a:pt x="2579886" y="0"/>
                  <a:pt x="2686451" y="106565"/>
                  <a:pt x="2686451" y="238020"/>
                </a:cubicBezTo>
                <a:lnTo>
                  <a:pt x="2686451" y="2707531"/>
                </a:lnTo>
                <a:cubicBezTo>
                  <a:pt x="2686451" y="2838986"/>
                  <a:pt x="2579886" y="2945551"/>
                  <a:pt x="2448431" y="2945551"/>
                </a:cubicBezTo>
                <a:lnTo>
                  <a:pt x="238020" y="2945551"/>
                </a:lnTo>
                <a:cubicBezTo>
                  <a:pt x="106565" y="2945551"/>
                  <a:pt x="0" y="2838986"/>
                  <a:pt x="0" y="2707531"/>
                </a:cubicBezTo>
                <a:lnTo>
                  <a:pt x="0" y="238020"/>
                </a:lnTo>
                <a:cubicBezTo>
                  <a:pt x="0" y="106565"/>
                  <a:pt x="106565" y="0"/>
                  <a:pt x="23802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281114" y="761078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247077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42914" y="368301"/>
            <a:ext cx="10374141" cy="5944343"/>
          </a:xfrm>
          <a:custGeom>
            <a:avLst/>
            <a:gdLst>
              <a:gd name="connsiteX0" fmla="*/ 526669 w 10374141"/>
              <a:gd name="connsiteY0" fmla="*/ 0 h 5944343"/>
              <a:gd name="connsiteX1" fmla="*/ 9847472 w 10374141"/>
              <a:gd name="connsiteY1" fmla="*/ 0 h 5944343"/>
              <a:gd name="connsiteX2" fmla="*/ 10374141 w 10374141"/>
              <a:gd name="connsiteY2" fmla="*/ 526669 h 5944343"/>
              <a:gd name="connsiteX3" fmla="*/ 10374141 w 10374141"/>
              <a:gd name="connsiteY3" fmla="*/ 5417674 h 5944343"/>
              <a:gd name="connsiteX4" fmla="*/ 9847472 w 10374141"/>
              <a:gd name="connsiteY4" fmla="*/ 5944343 h 5944343"/>
              <a:gd name="connsiteX5" fmla="*/ 526669 w 10374141"/>
              <a:gd name="connsiteY5" fmla="*/ 5944343 h 5944343"/>
              <a:gd name="connsiteX6" fmla="*/ 0 w 10374141"/>
              <a:gd name="connsiteY6" fmla="*/ 5417674 h 5944343"/>
              <a:gd name="connsiteX7" fmla="*/ 0 w 10374141"/>
              <a:gd name="connsiteY7" fmla="*/ 526669 h 5944343"/>
              <a:gd name="connsiteX8" fmla="*/ 526669 w 10374141"/>
              <a:gd name="connsiteY8" fmla="*/ 0 h 594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74141" h="5944343">
                <a:moveTo>
                  <a:pt x="526669" y="0"/>
                </a:moveTo>
                <a:lnTo>
                  <a:pt x="9847472" y="0"/>
                </a:lnTo>
                <a:cubicBezTo>
                  <a:pt x="10138343" y="0"/>
                  <a:pt x="10374141" y="235798"/>
                  <a:pt x="10374141" y="526669"/>
                </a:cubicBezTo>
                <a:lnTo>
                  <a:pt x="10374141" y="5417674"/>
                </a:lnTo>
                <a:cubicBezTo>
                  <a:pt x="10374141" y="5708545"/>
                  <a:pt x="10138343" y="5944343"/>
                  <a:pt x="9847472" y="5944343"/>
                </a:cubicBezTo>
                <a:lnTo>
                  <a:pt x="526669" y="5944343"/>
                </a:lnTo>
                <a:cubicBezTo>
                  <a:pt x="235798" y="5944343"/>
                  <a:pt x="0" y="5708545"/>
                  <a:pt x="0" y="5417674"/>
                </a:cubicBezTo>
                <a:lnTo>
                  <a:pt x="0" y="526669"/>
                </a:lnTo>
                <a:cubicBezTo>
                  <a:pt x="0" y="235798"/>
                  <a:pt x="235798" y="0"/>
                  <a:pt x="52666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351045" y="624627"/>
            <a:ext cx="70119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9062637" y="3550166"/>
            <a:ext cx="2686451" cy="2628051"/>
          </a:xfrm>
          <a:custGeom>
            <a:avLst/>
            <a:gdLst>
              <a:gd name="connsiteX0" fmla="*/ 232845 w 2686451"/>
              <a:gd name="connsiteY0" fmla="*/ 0 h 2628051"/>
              <a:gd name="connsiteX1" fmla="*/ 2453606 w 2686451"/>
              <a:gd name="connsiteY1" fmla="*/ 0 h 2628051"/>
              <a:gd name="connsiteX2" fmla="*/ 2686451 w 2686451"/>
              <a:gd name="connsiteY2" fmla="*/ 232845 h 2628051"/>
              <a:gd name="connsiteX3" fmla="*/ 2686451 w 2686451"/>
              <a:gd name="connsiteY3" fmla="*/ 2395206 h 2628051"/>
              <a:gd name="connsiteX4" fmla="*/ 2453606 w 2686451"/>
              <a:gd name="connsiteY4" fmla="*/ 2628051 h 2628051"/>
              <a:gd name="connsiteX5" fmla="*/ 232845 w 2686451"/>
              <a:gd name="connsiteY5" fmla="*/ 2628051 h 2628051"/>
              <a:gd name="connsiteX6" fmla="*/ 0 w 2686451"/>
              <a:gd name="connsiteY6" fmla="*/ 2395206 h 2628051"/>
              <a:gd name="connsiteX7" fmla="*/ 0 w 2686451"/>
              <a:gd name="connsiteY7" fmla="*/ 232845 h 2628051"/>
              <a:gd name="connsiteX8" fmla="*/ 232845 w 2686451"/>
              <a:gd name="connsiteY8" fmla="*/ 0 h 262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6451" h="2628051">
                <a:moveTo>
                  <a:pt x="232845" y="0"/>
                </a:moveTo>
                <a:lnTo>
                  <a:pt x="2453606" y="0"/>
                </a:lnTo>
                <a:cubicBezTo>
                  <a:pt x="2582203" y="0"/>
                  <a:pt x="2686451" y="104248"/>
                  <a:pt x="2686451" y="232845"/>
                </a:cubicBezTo>
                <a:lnTo>
                  <a:pt x="2686451" y="2395206"/>
                </a:lnTo>
                <a:cubicBezTo>
                  <a:pt x="2686451" y="2523803"/>
                  <a:pt x="2582203" y="2628051"/>
                  <a:pt x="2453606" y="2628051"/>
                </a:cubicBezTo>
                <a:lnTo>
                  <a:pt x="232845" y="2628051"/>
                </a:lnTo>
                <a:cubicBezTo>
                  <a:pt x="104248" y="2628051"/>
                  <a:pt x="0" y="2523803"/>
                  <a:pt x="0" y="2395206"/>
                </a:cubicBezTo>
                <a:lnTo>
                  <a:pt x="0" y="232845"/>
                </a:lnTo>
                <a:cubicBezTo>
                  <a:pt x="0" y="104248"/>
                  <a:pt x="104248" y="0"/>
                  <a:pt x="23284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9062637" y="679782"/>
            <a:ext cx="2686451" cy="2628051"/>
          </a:xfrm>
          <a:custGeom>
            <a:avLst/>
            <a:gdLst>
              <a:gd name="connsiteX0" fmla="*/ 232845 w 2686451"/>
              <a:gd name="connsiteY0" fmla="*/ 0 h 2628051"/>
              <a:gd name="connsiteX1" fmla="*/ 2453606 w 2686451"/>
              <a:gd name="connsiteY1" fmla="*/ 0 h 2628051"/>
              <a:gd name="connsiteX2" fmla="*/ 2686451 w 2686451"/>
              <a:gd name="connsiteY2" fmla="*/ 232845 h 2628051"/>
              <a:gd name="connsiteX3" fmla="*/ 2686451 w 2686451"/>
              <a:gd name="connsiteY3" fmla="*/ 2395206 h 2628051"/>
              <a:gd name="connsiteX4" fmla="*/ 2453606 w 2686451"/>
              <a:gd name="connsiteY4" fmla="*/ 2628051 h 2628051"/>
              <a:gd name="connsiteX5" fmla="*/ 232845 w 2686451"/>
              <a:gd name="connsiteY5" fmla="*/ 2628051 h 2628051"/>
              <a:gd name="connsiteX6" fmla="*/ 0 w 2686451"/>
              <a:gd name="connsiteY6" fmla="*/ 2395206 h 2628051"/>
              <a:gd name="connsiteX7" fmla="*/ 0 w 2686451"/>
              <a:gd name="connsiteY7" fmla="*/ 232845 h 2628051"/>
              <a:gd name="connsiteX8" fmla="*/ 232845 w 2686451"/>
              <a:gd name="connsiteY8" fmla="*/ 0 h 2628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6451" h="2628051">
                <a:moveTo>
                  <a:pt x="232845" y="0"/>
                </a:moveTo>
                <a:lnTo>
                  <a:pt x="2453606" y="0"/>
                </a:lnTo>
                <a:cubicBezTo>
                  <a:pt x="2582203" y="0"/>
                  <a:pt x="2686451" y="104248"/>
                  <a:pt x="2686451" y="232845"/>
                </a:cubicBezTo>
                <a:lnTo>
                  <a:pt x="2686451" y="2395206"/>
                </a:lnTo>
                <a:cubicBezTo>
                  <a:pt x="2686451" y="2523803"/>
                  <a:pt x="2582203" y="2628051"/>
                  <a:pt x="2453606" y="2628051"/>
                </a:cubicBezTo>
                <a:lnTo>
                  <a:pt x="232845" y="2628051"/>
                </a:lnTo>
                <a:cubicBezTo>
                  <a:pt x="104248" y="2628051"/>
                  <a:pt x="0" y="2523803"/>
                  <a:pt x="0" y="2395206"/>
                </a:cubicBezTo>
                <a:lnTo>
                  <a:pt x="0" y="232845"/>
                </a:lnTo>
                <a:cubicBezTo>
                  <a:pt x="0" y="104248"/>
                  <a:pt x="104248" y="0"/>
                  <a:pt x="23284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9038267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3048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9144000" y="0"/>
            <a:ext cx="3048000" cy="6858000"/>
          </a:xfrm>
          <a:custGeom>
            <a:avLst/>
            <a:gdLst>
              <a:gd name="connsiteX0" fmla="*/ 0 w 3048000"/>
              <a:gd name="connsiteY0" fmla="*/ 0 h 6858000"/>
              <a:gd name="connsiteX1" fmla="*/ 3048000 w 3048000"/>
              <a:gd name="connsiteY1" fmla="*/ 0 h 6858000"/>
              <a:gd name="connsiteX2" fmla="*/ 3048000 w 3048000"/>
              <a:gd name="connsiteY2" fmla="*/ 6858000 h 6858000"/>
              <a:gd name="connsiteX3" fmla="*/ 0 w 3048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3284765" y="137681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6916602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1948376" y="137681"/>
            <a:ext cx="8673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298955" y="2684842"/>
            <a:ext cx="3972491" cy="8580494"/>
          </a:xfrm>
          <a:custGeom>
            <a:avLst/>
            <a:gdLst>
              <a:gd name="connsiteX0" fmla="*/ 324751 w 3972491"/>
              <a:gd name="connsiteY0" fmla="*/ 0 h 8580494"/>
              <a:gd name="connsiteX1" fmla="*/ 871914 w 3972491"/>
              <a:gd name="connsiteY1" fmla="*/ 0 h 8580494"/>
              <a:gd name="connsiteX2" fmla="*/ 871914 w 3972491"/>
              <a:gd name="connsiteY2" fmla="*/ 75570 h 8580494"/>
              <a:gd name="connsiteX3" fmla="*/ 1105202 w 3972491"/>
              <a:gd name="connsiteY3" fmla="*/ 308859 h 8580494"/>
              <a:gd name="connsiteX4" fmla="*/ 2867288 w 3972491"/>
              <a:gd name="connsiteY4" fmla="*/ 308859 h 8580494"/>
              <a:gd name="connsiteX5" fmla="*/ 3100577 w 3972491"/>
              <a:gd name="connsiteY5" fmla="*/ 75570 h 8580494"/>
              <a:gd name="connsiteX6" fmla="*/ 3100577 w 3972491"/>
              <a:gd name="connsiteY6" fmla="*/ 0 h 8580494"/>
              <a:gd name="connsiteX7" fmla="*/ 3647740 w 3972491"/>
              <a:gd name="connsiteY7" fmla="*/ 0 h 8580494"/>
              <a:gd name="connsiteX8" fmla="*/ 3972491 w 3972491"/>
              <a:gd name="connsiteY8" fmla="*/ 324752 h 8580494"/>
              <a:gd name="connsiteX9" fmla="*/ 3972491 w 3972491"/>
              <a:gd name="connsiteY9" fmla="*/ 8255742 h 8580494"/>
              <a:gd name="connsiteX10" fmla="*/ 3647740 w 3972491"/>
              <a:gd name="connsiteY10" fmla="*/ 8580494 h 8580494"/>
              <a:gd name="connsiteX11" fmla="*/ 324751 w 3972491"/>
              <a:gd name="connsiteY11" fmla="*/ 8580494 h 8580494"/>
              <a:gd name="connsiteX12" fmla="*/ 0 w 3972491"/>
              <a:gd name="connsiteY12" fmla="*/ 8255742 h 8580494"/>
              <a:gd name="connsiteX13" fmla="*/ 0 w 3972491"/>
              <a:gd name="connsiteY13" fmla="*/ 324752 h 8580494"/>
              <a:gd name="connsiteX14" fmla="*/ 324751 w 3972491"/>
              <a:gd name="connsiteY14" fmla="*/ 0 h 858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72491" h="8580494">
                <a:moveTo>
                  <a:pt x="324751" y="0"/>
                </a:moveTo>
                <a:lnTo>
                  <a:pt x="871914" y="0"/>
                </a:lnTo>
                <a:lnTo>
                  <a:pt x="871914" y="75570"/>
                </a:lnTo>
                <a:cubicBezTo>
                  <a:pt x="871914" y="204412"/>
                  <a:pt x="976361" y="308859"/>
                  <a:pt x="1105202" y="308859"/>
                </a:cubicBezTo>
                <a:lnTo>
                  <a:pt x="2867288" y="308859"/>
                </a:lnTo>
                <a:cubicBezTo>
                  <a:pt x="2996130" y="308859"/>
                  <a:pt x="3100577" y="204412"/>
                  <a:pt x="3100577" y="75570"/>
                </a:cubicBezTo>
                <a:lnTo>
                  <a:pt x="3100577" y="0"/>
                </a:lnTo>
                <a:lnTo>
                  <a:pt x="3647740" y="0"/>
                </a:lnTo>
                <a:cubicBezTo>
                  <a:pt x="3827095" y="0"/>
                  <a:pt x="3972491" y="145397"/>
                  <a:pt x="3972491" y="324752"/>
                </a:cubicBezTo>
                <a:lnTo>
                  <a:pt x="3972491" y="8255742"/>
                </a:lnTo>
                <a:cubicBezTo>
                  <a:pt x="3972491" y="8435097"/>
                  <a:pt x="3827095" y="8580494"/>
                  <a:pt x="3647740" y="8580494"/>
                </a:cubicBezTo>
                <a:lnTo>
                  <a:pt x="324751" y="8580494"/>
                </a:lnTo>
                <a:cubicBezTo>
                  <a:pt x="145396" y="8580494"/>
                  <a:pt x="0" y="8435097"/>
                  <a:pt x="0" y="8255742"/>
                </a:cubicBezTo>
                <a:lnTo>
                  <a:pt x="0" y="324752"/>
                </a:lnTo>
                <a:cubicBezTo>
                  <a:pt x="0" y="145397"/>
                  <a:pt x="145396" y="0"/>
                  <a:pt x="32475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2212601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5799580" y="913192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-1295127" y="844266"/>
            <a:ext cx="6376882" cy="3850326"/>
          </a:xfrm>
          <a:custGeom>
            <a:avLst/>
            <a:gdLst>
              <a:gd name="connsiteX0" fmla="*/ 0 w 6376882"/>
              <a:gd name="connsiteY0" fmla="*/ 0 h 3850326"/>
              <a:gd name="connsiteX1" fmla="*/ 6376882 w 6376882"/>
              <a:gd name="connsiteY1" fmla="*/ 0 h 3850326"/>
              <a:gd name="connsiteX2" fmla="*/ 6376882 w 6376882"/>
              <a:gd name="connsiteY2" fmla="*/ 3850326 h 3850326"/>
              <a:gd name="connsiteX3" fmla="*/ 0 w 6376882"/>
              <a:gd name="connsiteY3" fmla="*/ 3850326 h 385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76882" h="3850326">
                <a:moveTo>
                  <a:pt x="0" y="0"/>
                </a:moveTo>
                <a:lnTo>
                  <a:pt x="6376882" y="0"/>
                </a:lnTo>
                <a:lnTo>
                  <a:pt x="6376882" y="3850326"/>
                </a:lnTo>
                <a:lnTo>
                  <a:pt x="0" y="385032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3489440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3284764" y="167183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7284565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42913" y="4772818"/>
            <a:ext cx="5798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701088" y="0"/>
            <a:ext cx="3048000" cy="6453188"/>
          </a:xfrm>
          <a:custGeom>
            <a:avLst/>
            <a:gdLst>
              <a:gd name="connsiteX0" fmla="*/ 0 w 3048000"/>
              <a:gd name="connsiteY0" fmla="*/ 0 h 6453188"/>
              <a:gd name="connsiteX1" fmla="*/ 3048000 w 3048000"/>
              <a:gd name="connsiteY1" fmla="*/ 0 h 6453188"/>
              <a:gd name="connsiteX2" fmla="*/ 3048000 w 3048000"/>
              <a:gd name="connsiteY2" fmla="*/ 6084868 h 6453188"/>
              <a:gd name="connsiteX3" fmla="*/ 2679680 w 3048000"/>
              <a:gd name="connsiteY3" fmla="*/ 6453188 h 6453188"/>
              <a:gd name="connsiteX4" fmla="*/ 368320 w 3048000"/>
              <a:gd name="connsiteY4" fmla="*/ 6453188 h 6453188"/>
              <a:gd name="connsiteX5" fmla="*/ 0 w 3048000"/>
              <a:gd name="connsiteY5" fmla="*/ 6084868 h 645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0" h="6453188">
                <a:moveTo>
                  <a:pt x="0" y="0"/>
                </a:moveTo>
                <a:lnTo>
                  <a:pt x="3048000" y="0"/>
                </a:lnTo>
                <a:lnTo>
                  <a:pt x="3048000" y="6084868"/>
                </a:lnTo>
                <a:cubicBezTo>
                  <a:pt x="3048000" y="6288286"/>
                  <a:pt x="2883098" y="6453188"/>
                  <a:pt x="2679680" y="6453188"/>
                </a:cubicBezTo>
                <a:lnTo>
                  <a:pt x="368320" y="6453188"/>
                </a:lnTo>
                <a:cubicBezTo>
                  <a:pt x="164902" y="6453188"/>
                  <a:pt x="0" y="6288286"/>
                  <a:pt x="0" y="6084868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2913" y="1"/>
            <a:ext cx="3048000" cy="4204563"/>
          </a:xfrm>
          <a:custGeom>
            <a:avLst/>
            <a:gdLst>
              <a:gd name="connsiteX0" fmla="*/ 0 w 3048000"/>
              <a:gd name="connsiteY0" fmla="*/ 0 h 4204563"/>
              <a:gd name="connsiteX1" fmla="*/ 3048000 w 3048000"/>
              <a:gd name="connsiteY1" fmla="*/ 0 h 4204563"/>
              <a:gd name="connsiteX2" fmla="*/ 3048000 w 3048000"/>
              <a:gd name="connsiteY2" fmla="*/ 3836243 h 4204563"/>
              <a:gd name="connsiteX3" fmla="*/ 2679680 w 3048000"/>
              <a:gd name="connsiteY3" fmla="*/ 4204563 h 4204563"/>
              <a:gd name="connsiteX4" fmla="*/ 368320 w 3048000"/>
              <a:gd name="connsiteY4" fmla="*/ 4204563 h 4204563"/>
              <a:gd name="connsiteX5" fmla="*/ 0 w 3048000"/>
              <a:gd name="connsiteY5" fmla="*/ 3836243 h 420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0" h="4204563">
                <a:moveTo>
                  <a:pt x="0" y="0"/>
                </a:moveTo>
                <a:lnTo>
                  <a:pt x="3048000" y="0"/>
                </a:lnTo>
                <a:lnTo>
                  <a:pt x="3048000" y="3836243"/>
                </a:lnTo>
                <a:cubicBezTo>
                  <a:pt x="3048000" y="4039661"/>
                  <a:pt x="2883098" y="4204563"/>
                  <a:pt x="2679680" y="4204563"/>
                </a:cubicBezTo>
                <a:lnTo>
                  <a:pt x="368320" y="4204563"/>
                </a:lnTo>
                <a:cubicBezTo>
                  <a:pt x="164902" y="4204563"/>
                  <a:pt x="0" y="4039661"/>
                  <a:pt x="0" y="38362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792268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1335313" y="167183"/>
            <a:ext cx="95213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2789069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838200" y="457876"/>
            <a:ext cx="85525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9601798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7687694" y="1222961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03717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3284764" y="203696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4759905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3284764" y="203696"/>
            <a:ext cx="56224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5400" b="1"/>
            </a:lvl1pPr>
          </a:lstStyle>
          <a:p>
            <a:endParaRPr lang="en-ID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42913" y="3048000"/>
            <a:ext cx="11306175" cy="3405188"/>
          </a:xfrm>
          <a:custGeom>
            <a:avLst/>
            <a:gdLst>
              <a:gd name="connsiteX0" fmla="*/ 306380 w 11306175"/>
              <a:gd name="connsiteY0" fmla="*/ 0 h 2535420"/>
              <a:gd name="connsiteX1" fmla="*/ 10999795 w 11306175"/>
              <a:gd name="connsiteY1" fmla="*/ 0 h 2535420"/>
              <a:gd name="connsiteX2" fmla="*/ 11306175 w 11306175"/>
              <a:gd name="connsiteY2" fmla="*/ 306380 h 2535420"/>
              <a:gd name="connsiteX3" fmla="*/ 11306175 w 11306175"/>
              <a:gd name="connsiteY3" fmla="*/ 2229040 h 2535420"/>
              <a:gd name="connsiteX4" fmla="*/ 10999795 w 11306175"/>
              <a:gd name="connsiteY4" fmla="*/ 2535420 h 2535420"/>
              <a:gd name="connsiteX5" fmla="*/ 306380 w 11306175"/>
              <a:gd name="connsiteY5" fmla="*/ 2535420 h 2535420"/>
              <a:gd name="connsiteX6" fmla="*/ 0 w 11306175"/>
              <a:gd name="connsiteY6" fmla="*/ 2229040 h 2535420"/>
              <a:gd name="connsiteX7" fmla="*/ 0 w 11306175"/>
              <a:gd name="connsiteY7" fmla="*/ 306380 h 2535420"/>
              <a:gd name="connsiteX8" fmla="*/ 306380 w 11306175"/>
              <a:gd name="connsiteY8" fmla="*/ 0 h 2535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06175" h="2535420">
                <a:moveTo>
                  <a:pt x="306380" y="0"/>
                </a:moveTo>
                <a:lnTo>
                  <a:pt x="10999795" y="0"/>
                </a:lnTo>
                <a:cubicBezTo>
                  <a:pt x="11169004" y="0"/>
                  <a:pt x="11306175" y="137171"/>
                  <a:pt x="11306175" y="306380"/>
                </a:cubicBezTo>
                <a:lnTo>
                  <a:pt x="11306175" y="2229040"/>
                </a:lnTo>
                <a:cubicBezTo>
                  <a:pt x="11306175" y="2398249"/>
                  <a:pt x="11169004" y="2535420"/>
                  <a:pt x="10999795" y="2535420"/>
                </a:cubicBezTo>
                <a:lnTo>
                  <a:pt x="306380" y="2535420"/>
                </a:lnTo>
                <a:cubicBezTo>
                  <a:pt x="137171" y="2535420"/>
                  <a:pt x="0" y="2398249"/>
                  <a:pt x="0" y="2229040"/>
                </a:cubicBezTo>
                <a:lnTo>
                  <a:pt x="0" y="306380"/>
                </a:lnTo>
                <a:cubicBezTo>
                  <a:pt x="0" y="137171"/>
                  <a:pt x="137171" y="0"/>
                  <a:pt x="30638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7247232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059542" y="2660628"/>
            <a:ext cx="100729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600" b="1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89040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52924"/>
            <a:ext cx="11004550" cy="330011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6401063"/>
            <a:ext cx="11468100" cy="299133"/>
          </a:xfrm>
        </p:spPr>
        <p:txBody>
          <a:bodyPr/>
          <a:lstStyle>
            <a:lvl1pPr marL="0" indent="0">
              <a:buNone/>
              <a:defRPr lang="en-US" sz="1200" kern="1200" cap="all" spc="12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A7126F-42E5-BDA9-D567-8886D065BF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676DF-5E14-52D4-BABB-8F827AAEEC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1" y="291374"/>
            <a:ext cx="2179376" cy="66010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C8A5893-92F4-BA7E-EED3-7371E8329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1290" y="-411836"/>
            <a:ext cx="4335330" cy="399985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1AA7B79-9C80-A522-A2A2-B4C0CB932C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617" y="496894"/>
            <a:ext cx="2734613" cy="273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7440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52924"/>
            <a:ext cx="11004550" cy="330011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6401063"/>
            <a:ext cx="11468100" cy="299133"/>
          </a:xfrm>
        </p:spPr>
        <p:txBody>
          <a:bodyPr/>
          <a:lstStyle>
            <a:lvl1pPr marL="0" indent="0">
              <a:buNone/>
              <a:defRPr lang="en-US" sz="1200" kern="1200" cap="all" spc="12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A7126F-42E5-BDA9-D567-8886D065BF26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3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676DF-5E14-52D4-BABB-8F827AAEEC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" r="29"/>
          <a:stretch/>
        </p:blipFill>
        <p:spPr>
          <a:xfrm>
            <a:off x="342901" y="291374"/>
            <a:ext cx="2178108" cy="66010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C8A5893-92F4-BA7E-EED3-7371E8329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1290" y="-411836"/>
            <a:ext cx="4335330" cy="399985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1AA7B79-9C80-A522-A2A2-B4C0CB932C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617" y="496894"/>
            <a:ext cx="2734613" cy="273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9222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F90A33E-9F2D-6F65-6EEE-0C263D9FA773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rgbClr val="F36C2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0893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Gra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759A56-C619-32D6-9EEB-DDF025B51ACF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-2" y="-2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chemeClr val="bg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accent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7349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60BFFD-E5C9-1624-E888-89F1A9714DF1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chemeClr val="accent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tx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622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- Oran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60BFFD-E5C9-1624-E888-89F1A9714DF1}"/>
              </a:ext>
            </a:extLst>
          </p:cNvPr>
          <p:cNvSpPr/>
          <p:nvPr userDrawn="1"/>
        </p:nvSpPr>
        <p:spPr>
          <a:xfrm>
            <a:off x="-1" y="-1"/>
            <a:ext cx="12191999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1D92D1-6C87-C5AE-3BE4-E9CC49D3DE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86" t="9452" b="94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148C2-091A-B8A0-6760-381FB3FC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709688"/>
            <a:ext cx="11506200" cy="184665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lang="en-US" sz="6000" kern="1200" dirty="0">
                <a:solidFill>
                  <a:schemeClr val="bg1"/>
                </a:solidFill>
                <a:latin typeface="Montserrat Light" panose="000004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1CF9-9329-A487-BE2C-2CF6F0F71E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2410556"/>
            <a:ext cx="11506200" cy="299133"/>
          </a:xfrm>
        </p:spPr>
        <p:txBody>
          <a:bodyPr/>
          <a:lstStyle>
            <a:lvl1pPr marL="0" indent="0">
              <a:buNone/>
              <a:defRPr lang="en-US" sz="1400" kern="1200" cap="all" spc="100" baseline="0" dirty="0">
                <a:solidFill>
                  <a:schemeClr val="tx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##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ECA5B-2BD6-ADA8-F374-C0B60795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6E51634-E6DD-6B15-7BA9-67F732C6DF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007369">
            <a:off x="9626012" y="-944054"/>
            <a:ext cx="3069702" cy="283216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D26DAD5-9541-73D8-EA27-CDB8F0B27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2393">
            <a:off x="9959954" y="940031"/>
            <a:ext cx="807295" cy="80729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5605EE0-150B-C8F4-FBFC-9BDD2950E1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40000" y="5696736"/>
            <a:ext cx="1846659" cy="18466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9109D97-B31B-6B95-AA26-7427CC154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31396">
            <a:off x="1179636" y="5490209"/>
            <a:ext cx="1074501" cy="107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7143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21692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457200"/>
            <a:ext cx="5600139" cy="8953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2425" y="1737483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89C0A6D-E24B-FA92-4D23-4BA9964CD80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52425" y="2389858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C08E963-92AB-72D0-E98B-C073FD1E954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52425" y="3049303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BC9FCED-EB01-8E7A-0C9D-2AB327BEA22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52425" y="3708748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666642F-4E85-9820-8D4B-BDBCA5460F0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52425" y="4368193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0C8FFE5-4E68-881F-4AD7-62785A75B60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2425" y="5027638"/>
            <a:ext cx="588437" cy="310896"/>
          </a:xfrm>
        </p:spPr>
        <p:txBody>
          <a:bodyPr anchor="t"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F36C21"/>
                </a:solidFill>
                <a:effectLst/>
                <a:uLnTx/>
                <a:uFillTx/>
                <a:latin typeface="Montserra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5DA752-DC3D-81A5-FB29-90836B19E4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4104" y="1772951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C01DD10F-B70D-ECF7-E5BA-7F6CCF9624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44104" y="2425326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86BBA472-5E5F-FA22-8F57-065F9D66E9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44104" y="3084771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2054998-9AF5-EAEE-9D6C-F95DEDCDD9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4104" y="3744216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DA43C4ED-B4B6-DDA9-50AA-C63B71EA33F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44104" y="4403661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52B072D0-E176-0CBB-0E54-3F79760153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44104" y="5063106"/>
            <a:ext cx="7381461" cy="275428"/>
          </a:xfrm>
        </p:spPr>
        <p:txBody>
          <a:bodyPr>
            <a:normAutofit/>
          </a:bodyPr>
          <a:lstStyle>
            <a:lvl1pPr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D0290-3F1C-BF21-56C4-71356F1F4D9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1A2AB-CE85-2413-2968-0611080FCB6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SALES TEAM ISN’T THE PROBLEM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A05AE4-5469-08DB-217C-39396043D7B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85704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5C7EC5-E16F-E673-16A6-3C87D643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DFE8C1B-9893-0876-AE0C-BB019E15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YOUR SALES TEAM ISN’T THE PROBLEM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D470EF-BC02-5157-1E5D-903A1D25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pPr/>
              <a:t>‹#›</a:t>
            </a:fld>
            <a:endParaRPr lang="en-US" sz="800" kern="1200" spc="100" dirty="0">
              <a:solidFill>
                <a:srgbClr val="000000"/>
              </a:solidFill>
              <a:latin typeface="Montserrat Semi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924646"/>
      </p:ext>
    </p:extLst>
  </p:cSld>
  <p:clrMapOvr>
    <a:masterClrMapping/>
  </p:clrMapOvr>
  <p:hf hdr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689-0CC9-ACDA-1280-B9262FCD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bg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CB0C-4509-FF2D-7F24-1A64418A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2F9F3-6905-EA18-9D28-3D48C762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640D7-F6FC-1A73-5C8E-533231077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SALES TEAM ISN’T THE PROBLEM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21BC73-C2F0-128B-BAB5-15E25776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7267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A02F-FD5D-B16E-5675-C975AF6B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C08CB-D314-03CD-94B6-82F2FA23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3DF7D-6A08-FC60-99E7-D026815B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YOUR SALES TEAM ISN’T THE PROBLEM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50024D-5042-AD38-061B-D8A02BA9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pPr/>
              <a:t>‹#›</a:t>
            </a:fld>
            <a:endParaRPr lang="en-US" sz="800" kern="1200" spc="100" dirty="0">
              <a:solidFill>
                <a:srgbClr val="000000"/>
              </a:solidFill>
              <a:latin typeface="Montserrat Semi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567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A02F-FD5D-B16E-5675-C975AF6B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bg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4FDC0-674A-CC8E-6B50-FBCE3A8F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60110-C47A-A473-8535-EE030028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SALES TEAM ISN’T THE PROBLEM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0CA5A-457A-97F9-2640-F83DC106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3946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Foot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EEAF7-74F8-A16C-47C0-5C185066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47C3A9-5FA0-FA7E-27D9-A8E13F1F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YOUR SALES TEAM ISN’T THE PROBLEM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89FABD-7A5D-AA92-B43F-9156D391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pPr/>
              <a:t>‹#›</a:t>
            </a:fld>
            <a:endParaRPr lang="en-US" sz="800" kern="1200" spc="100" dirty="0">
              <a:solidFill>
                <a:srgbClr val="000000"/>
              </a:solidFill>
              <a:latin typeface="Montserrat Semi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84585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63ECF-93FA-65B5-2334-3DB3CAEA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7270A-5A2D-6421-F167-97D95658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SALES TEAM ISN’T THE PROBLEM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1D27D-FFC5-5B54-2C7C-BF858E28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6512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1BCA-EBE0-C0C4-0204-D51BFA67B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2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561CA-414C-3588-B002-6D0534E1B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1811034"/>
            <a:ext cx="549714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82927-D850-0158-5FDE-BC0624025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2434" y="1811034"/>
            <a:ext cx="54971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51DCFA-71B4-C412-6DD3-9AD74477E43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1811034"/>
            <a:ext cx="0" cy="435133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D3B9B-E651-C193-F9C1-279E30C9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en-US"/>
              <a:t>THE SYSTEM OF SELLING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076E62C-8B92-7CBE-46BE-8C568634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YOUR SALES TEAM ISN’T THE PROBLEM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98F9CA-EBAC-FB0F-F68E-3E516A1B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B3DDD-530E-42CC-B083-EE1988BC33E5}" type="slidenum">
              <a:rPr lang="en-US" smtClean="0"/>
              <a:pPr/>
              <a:t>‹#›</a:t>
            </a:fld>
            <a:endParaRPr lang="en-US" sz="800" kern="1200" spc="100" dirty="0">
              <a:solidFill>
                <a:srgbClr val="000000"/>
              </a:solidFill>
              <a:latin typeface="Montserrat Semi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90526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 PAST HERE"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1BCA-EBE0-C0C4-0204-D51BFA67B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426" y="457200"/>
            <a:ext cx="11496674" cy="5763638"/>
          </a:xfrm>
        </p:spPr>
        <p:txBody>
          <a:bodyPr anchor="ctr">
            <a:normAutofit/>
          </a:bodyPr>
          <a:lstStyle>
            <a:lvl1pPr algn="ctr">
              <a:defRPr lang="en-US" sz="6000" b="1" kern="1200" dirty="0">
                <a:solidFill>
                  <a:schemeClr val="tx1"/>
                </a:solidFill>
                <a:latin typeface="Montserrat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DO NOT USE PAST HERE</a:t>
            </a:r>
          </a:p>
        </p:txBody>
      </p:sp>
    </p:spTree>
    <p:extLst>
      <p:ext uri="{BB962C8B-B14F-4D97-AF65-F5344CB8AC3E}">
        <p14:creationId xmlns:p14="http://schemas.microsoft.com/office/powerpoint/2010/main" val="78042794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394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94415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3" y="2937933"/>
            <a:ext cx="5181600" cy="908051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3" y="1937810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0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1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24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3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38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45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6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46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145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89288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1" y="1023410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7" indent="0">
              <a:buNone/>
              <a:defRPr sz="1333" b="1"/>
            </a:lvl2pPr>
            <a:lvl3pPr marL="609615" indent="0">
              <a:buNone/>
              <a:defRPr sz="1200" b="1"/>
            </a:lvl3pPr>
            <a:lvl4pPr marL="914424" indent="0">
              <a:buNone/>
              <a:defRPr sz="1067" b="1"/>
            </a:lvl4pPr>
            <a:lvl5pPr marL="1219231" indent="0">
              <a:buNone/>
              <a:defRPr sz="1067" b="1"/>
            </a:lvl5pPr>
            <a:lvl6pPr marL="1524038" indent="0">
              <a:buNone/>
              <a:defRPr sz="1067" b="1"/>
            </a:lvl6pPr>
            <a:lvl7pPr marL="1828845" indent="0">
              <a:buNone/>
              <a:defRPr sz="1067" b="1"/>
            </a:lvl7pPr>
            <a:lvl8pPr marL="2133653" indent="0">
              <a:buNone/>
              <a:defRPr sz="1067" b="1"/>
            </a:lvl8pPr>
            <a:lvl9pPr marL="243846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1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10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7" indent="0">
              <a:buNone/>
              <a:defRPr sz="1333" b="1"/>
            </a:lvl2pPr>
            <a:lvl3pPr marL="609615" indent="0">
              <a:buNone/>
              <a:defRPr sz="1200" b="1"/>
            </a:lvl3pPr>
            <a:lvl4pPr marL="914424" indent="0">
              <a:buNone/>
              <a:defRPr sz="1067" b="1"/>
            </a:lvl4pPr>
            <a:lvl5pPr marL="1219231" indent="0">
              <a:buNone/>
              <a:defRPr sz="1067" b="1"/>
            </a:lvl5pPr>
            <a:lvl6pPr marL="1524038" indent="0">
              <a:buNone/>
              <a:defRPr sz="1067" b="1"/>
            </a:lvl6pPr>
            <a:lvl7pPr marL="1828845" indent="0">
              <a:buNone/>
              <a:defRPr sz="1067" b="1"/>
            </a:lvl7pPr>
            <a:lvl8pPr marL="2133653" indent="0">
              <a:buNone/>
              <a:defRPr sz="1067" b="1"/>
            </a:lvl8pPr>
            <a:lvl9pPr marL="243846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3724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5225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1421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182034"/>
            <a:ext cx="2005543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9" y="182035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1" y="956735"/>
            <a:ext cx="2005543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07" indent="0">
              <a:buNone/>
              <a:defRPr sz="800"/>
            </a:lvl2pPr>
            <a:lvl3pPr marL="609615" indent="0">
              <a:buNone/>
              <a:defRPr sz="667"/>
            </a:lvl3pPr>
            <a:lvl4pPr marL="914424" indent="0">
              <a:buNone/>
              <a:defRPr sz="600"/>
            </a:lvl4pPr>
            <a:lvl5pPr marL="1219231" indent="0">
              <a:buNone/>
              <a:defRPr sz="600"/>
            </a:lvl5pPr>
            <a:lvl6pPr marL="1524038" indent="0">
              <a:buNone/>
              <a:defRPr sz="600"/>
            </a:lvl6pPr>
            <a:lvl7pPr marL="1828845" indent="0">
              <a:buNone/>
              <a:defRPr sz="600"/>
            </a:lvl7pPr>
            <a:lvl8pPr marL="2133653" indent="0">
              <a:buNone/>
              <a:defRPr sz="600"/>
            </a:lvl8pPr>
            <a:lvl9pPr marL="243846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9049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1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07" indent="0">
              <a:buNone/>
              <a:defRPr sz="1867"/>
            </a:lvl2pPr>
            <a:lvl3pPr marL="609615" indent="0">
              <a:buNone/>
              <a:defRPr sz="1600"/>
            </a:lvl3pPr>
            <a:lvl4pPr marL="914424" indent="0">
              <a:buNone/>
              <a:defRPr sz="1333"/>
            </a:lvl4pPr>
            <a:lvl5pPr marL="1219231" indent="0">
              <a:buNone/>
              <a:defRPr sz="1333"/>
            </a:lvl5pPr>
            <a:lvl6pPr marL="1524038" indent="0">
              <a:buNone/>
              <a:defRPr sz="1333"/>
            </a:lvl6pPr>
            <a:lvl7pPr marL="1828845" indent="0">
              <a:buNone/>
              <a:defRPr sz="1333"/>
            </a:lvl7pPr>
            <a:lvl8pPr marL="2133653" indent="0">
              <a:buNone/>
              <a:defRPr sz="1333"/>
            </a:lvl8pPr>
            <a:lvl9pPr marL="2438462" indent="0">
              <a:buNone/>
              <a:defRPr sz="133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6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07" indent="0">
              <a:buNone/>
              <a:defRPr sz="800"/>
            </a:lvl2pPr>
            <a:lvl3pPr marL="609615" indent="0">
              <a:buNone/>
              <a:defRPr sz="667"/>
            </a:lvl3pPr>
            <a:lvl4pPr marL="914424" indent="0">
              <a:buNone/>
              <a:defRPr sz="600"/>
            </a:lvl4pPr>
            <a:lvl5pPr marL="1219231" indent="0">
              <a:buNone/>
              <a:defRPr sz="600"/>
            </a:lvl5pPr>
            <a:lvl6pPr marL="1524038" indent="0">
              <a:buNone/>
              <a:defRPr sz="600"/>
            </a:lvl6pPr>
            <a:lvl7pPr marL="1828845" indent="0">
              <a:buNone/>
              <a:defRPr sz="600"/>
            </a:lvl7pPr>
            <a:lvl8pPr marL="2133653" indent="0">
              <a:buNone/>
              <a:defRPr sz="600"/>
            </a:lvl8pPr>
            <a:lvl9pPr marL="243846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9986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335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3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3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0288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3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4.xml"/><Relationship Id="rId3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10.xml"/><Relationship Id="rId17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1.xml"/><Relationship Id="rId12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9682C-5B6A-3D49-8EBB-55E218DF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49934"/>
            <a:ext cx="10820400" cy="55707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606CA-609F-404E-9F25-AAE17F8AA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641764"/>
            <a:ext cx="10820400" cy="45351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85532-A907-BD43-8C04-71B00F209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3000" y="6490709"/>
            <a:ext cx="2743200" cy="964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b="0" i="0" smtClean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196C39BD-F53D-F841-80A9-F0149DDDA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0487577-B5E1-F144-87DF-DC2B83E89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0710"/>
            <a:ext cx="4114800" cy="96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Essentia Water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76947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300" baseline="0">
          <a:solidFill>
            <a:schemeClr val="accent1"/>
          </a:solidFill>
          <a:latin typeface="Helvetica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ystem Font Regular"/>
        <a:buChar char="+"/>
        <a:defRPr sz="2000" b="0" i="0" kern="1200">
          <a:solidFill>
            <a:schemeClr val="tx1"/>
          </a:solidFill>
          <a:latin typeface="Helvetica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1500" b="0" i="0" kern="1200">
          <a:solidFill>
            <a:schemeClr val="tx1"/>
          </a:solidFill>
          <a:latin typeface="Helvetica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>
          <a:solidFill>
            <a:schemeClr val="tx1"/>
          </a:solidFill>
          <a:latin typeface="Helvetica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500" b="0" i="0" kern="1200">
          <a:solidFill>
            <a:schemeClr val="tx1"/>
          </a:solidFill>
          <a:latin typeface="Helvetica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pos="7248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136">
          <p15:clr>
            <a:srgbClr val="F26B43"/>
          </p15:clr>
        </p15:guide>
        <p15:guide id="8" pos="5544">
          <p15:clr>
            <a:srgbClr val="F26B43"/>
          </p15:clr>
        </p15:guide>
        <p15:guide id="9" pos="2088">
          <p15:clr>
            <a:srgbClr val="F26B43"/>
          </p15:clr>
        </p15:guide>
        <p15:guide id="10" pos="2184">
          <p15:clr>
            <a:srgbClr val="F26B43"/>
          </p15:clr>
        </p15:guide>
        <p15:guide id="11" pos="3792">
          <p15:clr>
            <a:srgbClr val="F26B43"/>
          </p15:clr>
        </p15:guide>
        <p15:guide id="12" pos="3888">
          <p15:clr>
            <a:srgbClr val="F26B43"/>
          </p15:clr>
        </p15:guide>
        <p15:guide id="13" pos="5496">
          <p15:clr>
            <a:srgbClr val="F26B43"/>
          </p15:clr>
        </p15:guide>
        <p15:guide id="14" pos="559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FDAF3F-C698-4BBA-988A-B8C137D5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92A8B-C459-40B3-B46C-B1060092F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67A6A-1C67-491A-A437-30539B181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D20B-F791-419C-A2AC-80C9473FDD2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75C97-8E0A-45F9-8222-A54476B63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FA45F-7076-4FFC-984E-B095FAF5C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C2096-503F-4C9E-8AA2-431A368A7B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10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06555-AF4E-4606-B2E1-37F7750CB71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CE6FC-8523-4DD5-8ECA-6F0A62E9AB7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31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7EE37-C842-FC9E-E204-E417A316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61B63-707F-CEBD-C6D4-964F3FBD9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1E600-6067-28EE-1E16-58AF90355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B1912-2163-40DF-A190-6CFDD3B3869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711E4-E49A-FE7E-0671-DD43C2A12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94778-9648-3EED-0731-61FBCEC13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B3DDD-530E-42CC-B083-EE1988BC33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5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8" r:id="rId1"/>
    <p:sldLayoutId id="2147484119" r:id="rId2"/>
    <p:sldLayoutId id="2147484120" r:id="rId3"/>
    <p:sldLayoutId id="2147484121" r:id="rId4"/>
    <p:sldLayoutId id="2147484122" r:id="rId5"/>
    <p:sldLayoutId id="2147484123" r:id="rId6"/>
    <p:sldLayoutId id="2147484124" r:id="rId7"/>
    <p:sldLayoutId id="2147484125" r:id="rId8"/>
    <p:sldLayoutId id="2147484126" r:id="rId9"/>
    <p:sldLayoutId id="2147484127" r:id="rId10"/>
    <p:sldLayoutId id="21474841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 SemiBold" panose="020F050202020403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7EE37-C842-FC9E-E204-E417A316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457200"/>
            <a:ext cx="11496674" cy="89535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 xml:space="preserve">Click to edit Master title </a:t>
            </a:r>
            <a:r>
              <a:rPr lang="en-US" dirty="0" err="1"/>
              <a:t>stylea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61B63-707F-CEBD-C6D4-964F3FBD9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426" y="1766888"/>
            <a:ext cx="11496674" cy="43529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 xml:space="preserve">Click to edit Master text </a:t>
            </a:r>
            <a:r>
              <a:rPr lang="en-US" dirty="0" err="1"/>
              <a:t>stylesaaa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711E4-E49A-FE7E-0671-DD43C2A12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405563"/>
            <a:ext cx="57531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US" sz="800" kern="1200" cap="all" spc="100" baseline="0" dirty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YOUR SALES TEAM ISN’T THE PROBLEM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94778-9648-3EED-0731-61FBCEC13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kern="1200" spc="100" smtClean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sz="800" kern="1200" spc="100" dirty="0">
              <a:solidFill>
                <a:srgbClr val="000000"/>
              </a:solidFill>
              <a:latin typeface="Montserrat Semi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81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  <p:sldLayoutId id="2147484141" r:id="rId12"/>
    <p:sldLayoutId id="2147484142" r:id="rId13"/>
    <p:sldLayoutId id="2147484143" r:id="rId14"/>
    <p:sldLayoutId id="2147484144" r:id="rId15"/>
    <p:sldLayoutId id="2147484145" r:id="rId16"/>
  </p:sldLayoutIdLst>
  <p:hf hdr="0" dt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200" kern="1200">
          <a:solidFill>
            <a:schemeClr val="tx1"/>
          </a:solidFill>
          <a:latin typeface="Montserrat SemiBold" panose="020F0502020204030204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79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13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14F8E-14FE-4D31-A451-22653500D07F}" type="datetimeFigureOut">
              <a:rPr lang="en-ID" smtClean="0"/>
              <a:t>09/09/2026</a:t>
            </a:fld>
            <a:endParaRPr lang="en-ID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0A667-A969-4AF5-A16C-6B61573EB8CD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9663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  <p:sldLayoutId id="2147484165" r:id="rId17"/>
    <p:sldLayoutId id="2147484166" r:id="rId18"/>
    <p:sldLayoutId id="2147484167" r:id="rId19"/>
    <p:sldLayoutId id="2147484168" r:id="rId20"/>
    <p:sldLayoutId id="2147484169" r:id="rId21"/>
    <p:sldLayoutId id="2147484170" r:id="rId22"/>
    <p:sldLayoutId id="2147484171" r:id="rId23"/>
    <p:sldLayoutId id="2147484172" r:id="rId24"/>
    <p:sldLayoutId id="2147484173" r:id="rId25"/>
    <p:sldLayoutId id="2147484174" r:id="rId26"/>
    <p:sldLayoutId id="2147484175" r:id="rId27"/>
    <p:sldLayoutId id="2147484176" r:id="rId28"/>
    <p:sldLayoutId id="2147484177" r:id="rId29"/>
    <p:sldLayoutId id="214748417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7EE37-C842-FC9E-E204-E417A316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457200"/>
            <a:ext cx="11496674" cy="89535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 xml:space="preserve">Click to edit Master title </a:t>
            </a:r>
            <a:r>
              <a:rPr lang="en-US" dirty="0" err="1"/>
              <a:t>stylea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61B63-707F-CEBD-C6D4-964F3FBD9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426" y="1766888"/>
            <a:ext cx="11496674" cy="43529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 xml:space="preserve">Click to edit Master text </a:t>
            </a:r>
            <a:r>
              <a:rPr lang="en-US" dirty="0" err="1"/>
              <a:t>stylesaaa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711E4-E49A-FE7E-0671-DD43C2A12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405563"/>
            <a:ext cx="57531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US" sz="800" kern="1200" cap="all" spc="100" baseline="0" dirty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YOUR SALES TEAM ISN’T THE PROBLEM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94778-9648-3EED-0731-61FBCEC13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US" sz="800" kern="1200" spc="100" smtClean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</a:lstStyle>
          <a:p>
            <a:fld id="{DFAB3DDD-530E-42CC-B083-EE1988BC33E5}" type="slidenum">
              <a:rPr lang="en-US" smtClean="0"/>
              <a:pPr/>
              <a:t>‹#›</a:t>
            </a:fld>
            <a:endParaRPr lang="en-US" sz="800" kern="1200" spc="100" dirty="0">
              <a:solidFill>
                <a:srgbClr val="000000"/>
              </a:solidFill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1ADC9-2D75-E791-5A7D-41D919617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403975"/>
            <a:ext cx="2743200" cy="3270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lang="en-US" sz="800" kern="1200" cap="all" spc="100" baseline="0" smtClean="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algn="r"/>
            <a:r>
              <a:rPr lang="en-US" dirty="0"/>
              <a:t>THE SYSTEM OF SELLING</a:t>
            </a:r>
          </a:p>
        </p:txBody>
      </p:sp>
    </p:spTree>
    <p:extLst>
      <p:ext uri="{BB962C8B-B14F-4D97-AF65-F5344CB8AC3E}">
        <p14:creationId xmlns:p14="http://schemas.microsoft.com/office/powerpoint/2010/main" val="66650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81" r:id="rId2"/>
    <p:sldLayoutId id="2147484182" r:id="rId3"/>
    <p:sldLayoutId id="2147484183" r:id="rId4"/>
    <p:sldLayoutId id="2147484184" r:id="rId5"/>
    <p:sldLayoutId id="2147484185" r:id="rId6"/>
    <p:sldLayoutId id="2147484186" r:id="rId7"/>
    <p:sldLayoutId id="2147484187" r:id="rId8"/>
    <p:sldLayoutId id="2147484188" r:id="rId9"/>
    <p:sldLayoutId id="2147484189" r:id="rId10"/>
    <p:sldLayoutId id="2147484190" r:id="rId11"/>
    <p:sldLayoutId id="2147484191" r:id="rId12"/>
    <p:sldLayoutId id="2147484192" r:id="rId13"/>
    <p:sldLayoutId id="2147484193" r:id="rId14"/>
    <p:sldLayoutId id="2147484194" r:id="rId15"/>
    <p:sldLayoutId id="2147484195" r:id="rId16"/>
  </p:sldLayoutIdLst>
  <p:hf hdr="0" dt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200" kern="1200">
          <a:solidFill>
            <a:schemeClr val="tx1"/>
          </a:solidFill>
          <a:latin typeface="Montserrat SemiBold" panose="020F0502020204030204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715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79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9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9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9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5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1" r:id="rId5"/>
    <p:sldLayoutId id="2147484202" r:id="rId6"/>
    <p:sldLayoutId id="2147484203" r:id="rId7"/>
    <p:sldLayoutId id="2147484204" r:id="rId8"/>
    <p:sldLayoutId id="2147484205" r:id="rId9"/>
    <p:sldLayoutId id="2147484206" r:id="rId10"/>
    <p:sldLayoutId id="2147484207" r:id="rId11"/>
  </p:sldLayoutIdLst>
  <p:txStyles>
    <p:titleStyle>
      <a:lvl1pPr algn="ctr" defTabSz="609615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609615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13" indent="-190506" algn="l" defTabSz="609615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20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27" indent="-152404" algn="l" defTabSz="609615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5" indent="-152404" algn="l" defTabSz="609615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42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49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058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866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7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15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24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31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38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45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53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62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6.jpg"/><Relationship Id="rId3" Type="http://schemas.openxmlformats.org/officeDocument/2006/relationships/image" Target="../media/image2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7.jpeg"/><Relationship Id="rId3" Type="http://schemas.openxmlformats.org/officeDocument/2006/relationships/image" Target="../media/image2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9.png"/><Relationship Id="rId3" Type="http://schemas.microsoft.com/office/2007/relationships/hdphoto" Target="../media/hdphoto2.wdp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image" Target="../media/image33.jpeg"/><Relationship Id="rId3" Type="http://schemas.openxmlformats.org/officeDocument/2006/relationships/image" Target="../media/image2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jpg"/><Relationship Id="rId4" Type="http://schemas.openxmlformats.org/officeDocument/2006/relationships/image" Target="../media/image3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jpg"/><Relationship Id="rId4" Type="http://schemas.openxmlformats.org/officeDocument/2006/relationships/image" Target="../media/image3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jpg"/><Relationship Id="rId4" Type="http://schemas.openxmlformats.org/officeDocument/2006/relationships/image" Target="../media/image3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36.jpeg"/><Relationship Id="rId3" Type="http://schemas.openxmlformats.org/officeDocument/2006/relationships/image" Target="../media/image2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36.jpeg"/><Relationship Id="rId3" Type="http://schemas.openxmlformats.org/officeDocument/2006/relationships/image" Target="../media/image2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image" Target="../media/image37.jpeg"/><Relationship Id="rId3" Type="http://schemas.openxmlformats.org/officeDocument/2006/relationships/image" Target="../media/image2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38.jpeg"/><Relationship Id="rId3" Type="http://schemas.openxmlformats.org/officeDocument/2006/relationships/image" Target="../media/image39.jpeg"/><Relationship Id="rId4" Type="http://schemas.openxmlformats.org/officeDocument/2006/relationships/image" Target="../media/image40.jpeg"/><Relationship Id="rId5" Type="http://schemas.openxmlformats.org/officeDocument/2006/relationships/image" Target="../media/image41.jpeg"/><Relationship Id="rId6" Type="http://schemas.openxmlformats.org/officeDocument/2006/relationships/image" Target="../media/image2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42.jpeg"/><Relationship Id="rId3" Type="http://schemas.openxmlformats.org/officeDocument/2006/relationships/image" Target="../media/image24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jpg"/><Relationship Id="rId4" Type="http://schemas.openxmlformats.org/officeDocument/2006/relationships/image" Target="../media/image44.png"/><Relationship Id="rId5" Type="http://schemas.openxmlformats.org/officeDocument/2006/relationships/image" Target="../media/image24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jpg"/><Relationship Id="rId4" Type="http://schemas.openxmlformats.org/officeDocument/2006/relationships/image" Target="../media/image44.png"/><Relationship Id="rId5" Type="http://schemas.openxmlformats.org/officeDocument/2006/relationships/image" Target="../media/image3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46.jpg"/><Relationship Id="rId3" Type="http://schemas.openxmlformats.org/officeDocument/2006/relationships/image" Target="../media/image24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47.jpeg"/><Relationship Id="rId3" Type="http://schemas.openxmlformats.org/officeDocument/2006/relationships/image" Target="../media/image48.jpeg"/><Relationship Id="rId4" Type="http://schemas.openxmlformats.org/officeDocument/2006/relationships/image" Target="../media/image24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jpg"/><Relationship Id="rId4" Type="http://schemas.openxmlformats.org/officeDocument/2006/relationships/image" Target="../media/image28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2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24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24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24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55.jpeg"/><Relationship Id="rId3" Type="http://schemas.openxmlformats.org/officeDocument/2006/relationships/image" Target="../media/image24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Relationship Id="rId10" Type="http://schemas.openxmlformats.org/officeDocument/2006/relationships/image" Target="../media/image64.jpg"/><Relationship Id="rId11" Type="http://schemas.openxmlformats.org/officeDocument/2006/relationships/image" Target="../media/image24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image" Target="../media/image47.jpeg"/><Relationship Id="rId3" Type="http://schemas.openxmlformats.org/officeDocument/2006/relationships/image" Target="../media/image65.svg"/><Relationship Id="rId4" Type="http://schemas.openxmlformats.org/officeDocument/2006/relationships/image" Target="../media/image66.svg"/><Relationship Id="rId5" Type="http://schemas.openxmlformats.org/officeDocument/2006/relationships/image" Target="../media/image67.svg"/><Relationship Id="rId6" Type="http://schemas.openxmlformats.org/officeDocument/2006/relationships/image" Target="../media/image68.svg"/><Relationship Id="rId7" Type="http://schemas.openxmlformats.org/officeDocument/2006/relationships/image" Target="../media/image69.svg"/><Relationship Id="rId8" Type="http://schemas.openxmlformats.org/officeDocument/2006/relationships/image" Target="../media/image70.svg"/><Relationship Id="rId9" Type="http://schemas.openxmlformats.org/officeDocument/2006/relationships/image" Target="../media/image24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47.jpeg"/><Relationship Id="rId3" Type="http://schemas.openxmlformats.org/officeDocument/2006/relationships/image" Target="../media/image65.svg"/><Relationship Id="rId4" Type="http://schemas.openxmlformats.org/officeDocument/2006/relationships/image" Target="../media/image66.svg"/><Relationship Id="rId5" Type="http://schemas.openxmlformats.org/officeDocument/2006/relationships/image" Target="../media/image24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47.jpeg"/><Relationship Id="rId3" Type="http://schemas.openxmlformats.org/officeDocument/2006/relationships/image" Target="../media/image65.svg"/><Relationship Id="rId4" Type="http://schemas.openxmlformats.org/officeDocument/2006/relationships/image" Target="../media/image69.svg"/><Relationship Id="rId5" Type="http://schemas.openxmlformats.org/officeDocument/2006/relationships/image" Target="../media/image24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47.jpeg"/><Relationship Id="rId3" Type="http://schemas.openxmlformats.org/officeDocument/2006/relationships/image" Target="../media/image65.svg"/><Relationship Id="rId4" Type="http://schemas.openxmlformats.org/officeDocument/2006/relationships/image" Target="../media/image67.svg"/><Relationship Id="rId5" Type="http://schemas.openxmlformats.org/officeDocument/2006/relationships/image" Target="../media/image24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47.jpeg"/><Relationship Id="rId3" Type="http://schemas.openxmlformats.org/officeDocument/2006/relationships/image" Target="../media/image65.svg"/><Relationship Id="rId4" Type="http://schemas.openxmlformats.org/officeDocument/2006/relationships/image" Target="../media/image70.svg"/><Relationship Id="rId5" Type="http://schemas.openxmlformats.org/officeDocument/2006/relationships/image" Target="../media/image24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47.jpeg"/><Relationship Id="rId3" Type="http://schemas.openxmlformats.org/officeDocument/2006/relationships/image" Target="../media/image65.svg"/><Relationship Id="rId4" Type="http://schemas.openxmlformats.org/officeDocument/2006/relationships/image" Target="../media/image68.svg"/><Relationship Id="rId5" Type="http://schemas.openxmlformats.org/officeDocument/2006/relationships/image" Target="../media/image24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1.jpg"/><Relationship Id="rId4" Type="http://schemas.openxmlformats.org/officeDocument/2006/relationships/image" Target="../media/image28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72.jpeg"/><Relationship Id="rId3" Type="http://schemas.openxmlformats.org/officeDocument/2006/relationships/image" Target="../media/image7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47.jpeg"/><Relationship Id="rId3" Type="http://schemas.openxmlformats.org/officeDocument/2006/relationships/image" Target="../media/image23.svg"/><Relationship Id="rId4" Type="http://schemas.openxmlformats.org/officeDocument/2006/relationships/image" Target="../media/image74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4969" y="6436590"/>
            <a:ext cx="1525853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eosnorthtexas.com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0805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39" y="2197320"/>
            <a:ext cx="2838559" cy="2672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88978" y="2332596"/>
            <a:ext cx="1303920" cy="61696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86768"/>
              </a:lnSpc>
            </a:pPr>
            <a:r>
              <a:rPr lang="en-US" sz="4000" b="1" kern="0" spc="40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40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27408" y="1509452"/>
            <a:ext cx="7543783" cy="22538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50" b="1" kern="0" spc="243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FIFTH ANNUAL · SEPTEMBER 14, 2026 · THE STATLER DALLAS</a:t>
            </a:r>
            <a:endParaRPr lang="en-US" sz="135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27408" y="1925322"/>
            <a:ext cx="7580216" cy="279044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91188"/>
              </a:lnSpc>
            </a:pPr>
            <a:r>
              <a:rPr lang="en-US" sz="4200" b="1" kern="0" spc="-44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Your Sales Team Isn’t the Problem.</a:t>
            </a:r>
          </a:p>
          <a:p>
            <a:pPr defTabSz="609630">
              <a:lnSpc>
                <a:spcPct val="91188"/>
              </a:lnSpc>
            </a:pPr>
            <a:r>
              <a:rPr lang="en-US" sz="4200" b="1" kern="0" spc="-44" dirty="0">
                <a:solidFill>
                  <a:srgbClr val="FFFFFF"/>
                </a:solidFill>
                <a:latin typeface="League Spartan" pitchFamily="2" charset="77"/>
                <a:cs typeface="Arial" pitchFamily="34" charset="-120"/>
              </a:rPr>
              <a:t>Your System Is.</a:t>
            </a:r>
          </a:p>
          <a:p>
            <a:pPr defTabSz="609630">
              <a:lnSpc>
                <a:spcPct val="91188"/>
              </a:lnSpc>
            </a:pPr>
            <a:endParaRPr lang="en-US" sz="4000" b="1" kern="0" spc="-44" dirty="0">
              <a:solidFill>
                <a:srgbClr val="FFFFFF"/>
              </a:solidFill>
              <a:latin typeface="League Spartan" pitchFamily="2" charset="77"/>
              <a:cs typeface="Arial" pitchFamily="34" charset="-120"/>
            </a:endParaRPr>
          </a:p>
          <a:p>
            <a:pPr defTabSz="609630">
              <a:lnSpc>
                <a:spcPct val="91188"/>
              </a:lnSpc>
            </a:pPr>
            <a:r>
              <a:rPr lang="en-US" sz="4000" b="1" kern="0" spc="-44" dirty="0">
                <a:solidFill>
                  <a:srgbClr val="FFFFFF"/>
                </a:solidFill>
                <a:latin typeface="League Spartan" pitchFamily="2" charset="77"/>
                <a:cs typeface="Arial" pitchFamily="34" charset="-120"/>
              </a:rPr>
              <a:t>Giving the Sales Seat its Own Operating System</a:t>
            </a:r>
            <a:endParaRPr lang="en-US" sz="40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63841" y="4965771"/>
            <a:ext cx="7543783" cy="82413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/>
            <a:r>
              <a:rPr lang="en-US" sz="32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Steve Heroux – Founder – The System of Selling</a:t>
            </a:r>
            <a:endParaRPr lang="en-US" sz="3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4C88422-3B82-5CFC-AB12-4C56BAA94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1585AEB8-050A-7426-4E47-4BCF8BA44096}"/>
              </a:ext>
            </a:extLst>
          </p:cNvPr>
          <p:cNvSpPr/>
          <p:nvPr/>
        </p:nvSpPr>
        <p:spPr>
          <a:xfrm>
            <a:off x="0" y="15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01320-1FBD-553E-DF1F-4BC8EFBA9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215" y="338328"/>
            <a:ext cx="5703570" cy="29836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9BE13EB6-A88C-3314-B9CC-D143255AF924}"/>
              </a:ext>
            </a:extLst>
          </p:cNvPr>
          <p:cNvSpPr/>
          <p:nvPr/>
        </p:nvSpPr>
        <p:spPr>
          <a:xfrm>
            <a:off x="1256033" y="3922937"/>
            <a:ext cx="9679933" cy="232577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 defTabSz="609630">
              <a:lnSpc>
                <a:spcPct val="100000"/>
              </a:lnSpc>
            </a:pPr>
            <a:r>
              <a:rPr lang="en-US" sz="4000" b="1" kern="0" spc="-14" dirty="0">
                <a:solidFill>
                  <a:srgbClr val="FFFFFF"/>
                </a:solidFill>
                <a:latin typeface="League Spartan"/>
                <a:ea typeface="Arial" pitchFamily="34" charset="-122"/>
                <a:cs typeface="Arial" pitchFamily="34" charset="-120"/>
              </a:rPr>
              <a:t>The thoughts and ideas you are about to hear are those of Steve Heroux, and only Steve Heroux, not EOS</a:t>
            </a:r>
            <a:r>
              <a:rPr lang="en-US" sz="3600" baseline="30000" dirty="0">
                <a:solidFill>
                  <a:schemeClr val="bg1"/>
                </a:solidFill>
                <a:latin typeface="League Spartan"/>
              </a:rPr>
              <a:t>®</a:t>
            </a:r>
            <a:r>
              <a:rPr lang="en-US" sz="4000" b="1" kern="0" spc="-14" dirty="0">
                <a:solidFill>
                  <a:srgbClr val="FFFFFF"/>
                </a:solidFill>
                <a:latin typeface="League Spartan"/>
                <a:ea typeface="Arial" pitchFamily="34" charset="-122"/>
                <a:cs typeface="Arial" pitchFamily="34" charset="-120"/>
              </a:rPr>
              <a:t xml:space="preserve"> Worldwide, not Shane or Kevin, or anyone else. </a:t>
            </a:r>
            <a:r>
              <a:rPr lang="en-US" sz="4000" b="1" kern="0" spc="-14" dirty="0">
                <a:solidFill>
                  <a:srgbClr val="FFFFFF"/>
                </a:solidFill>
                <a:latin typeface="League Spartan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</a:t>
            </a:r>
            <a:endParaRPr lang="en-US" sz="4000" b="1" dirty="0">
              <a:solidFill>
                <a:schemeClr val="bg1"/>
              </a:solidFill>
              <a:latin typeface="League Spartan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3FB1C6F-8BF3-000D-2FE1-EC2C9A0A314D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C2A2700-6605-411F-CA9D-5EF88B437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9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28D9C-C652-D8C7-E9AA-9133DF6A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7B170-C337-8D61-8432-56EB49398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" r="94"/>
          <a:stretch/>
        </p:blipFill>
        <p:spPr>
          <a:xfrm>
            <a:off x="-69604" y="0"/>
            <a:ext cx="12261604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C57E30A-FD5E-999B-9FE2-C9E6B553D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20715" y="79247"/>
            <a:ext cx="259081" cy="25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2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" y="15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5654" y="1307529"/>
            <a:ext cx="11176041" cy="175921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50000"/>
              </a:lnSpc>
            </a:pPr>
            <a:r>
              <a:rPr lang="en-US" sz="222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22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9448" y="1465487"/>
            <a:ext cx="9679933" cy="232577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00000"/>
              </a:lnSpc>
            </a:pPr>
            <a:r>
              <a:rPr lang="en-US" sz="5400" b="1" kern="0" spc="-14" dirty="0">
                <a:solidFill>
                  <a:srgbClr val="FFFFFF"/>
                </a:solidFill>
                <a:latin typeface="League Spartan"/>
                <a:ea typeface="Arial" pitchFamily="34" charset="-122"/>
                <a:cs typeface="Arial" pitchFamily="34" charset="-120"/>
              </a:rPr>
              <a:t>We run on EOS</a:t>
            </a:r>
            <a:r>
              <a:rPr lang="en-US" sz="4800" baseline="30000" dirty="0">
                <a:solidFill>
                  <a:schemeClr val="bg1"/>
                </a:solidFill>
                <a:latin typeface="League Spartan"/>
              </a:rPr>
              <a:t>®</a:t>
            </a:r>
            <a:r>
              <a:rPr lang="en-US" sz="5400" b="1" kern="0" spc="-14" dirty="0">
                <a:solidFill>
                  <a:srgbClr val="FFFFFF"/>
                </a:solidFill>
                <a:latin typeface="League Spartan"/>
                <a:ea typeface="Arial" pitchFamily="34" charset="-122"/>
                <a:cs typeface="Arial" pitchFamily="34" charset="-120"/>
              </a:rPr>
              <a:t xml:space="preserve"> and e</a:t>
            </a:r>
            <a:r>
              <a:rPr lang="en-US" sz="5400" b="1" dirty="0">
                <a:solidFill>
                  <a:schemeClr val="bg1"/>
                </a:solidFill>
                <a:latin typeface="League Spartan"/>
              </a:rPr>
              <a:t>verything else got traction. Why is sales still the seat that keeps me up at night?</a:t>
            </a:r>
            <a:r>
              <a:rPr lang="en-US" sz="5400" b="1" kern="0" spc="-14" dirty="0">
                <a:solidFill>
                  <a:schemeClr val="bg1"/>
                </a:solidFill>
                <a:latin typeface="League Spartan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5400" b="1" dirty="0">
              <a:solidFill>
                <a:schemeClr val="bg1"/>
              </a:solidFill>
              <a:latin typeface="League Spart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77101" y="4578351"/>
            <a:ext cx="4923193" cy="54549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/>
            <a:r>
              <a:rPr lang="en-US" sz="20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- Almost all Visionaries and Integrators</a:t>
            </a:r>
            <a:endParaRPr lang="en-US" sz="20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77101" y="4962578"/>
            <a:ext cx="2910883" cy="4995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/>
            <a:r>
              <a:rPr lang="en-US" sz="2000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- Almost all Companies</a:t>
            </a:r>
            <a:endParaRPr lang="en-US" sz="16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6DCF930-F453-669F-764C-59A8D954C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1D06689D-2B91-9C8E-B7E3-267DAC581202}"/>
              </a:ext>
            </a:extLst>
          </p:cNvPr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28F116-51D7-CFAD-CD82-EC15953CA124}"/>
              </a:ext>
            </a:extLst>
          </p:cNvPr>
          <p:cNvGrpSpPr/>
          <p:nvPr/>
        </p:nvGrpSpPr>
        <p:grpSpPr>
          <a:xfrm>
            <a:off x="510833" y="333653"/>
            <a:ext cx="11136026" cy="6171952"/>
            <a:chOff x="5437415" y="-96947"/>
            <a:chExt cx="11495255" cy="651170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6416CF-0B03-A11C-99FB-EDC4D07BE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353" b="97941" l="10000" r="90000">
                          <a14:foregroundMark x1="55588" y1="91176" x2="55588" y2="91176"/>
                          <a14:foregroundMark x1="51176" y1="95000" x2="51176" y2="95000"/>
                          <a14:foregroundMark x1="38529" y1="96176" x2="42353" y2="96765"/>
                          <a14:foregroundMark x1="53235" y1="98235" x2="53235" y2="98235"/>
                          <a14:foregroundMark x1="50000" y1="10588" x2="50000" y2="10588"/>
                          <a14:foregroundMark x1="49118" y1="7353" x2="49118" y2="7353"/>
                          <a14:foregroundMark x1="31471" y1="43529" x2="31471" y2="43529"/>
                        </a14:backgroundRemoval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6586" t="-3923" r="6306" b="16815"/>
            <a:stretch>
              <a:fillRect/>
            </a:stretch>
          </p:blipFill>
          <p:spPr>
            <a:xfrm>
              <a:off x="5437415" y="-96947"/>
              <a:ext cx="2580613" cy="2580612"/>
            </a:xfrm>
            <a:prstGeom prst="ellipse">
              <a:avLst/>
            </a:prstGeom>
            <a:solidFill>
              <a:srgbClr val="F36C21"/>
            </a:solidFill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A6CBBD-8B44-5866-923F-61542B853009}"/>
                </a:ext>
              </a:extLst>
            </p:cNvPr>
            <p:cNvSpPr txBox="1"/>
            <p:nvPr/>
          </p:nvSpPr>
          <p:spPr>
            <a:xfrm>
              <a:off x="5437415" y="3002948"/>
              <a:ext cx="4866957" cy="12873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36C2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Steve Heroux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FOUNDER</a:t>
              </a:r>
              <a:endParaRPr kumimoji="0" lang="en-US" sz="3600" b="0" i="0" u="none" strike="noStrike" kern="1200" cap="none" spc="1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steve@thesystemofselling.com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10B9CD5-C07B-AA74-1D06-F9028DAD0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63" b="24463"/>
            <a:stretch/>
          </p:blipFill>
          <p:spPr>
            <a:xfrm>
              <a:off x="12680086" y="4879098"/>
              <a:ext cx="4252584" cy="15356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0342F7-B298-890B-6DF6-D337BCB48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79096" y="290036"/>
              <a:ext cx="4401982" cy="133331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D134C6A-9319-FAC3-905A-AEDD940C72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490" y="2437026"/>
            <a:ext cx="1491972" cy="214020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8AB1F785-8A6D-55C8-A1C7-540F7AECD28D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1C44D8C-4E47-8167-ED8E-7ED524C76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46DFD6-1ACA-66AA-0BC9-F9B4A78F82FE}"/>
              </a:ext>
            </a:extLst>
          </p:cNvPr>
          <p:cNvSpPr txBox="1"/>
          <p:nvPr/>
        </p:nvSpPr>
        <p:spPr>
          <a:xfrm>
            <a:off x="8652510" y="1399849"/>
            <a:ext cx="11590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®</a:t>
            </a:r>
            <a:endParaRPr lang="en-US" sz="1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76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8ED93E56-C6B5-F7B3-DE0F-72C9953A56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34" b="1834"/>
          <a:stretch/>
        </p:blipFill>
        <p:spPr>
          <a:xfrm>
            <a:off x="0" y="0"/>
            <a:ext cx="12189375" cy="685799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7CA159B-784C-925E-5654-94CB930986ED}"/>
              </a:ext>
            </a:extLst>
          </p:cNvPr>
          <p:cNvGrpSpPr/>
          <p:nvPr/>
        </p:nvGrpSpPr>
        <p:grpSpPr>
          <a:xfrm>
            <a:off x="2" y="359566"/>
            <a:ext cx="4660776" cy="1157425"/>
            <a:chOff x="0" y="418392"/>
            <a:chExt cx="5776621" cy="114376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A323882-3B80-F4E4-77B1-CE979EE449F0}"/>
                </a:ext>
              </a:extLst>
            </p:cNvPr>
            <p:cNvGrpSpPr/>
            <p:nvPr/>
          </p:nvGrpSpPr>
          <p:grpSpPr>
            <a:xfrm>
              <a:off x="0" y="418392"/>
              <a:ext cx="5776621" cy="1143766"/>
              <a:chOff x="-334" y="-183927"/>
              <a:chExt cx="3704618" cy="1143766"/>
            </a:xfrm>
          </p:grpSpPr>
          <p:sp>
            <p:nvSpPr>
              <p:cNvPr id="10" name="Rectangle: Single Corner Snipped 9">
                <a:extLst>
                  <a:ext uri="{FF2B5EF4-FFF2-40B4-BE49-F238E27FC236}">
                    <a16:creationId xmlns:a16="http://schemas.microsoft.com/office/drawing/2014/main" id="{39AD4B2E-52AB-BEED-AD17-8197898D8B51}"/>
                  </a:ext>
                </a:extLst>
              </p:cNvPr>
              <p:cNvSpPr/>
              <p:nvPr/>
            </p:nvSpPr>
            <p:spPr>
              <a:xfrm>
                <a:off x="-334" y="-183927"/>
                <a:ext cx="3704618" cy="1143766"/>
              </a:xfrm>
              <a:prstGeom prst="snip1Rect">
                <a:avLst>
                  <a:gd name="adj" fmla="val 23896"/>
                </a:avLst>
              </a:prstGeom>
              <a:solidFill>
                <a:schemeClr val="tx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182880" rIns="182880" bIns="18288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201DE8C-4EFC-66C8-792C-148C55DE2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884480"/>
                <a:ext cx="3504035" cy="133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6358DA2-3D99-765B-26C2-29FC0324607C}"/>
                </a:ext>
              </a:extLst>
            </p:cNvPr>
            <p:cNvSpPr txBox="1"/>
            <p:nvPr/>
          </p:nvSpPr>
          <p:spPr>
            <a:xfrm>
              <a:off x="416371" y="494595"/>
              <a:ext cx="5360250" cy="912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Who Wins?</a:t>
              </a: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27A338CC-41D8-4EE0-A6F7-DBC92A57C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0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5" name="Picture 4" descr="The image shows five different hands, each expressing a different sign language gesture, with visible tattoos on one hand.&#10;&#10;AI-generated content may be incorrect.">
            <a:extLst>
              <a:ext uri="{FF2B5EF4-FFF2-40B4-BE49-F238E27FC236}">
                <a16:creationId xmlns:a16="http://schemas.microsoft.com/office/drawing/2014/main" id="{70517ED5-1773-10E3-700B-E98BDFC03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58" t="28861" r="1286"/>
          <a:stretch>
            <a:fillRect/>
          </a:stretch>
        </p:blipFill>
        <p:spPr>
          <a:xfrm>
            <a:off x="8668513" y="1658196"/>
            <a:ext cx="2178408" cy="452314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19A37B0-304C-AE0E-AE20-09F45A026E25}"/>
              </a:ext>
            </a:extLst>
          </p:cNvPr>
          <p:cNvSpPr txBox="1">
            <a:spLocks/>
          </p:cNvSpPr>
          <p:nvPr/>
        </p:nvSpPr>
        <p:spPr>
          <a:xfrm>
            <a:off x="1001268" y="514926"/>
            <a:ext cx="7181802" cy="39643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</a:rPr>
              <a:t>Does your revenue rely mostly on the Visionary?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5A87B1-21B4-0AA3-66AD-30BC06DB6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1F5EE-291B-8AC6-9A5C-F680BF39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1346A6-CC10-4755-34D4-261F3EC7FF55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0ED75A-3BE0-058E-9D1D-CB62A2F8E5B6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5" name="Picture 4" descr="The image shows five different hands, each expressing a different sign language gesture, with visible tattoos on one hand.&#10;&#10;AI-generated content may be incorrect.">
            <a:extLst>
              <a:ext uri="{FF2B5EF4-FFF2-40B4-BE49-F238E27FC236}">
                <a16:creationId xmlns:a16="http://schemas.microsoft.com/office/drawing/2014/main" id="{09EB7C06-1504-B719-45EB-E86AE7AF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58" t="28861" r="1286"/>
          <a:stretch>
            <a:fillRect/>
          </a:stretch>
        </p:blipFill>
        <p:spPr>
          <a:xfrm>
            <a:off x="8668513" y="1658196"/>
            <a:ext cx="2178408" cy="452314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7E91429-59D2-D867-963F-920E49701208}"/>
              </a:ext>
            </a:extLst>
          </p:cNvPr>
          <p:cNvSpPr txBox="1">
            <a:spLocks/>
          </p:cNvSpPr>
          <p:nvPr/>
        </p:nvSpPr>
        <p:spPr>
          <a:xfrm>
            <a:off x="1001268" y="514926"/>
            <a:ext cx="7181802" cy="396432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</a:rPr>
              <a:t>Are one or two superstar salespeople carrying sales?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02EBCB6-74BA-6959-8E7F-B331A6472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0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36F61-D30F-657D-030A-2AD723E8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09DD23-F4C4-2716-4647-85BE360D64AA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F7A114-D560-8E7C-01EE-29DE34389878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5" name="Picture 4" descr="The image shows five different hands, each expressing a different sign language gesture, with visible tattoos on one hand.&#10;&#10;AI-generated content may be incorrect.">
            <a:extLst>
              <a:ext uri="{FF2B5EF4-FFF2-40B4-BE49-F238E27FC236}">
                <a16:creationId xmlns:a16="http://schemas.microsoft.com/office/drawing/2014/main" id="{AECDEAB1-0F5B-83A3-4FFC-8F15A6E96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58" t="28861" r="1286"/>
          <a:stretch>
            <a:fillRect/>
          </a:stretch>
        </p:blipFill>
        <p:spPr>
          <a:xfrm>
            <a:off x="8668513" y="1658196"/>
            <a:ext cx="2178408" cy="452314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C3CA4C-8B5B-C287-C078-9ABDF43765C9}"/>
              </a:ext>
            </a:extLst>
          </p:cNvPr>
          <p:cNvSpPr txBox="1">
            <a:spLocks/>
          </p:cNvSpPr>
          <p:nvPr/>
        </p:nvSpPr>
        <p:spPr>
          <a:xfrm>
            <a:off x="1001268" y="514926"/>
            <a:ext cx="7181802" cy="4523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</a:rPr>
              <a:t>Have you replaced a salesperson, only to watch the next one fail?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52F51D-6CEC-B18C-B5ED-392DBEDDC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06AA9-2047-F7A4-6C9B-FF6CF9E7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BB0106F-294A-14C8-930D-6915E3D82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" t="11467" r="25958" b="480"/>
          <a:stretch>
            <a:fillRect/>
          </a:stretch>
        </p:blipFill>
        <p:spPr>
          <a:xfrm>
            <a:off x="342900" y="0"/>
            <a:ext cx="11533180" cy="62865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0E9365F-26AE-88BF-A92B-25742BBADB9C}"/>
              </a:ext>
            </a:extLst>
          </p:cNvPr>
          <p:cNvGrpSpPr/>
          <p:nvPr/>
        </p:nvGrpSpPr>
        <p:grpSpPr>
          <a:xfrm>
            <a:off x="-333" y="347015"/>
            <a:ext cx="8194421" cy="5645412"/>
            <a:chOff x="-332" y="905646"/>
            <a:chExt cx="6096332" cy="4020770"/>
          </a:xfrm>
        </p:grpSpPr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5CB03799-4B58-9380-BA06-0D2AD0820E43}"/>
                </a:ext>
              </a:extLst>
            </p:cNvPr>
            <p:cNvSpPr/>
            <p:nvPr/>
          </p:nvSpPr>
          <p:spPr>
            <a:xfrm>
              <a:off x="-332" y="905646"/>
              <a:ext cx="6096332" cy="4020770"/>
            </a:xfrm>
            <a:prstGeom prst="snip1Rect">
              <a:avLst>
                <a:gd name="adj" fmla="val 11689"/>
              </a:avLst>
            </a:prstGeom>
            <a:solidFill>
              <a:schemeClr val="tx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182880" rIns="182880" bIns="18288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6BC527-C5B8-2C2B-219D-68EA27BD9DC0}"/>
                </a:ext>
              </a:extLst>
            </p:cNvPr>
            <p:cNvSpPr txBox="1"/>
            <p:nvPr/>
          </p:nvSpPr>
          <p:spPr>
            <a:xfrm>
              <a:off x="346453" y="996311"/>
              <a:ext cx="5677460" cy="964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When a salesperson </a:t>
              </a:r>
              <a:b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</a:b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F04E23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DOESN’T SELL </a:t>
              </a: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because of…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D1E4EB7-43AC-5A08-3CA1-20322883F316}"/>
              </a:ext>
            </a:extLst>
          </p:cNvPr>
          <p:cNvSpPr txBox="1"/>
          <p:nvPr/>
        </p:nvSpPr>
        <p:spPr>
          <a:xfrm>
            <a:off x="490379" y="2269934"/>
            <a:ext cx="513440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Poor onboarding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1CDD3D-3965-ADF7-0312-9A0A324BDD56}"/>
              </a:ext>
            </a:extLst>
          </p:cNvPr>
          <p:cNvSpPr txBox="1"/>
          <p:nvPr/>
        </p:nvSpPr>
        <p:spPr>
          <a:xfrm>
            <a:off x="490379" y="3252635"/>
            <a:ext cx="5887017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 documented sales 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9B0774-3308-816E-7208-F2B27566E864}"/>
              </a:ext>
            </a:extLst>
          </p:cNvPr>
          <p:cNvSpPr txBox="1"/>
          <p:nvPr/>
        </p:nvSpPr>
        <p:spPr>
          <a:xfrm>
            <a:off x="465800" y="4235336"/>
            <a:ext cx="727405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Lack of an effective sales leader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6C95D0-DCB9-0A76-3560-2DBC49719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480ED8-7846-B702-E7A1-02277D52F013}"/>
              </a:ext>
            </a:extLst>
          </p:cNvPr>
          <p:cNvSpPr txBox="1"/>
          <p:nvPr/>
        </p:nvSpPr>
        <p:spPr>
          <a:xfrm>
            <a:off x="490379" y="5218037"/>
            <a:ext cx="763139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 customized coaching &amp; development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2F239F4-2CF6-3ED2-0753-E93E4CCA0725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32F405B4-8F95-DDEA-1103-A062E6DC8CB7}"/>
              </a:ext>
            </a:extLst>
          </p:cNvPr>
          <p:cNvSpPr/>
          <p:nvPr/>
        </p:nvSpPr>
        <p:spPr>
          <a:xfrm flipV="1">
            <a:off x="465800" y="1828532"/>
            <a:ext cx="3713008" cy="47614"/>
          </a:xfrm>
          <a:prstGeom prst="roundRect">
            <a:avLst>
              <a:gd name="adj" fmla="val 50000"/>
            </a:avLst>
          </a:prstGeom>
          <a:solidFill>
            <a:srgbClr val="F04E2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01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D1CEF-CE56-69FD-1060-125BD2BF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3BC17A4-79D0-CE1A-7F0B-07618163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" t="11467" r="25958" b="480"/>
          <a:stretch>
            <a:fillRect/>
          </a:stretch>
        </p:blipFill>
        <p:spPr>
          <a:xfrm>
            <a:off x="342900" y="0"/>
            <a:ext cx="11533180" cy="62865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7440FBA-C93C-9ED1-1402-CC8629A3282F}"/>
              </a:ext>
            </a:extLst>
          </p:cNvPr>
          <p:cNvGrpSpPr/>
          <p:nvPr/>
        </p:nvGrpSpPr>
        <p:grpSpPr>
          <a:xfrm>
            <a:off x="-333" y="347015"/>
            <a:ext cx="8194421" cy="5266397"/>
            <a:chOff x="-332" y="905646"/>
            <a:chExt cx="6096332" cy="4020770"/>
          </a:xfrm>
        </p:grpSpPr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908169FA-4C13-08D0-42A2-96A8BBE7684E}"/>
                </a:ext>
              </a:extLst>
            </p:cNvPr>
            <p:cNvSpPr/>
            <p:nvPr/>
          </p:nvSpPr>
          <p:spPr>
            <a:xfrm>
              <a:off x="-332" y="905646"/>
              <a:ext cx="6096332" cy="4020770"/>
            </a:xfrm>
            <a:prstGeom prst="snip1Rect">
              <a:avLst>
                <a:gd name="adj" fmla="val 11689"/>
              </a:avLst>
            </a:prstGeom>
            <a:solidFill>
              <a:schemeClr val="tx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182880" rIns="182880" bIns="18288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4543009-ABC0-A22F-8A5F-B0F3B348D0C0}"/>
                </a:ext>
              </a:extLst>
            </p:cNvPr>
            <p:cNvSpPr txBox="1"/>
            <p:nvPr/>
          </p:nvSpPr>
          <p:spPr>
            <a:xfrm>
              <a:off x="342027" y="1018823"/>
              <a:ext cx="5411613" cy="5260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Or </a:t>
              </a:r>
              <a:r>
                <a: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04E23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THEY HAD</a:t>
              </a:r>
              <a:r>
                <a: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2375116-F6AF-04BD-07D6-0449D894B055}"/>
              </a:ext>
            </a:extLst>
          </p:cNvPr>
          <p:cNvSpPr txBox="1"/>
          <p:nvPr/>
        </p:nvSpPr>
        <p:spPr>
          <a:xfrm>
            <a:off x="484429" y="1755555"/>
            <a:ext cx="6086587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Unrealistic expectations &amp; goals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98AEFB-863B-5C73-8B63-B0DEFF9613B3}"/>
              </a:ext>
            </a:extLst>
          </p:cNvPr>
          <p:cNvSpPr txBox="1"/>
          <p:nvPr/>
        </p:nvSpPr>
        <p:spPr>
          <a:xfrm>
            <a:off x="484430" y="2738256"/>
            <a:ext cx="5887017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Limited professional training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4B32AD-BD53-F930-078C-FAFFEE7E2FB9}"/>
              </a:ext>
            </a:extLst>
          </p:cNvPr>
          <p:cNvSpPr txBox="1"/>
          <p:nvPr/>
        </p:nvSpPr>
        <p:spPr>
          <a:xfrm>
            <a:off x="459851" y="3720957"/>
            <a:ext cx="727405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 accountability for behaviors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CFC143-74FC-E290-7175-40D5B446E5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756179-51CF-630F-CF6A-9DD2420DE2C5}"/>
              </a:ext>
            </a:extLst>
          </p:cNvPr>
          <p:cNvSpPr txBox="1"/>
          <p:nvPr/>
        </p:nvSpPr>
        <p:spPr>
          <a:xfrm>
            <a:off x="484430" y="4703658"/>
            <a:ext cx="763139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Poorly executed role play (if any)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8611D3D-7833-F644-A42A-6D50882A0EE5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261E2947-D632-1D96-A28A-80630CAAD2C2}"/>
              </a:ext>
            </a:extLst>
          </p:cNvPr>
          <p:cNvSpPr/>
          <p:nvPr/>
        </p:nvSpPr>
        <p:spPr>
          <a:xfrm flipV="1">
            <a:off x="1396898" y="1244588"/>
            <a:ext cx="2882494" cy="48618"/>
          </a:xfrm>
          <a:prstGeom prst="roundRect">
            <a:avLst>
              <a:gd name="adj" fmla="val 50000"/>
            </a:avLst>
          </a:prstGeom>
          <a:solidFill>
            <a:srgbClr val="F04E2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23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13D7F-D4F3-614A-A02C-D6BFDCF006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81" r="643" b="1803"/>
          <a:stretch>
            <a:fillRect/>
          </a:stretch>
        </p:blipFill>
        <p:spPr>
          <a:xfrm>
            <a:off x="0" y="-1"/>
            <a:ext cx="12192000" cy="685982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C9095B5-9ACB-C3A2-1125-ED1F03711665}"/>
              </a:ext>
            </a:extLst>
          </p:cNvPr>
          <p:cNvGrpSpPr/>
          <p:nvPr/>
        </p:nvGrpSpPr>
        <p:grpSpPr>
          <a:xfrm>
            <a:off x="0" y="466395"/>
            <a:ext cx="8531157" cy="1581809"/>
            <a:chOff x="0" y="1305531"/>
            <a:chExt cx="7229589" cy="1143766"/>
          </a:xfrm>
        </p:grpSpPr>
        <p:sp>
          <p:nvSpPr>
            <p:cNvPr id="10" name="Rectangle: Single Corner Snipped 9">
              <a:extLst>
                <a:ext uri="{FF2B5EF4-FFF2-40B4-BE49-F238E27FC236}">
                  <a16:creationId xmlns:a16="http://schemas.microsoft.com/office/drawing/2014/main" id="{0E87FE57-B04D-1865-2A50-12F52718BA26}"/>
                </a:ext>
              </a:extLst>
            </p:cNvPr>
            <p:cNvSpPr/>
            <p:nvPr/>
          </p:nvSpPr>
          <p:spPr>
            <a:xfrm>
              <a:off x="0" y="1305531"/>
              <a:ext cx="6226629" cy="1143766"/>
            </a:xfrm>
            <a:prstGeom prst="snip1Rect">
              <a:avLst>
                <a:gd name="adj" fmla="val 23896"/>
              </a:avLst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182880" rIns="182880" bIns="18288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CA0EE0-8EF3-548C-5C42-E1EB3854AE38}"/>
                </a:ext>
              </a:extLst>
            </p:cNvPr>
            <p:cNvSpPr txBox="1"/>
            <p:nvPr/>
          </p:nvSpPr>
          <p:spPr>
            <a:xfrm>
              <a:off x="231613" y="1322403"/>
              <a:ext cx="6997976" cy="9569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We blame the salesperson!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04E23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We rarely question the system.</a:t>
              </a:r>
            </a:p>
          </p:txBody>
        </p:sp>
      </p:grp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2A9A96D-3EC7-E711-ABBD-0A9D547FA666}"/>
              </a:ext>
            </a:extLst>
          </p:cNvPr>
          <p:cNvSpPr txBox="1">
            <a:spLocks/>
          </p:cNvSpPr>
          <p:nvPr/>
        </p:nvSpPr>
        <p:spPr>
          <a:xfrm>
            <a:off x="342900" y="6405563"/>
            <a:ext cx="5753100" cy="31591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t>YOUR SALES TEAM ISN’T THE PROBLEM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F8E253B-A799-9CFF-AD7E-216E7C42EA66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all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all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F5DC8A-8FC8-FABB-E95C-4857536E4692}"/>
              </a:ext>
            </a:extLst>
          </p:cNvPr>
          <p:cNvSpPr txBox="1"/>
          <p:nvPr/>
        </p:nvSpPr>
        <p:spPr>
          <a:xfrm>
            <a:off x="9396919" y="6405563"/>
            <a:ext cx="1956881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07E513-CBCB-496F-C882-F64649D5D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E58D964E-1022-93AE-AC27-1D0D91424D14}"/>
              </a:ext>
            </a:extLst>
          </p:cNvPr>
          <p:cNvSpPr/>
          <p:nvPr/>
        </p:nvSpPr>
        <p:spPr>
          <a:xfrm flipV="1">
            <a:off x="0" y="1829803"/>
            <a:ext cx="8001000" cy="45719"/>
          </a:xfrm>
          <a:prstGeom prst="roundRect">
            <a:avLst>
              <a:gd name="adj" fmla="val 50000"/>
            </a:avLst>
          </a:prstGeom>
          <a:solidFill>
            <a:srgbClr val="F04E2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251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33333E-6 L -0.60404 -3.33333E-6 " pathEditMode="relative" rAng="0" ptsTypes="AA">
                                      <p:cBhvr>
                                        <p:cTn id="8" dur="2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0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F4C7E-526A-13BC-23C6-DD4442E5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27004C-BBE0-6563-C4C4-8420D558C45F}"/>
              </a:ext>
            </a:extLst>
          </p:cNvPr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97547AD-D805-FC2A-8F58-B7C630AD95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6102372" y="508527"/>
            <a:ext cx="6203905" cy="584093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A9F8941-27AA-7251-747B-4D3A7F3E1282}"/>
              </a:ext>
            </a:extLst>
          </p:cNvPr>
          <p:cNvSpPr/>
          <p:nvPr/>
        </p:nvSpPr>
        <p:spPr>
          <a:xfrm>
            <a:off x="9378928" y="711684"/>
            <a:ext cx="2878946" cy="118107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87062"/>
              </a:lnSpc>
            </a:pPr>
            <a:r>
              <a:rPr lang="en-US" sz="9100" b="1" kern="0" spc="91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1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08D474C-2AD0-8E55-133F-CEB443D887EF}"/>
              </a:ext>
            </a:extLst>
          </p:cNvPr>
          <p:cNvSpPr/>
          <p:nvPr/>
        </p:nvSpPr>
        <p:spPr>
          <a:xfrm>
            <a:off x="825491" y="2522257"/>
            <a:ext cx="11595091" cy="93213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88629"/>
              </a:lnSpc>
            </a:pPr>
            <a:endParaRPr lang="en-US" sz="70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FDE1FC9-34E1-B44D-6DE4-8D7B841CC414}"/>
              </a:ext>
            </a:extLst>
          </p:cNvPr>
          <p:cNvSpPr/>
          <p:nvPr/>
        </p:nvSpPr>
        <p:spPr>
          <a:xfrm>
            <a:off x="634969" y="508527"/>
            <a:ext cx="10964948" cy="486052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88629"/>
              </a:lnSpc>
            </a:pPr>
            <a:r>
              <a:rPr lang="en-US" sz="7000" b="1" kern="0" spc="-70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Think about the last salesperson you put on a PIP or let go.</a:t>
            </a:r>
          </a:p>
          <a:p>
            <a:pPr defTabSz="609630">
              <a:lnSpc>
                <a:spcPct val="88629"/>
              </a:lnSpc>
            </a:pPr>
            <a:endParaRPr lang="en-US" sz="7000" b="1" kern="0" spc="-70" dirty="0">
              <a:solidFill>
                <a:srgbClr val="FF7900"/>
              </a:solidFill>
              <a:latin typeface="League Spartan" pitchFamily="2" charset="77"/>
              <a:ea typeface="Arial" pitchFamily="34" charset="-122"/>
              <a:cs typeface="Arial" pitchFamily="34" charset="-120"/>
            </a:endParaRPr>
          </a:p>
          <a:p>
            <a:pPr defTabSz="609630">
              <a:lnSpc>
                <a:spcPct val="88629"/>
              </a:lnSpc>
            </a:pPr>
            <a:r>
              <a:rPr lang="en-US" sz="7000" b="1" kern="0" spc="-70" dirty="0">
                <a:solidFill>
                  <a:schemeClr val="bg1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Get their initials in your head. Picture them.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677F8FD-F1D4-FCAD-2CDF-DBE74EEE27DF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327491-B125-C594-B55D-BDE78100D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3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1BFC0-6CA4-9CBE-F61C-6F10D2D8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A22235-ACEA-94C9-24E2-97BFDD9FBDFA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E77D0B-EEF9-6EB3-59D3-E04F74ACB330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2" normalizeH="0" baseline="0" noProof="0" dirty="0">
                <a:ln>
                  <a:noFill/>
                </a:ln>
                <a:solidFill>
                  <a:srgbClr val="A5AAAF"/>
                </a:solidFill>
                <a:effectLst/>
                <a:uLnTx/>
                <a:uFillTx/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87B6C7-045A-FD5C-CEFF-9A78A2C841E9}"/>
              </a:ext>
            </a:extLst>
          </p:cNvPr>
          <p:cNvSpPr txBox="1">
            <a:spLocks/>
          </p:cNvSpPr>
          <p:nvPr/>
        </p:nvSpPr>
        <p:spPr>
          <a:xfrm>
            <a:off x="506552" y="540229"/>
            <a:ext cx="11178896" cy="44476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Aft>
                <a:spcPts val="600"/>
              </a:spcAft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#1: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Did they have a world-class onboarding experience, as </a:t>
            </a:r>
            <a:r>
              <a:rPr lang="en-US" sz="7200" u="sng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they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would describe it?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6A9479-40E8-00B5-3294-0CF87B2DC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2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60ACA-1FD0-8E1C-3EC4-C73389C5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15E6AE-9699-809F-F603-1D0DF3D5956D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A6804D-0B1E-1FDC-EB91-7C2F998A4CA4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2" normalizeH="0" baseline="0" noProof="0" dirty="0">
                <a:ln>
                  <a:noFill/>
                </a:ln>
                <a:solidFill>
                  <a:srgbClr val="A5AAAF"/>
                </a:solidFill>
                <a:effectLst/>
                <a:uLnTx/>
                <a:uFillTx/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051A40-36D8-D17F-5E05-E81346184836}"/>
              </a:ext>
            </a:extLst>
          </p:cNvPr>
          <p:cNvSpPr txBox="1">
            <a:spLocks/>
          </p:cNvSpPr>
          <p:nvPr/>
        </p:nvSpPr>
        <p:spPr>
          <a:xfrm>
            <a:off x="861659" y="557985"/>
            <a:ext cx="11178896" cy="44476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Aft>
                <a:spcPts val="600"/>
              </a:spcAft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#2: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Did they have a </a:t>
            </a:r>
            <a:r>
              <a:rPr lang="en-US" sz="7200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fully</a:t>
            </a:r>
            <a:r>
              <a:rPr lang="en-US" sz="7200" dirty="0"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 xml:space="preserve"> </a:t>
            </a:r>
            <a:r>
              <a:rPr lang="en-US" sz="7200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documented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sales process, that was taught, practiced, coached, and role played?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AD5ECA7-1E7C-140C-EB8F-F53695656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43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B3B5E-9C6C-5721-385B-9F386C7F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25639A-EC8B-AB2F-BEA6-43FAC1D0815D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792EC1-7EBB-6ECD-BA89-4944E74A8A8A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2" normalizeH="0" baseline="0" noProof="0" dirty="0">
                <a:ln>
                  <a:noFill/>
                </a:ln>
                <a:solidFill>
                  <a:srgbClr val="A5AAAF"/>
                </a:solidFill>
                <a:effectLst/>
                <a:uLnTx/>
                <a:uFillTx/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BE15B5-CFF3-AF79-EBB8-546AEC450742}"/>
              </a:ext>
            </a:extLst>
          </p:cNvPr>
          <p:cNvSpPr txBox="1">
            <a:spLocks/>
          </p:cNvSpPr>
          <p:nvPr/>
        </p:nvSpPr>
        <p:spPr>
          <a:xfrm>
            <a:off x="506552" y="540229"/>
            <a:ext cx="11178896" cy="44476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Aft>
                <a:spcPts val="600"/>
              </a:spcAft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#3:</a:t>
            </a: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Did they have defined </a:t>
            </a:r>
            <a:r>
              <a:rPr lang="en-US" sz="7000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entrance</a:t>
            </a:r>
            <a:r>
              <a:rPr lang="en-US" sz="7000" dirty="0"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 xml:space="preserve"> </a:t>
            </a:r>
            <a:r>
              <a:rPr lang="en-US" sz="7000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and exit</a:t>
            </a: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criteria for each stage of the sales cycle?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3ABB30-7F18-6228-7D23-8180E3E9E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67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A490-CCAD-FCFD-BE21-7697CC0D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083280-FE17-11C5-1317-BE76023961A8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B6BB3F-D2A3-E5C9-10FF-AE85C13D1713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2" normalizeH="0" baseline="0" noProof="0" dirty="0">
                <a:ln>
                  <a:noFill/>
                </a:ln>
                <a:solidFill>
                  <a:srgbClr val="A5AAAF"/>
                </a:solidFill>
                <a:effectLst/>
                <a:uLnTx/>
                <a:uFillTx/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8400DA-408B-19AB-4489-8010583059BB}"/>
              </a:ext>
            </a:extLst>
          </p:cNvPr>
          <p:cNvSpPr txBox="1">
            <a:spLocks/>
          </p:cNvSpPr>
          <p:nvPr/>
        </p:nvSpPr>
        <p:spPr>
          <a:xfrm>
            <a:off x="729711" y="531352"/>
            <a:ext cx="10732578" cy="49367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Aft>
                <a:spcPts val="600"/>
              </a:spcAft>
              <a:defRPr/>
            </a:pP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#4:</a:t>
            </a: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7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Did they have specific daily activities they were held accountable for, tied to </a:t>
            </a:r>
            <a:r>
              <a:rPr lang="en-US" sz="7000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behaviors</a:t>
            </a:r>
            <a:r>
              <a:rPr lang="en-US" sz="7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, not outcomes?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League Spartan"/>
              <a:ea typeface="+mj-ea"/>
              <a:cs typeface="+mj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1B506E-6C85-F0BD-9F72-B8C3B37B3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78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704CF-BBA9-B86B-1360-B0677232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B7D091-7AC6-718A-E151-372D077CB2FF}"/>
              </a:ext>
            </a:extLst>
          </p:cNvPr>
          <p:cNvSpPr/>
          <p:nvPr/>
        </p:nvSpPr>
        <p:spPr>
          <a:xfrm>
            <a:off x="0" y="6181344"/>
            <a:ext cx="12192000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0AE9E5F-765C-AC78-55C0-6D54363B6ADA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72" normalizeH="0" baseline="0" noProof="0" dirty="0">
                <a:ln>
                  <a:noFill/>
                </a:ln>
                <a:solidFill>
                  <a:srgbClr val="A5AAAF"/>
                </a:solidFill>
                <a:effectLst/>
                <a:uLnTx/>
                <a:uFillTx/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82758B-F829-A0C3-9B15-57EC1B8E5BB1}"/>
              </a:ext>
            </a:extLst>
          </p:cNvPr>
          <p:cNvSpPr txBox="1">
            <a:spLocks/>
          </p:cNvSpPr>
          <p:nvPr/>
        </p:nvSpPr>
        <p:spPr>
          <a:xfrm>
            <a:off x="632665" y="478086"/>
            <a:ext cx="10926670" cy="44476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Aft>
                <a:spcPts val="600"/>
              </a:spcAft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#5: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Did they have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ongoing,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79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 xml:space="preserve">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eague Spartan"/>
                <a:ea typeface="+mj-ea"/>
                <a:cs typeface="+mj-cs"/>
              </a:rPr>
              <a:t>individualized coaching</a:t>
            </a:r>
            <a:r>
              <a:rPr lang="en-US" sz="6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 xml:space="preserve">, based on </a:t>
            </a:r>
            <a:r>
              <a:rPr lang="en-US" sz="6600" i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>their</a:t>
            </a:r>
            <a:r>
              <a:rPr lang="en-US" sz="6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</a:rPr>
              <a:t xml:space="preserve"> specific strengths, gaps, and the way they sell?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League Spartan"/>
              <a:ea typeface="+mj-ea"/>
              <a:cs typeface="+mj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6C154A-B9DE-2213-7EA7-5DFA0C79F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9040" y="49866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04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445A-0C47-C11A-41B6-B8A169C1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B0915D78-4DFB-4531-8278-A24A18993A65}"/>
              </a:ext>
            </a:extLst>
          </p:cNvPr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FED29F-CD1B-CDC8-CA10-6795D5179F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2" b="1192"/>
          <a:stretch/>
        </p:blipFill>
        <p:spPr>
          <a:xfrm>
            <a:off x="342900" y="0"/>
            <a:ext cx="11533180" cy="6286500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00B13989-C9DD-21E2-70A7-D5A4B2D8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91D1B6-8A69-837E-246F-95DEAF44D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15" b="1115"/>
          <a:stretch/>
        </p:blipFill>
        <p:spPr>
          <a:xfrm>
            <a:off x="342900" y="0"/>
            <a:ext cx="11530776" cy="6286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F6A3C1-2495-1C5B-E875-1E164F539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5" b="1105"/>
          <a:stretch/>
        </p:blipFill>
        <p:spPr>
          <a:xfrm>
            <a:off x="342900" y="0"/>
            <a:ext cx="11528374" cy="6286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D3EDD2-ED5C-E2AC-5C2B-EDEB2E9FD7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5" b="1105"/>
          <a:stretch/>
        </p:blipFill>
        <p:spPr>
          <a:xfrm>
            <a:off x="342900" y="0"/>
            <a:ext cx="11528374" cy="6286500"/>
          </a:xfrm>
          <a:prstGeom prst="rect">
            <a:avLst/>
          </a:prstGeom>
        </p:spPr>
      </p:pic>
      <p:grpSp>
        <p:nvGrpSpPr>
          <p:cNvPr id="7" name="Group 4">
            <a:extLst>
              <a:ext uri="{FF2B5EF4-FFF2-40B4-BE49-F238E27FC236}">
                <a16:creationId xmlns:a16="http://schemas.microsoft.com/office/drawing/2014/main" id="{DED13C1D-158F-B87D-ADA8-E2217FA1D980}"/>
              </a:ext>
            </a:extLst>
          </p:cNvPr>
          <p:cNvGrpSpPr/>
          <p:nvPr/>
        </p:nvGrpSpPr>
        <p:grpSpPr>
          <a:xfrm>
            <a:off x="15325" y="86410"/>
            <a:ext cx="6080675" cy="4136750"/>
            <a:chOff x="-332" y="703631"/>
            <a:chExt cx="5842332" cy="4020770"/>
          </a:xfrm>
        </p:grpSpPr>
        <p:sp>
          <p:nvSpPr>
            <p:cNvPr id="4" name="Rectangle: Single Corner Snipped 3">
              <a:extLst>
                <a:ext uri="{FF2B5EF4-FFF2-40B4-BE49-F238E27FC236}">
                  <a16:creationId xmlns:a16="http://schemas.microsoft.com/office/drawing/2014/main" id="{B702B354-6969-6D65-AA20-818E80DB21B6}"/>
                </a:ext>
              </a:extLst>
            </p:cNvPr>
            <p:cNvSpPr/>
            <p:nvPr/>
          </p:nvSpPr>
          <p:spPr>
            <a:xfrm>
              <a:off x="-332" y="703631"/>
              <a:ext cx="5842332" cy="4020770"/>
            </a:xfrm>
            <a:prstGeom prst="snip1Rect">
              <a:avLst>
                <a:gd name="adj" fmla="val 11689"/>
              </a:avLst>
            </a:prstGeom>
            <a:solidFill>
              <a:schemeClr val="tx1">
                <a:alpha val="8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182880" rIns="182880" bIns="18288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0E55D82-D30D-D9A7-3392-7955925E66B7}"/>
                </a:ext>
              </a:extLst>
            </p:cNvPr>
            <p:cNvSpPr txBox="1"/>
            <p:nvPr/>
          </p:nvSpPr>
          <p:spPr>
            <a:xfrm>
              <a:off x="427695" y="979496"/>
              <a:ext cx="4790709" cy="5373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Did anyone have…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FF3A677-8C80-82F5-F2DD-E6B0F56ACB46}"/>
              </a:ext>
            </a:extLst>
          </p:cNvPr>
          <p:cNvSpPr txBox="1"/>
          <p:nvPr/>
        </p:nvSpPr>
        <p:spPr>
          <a:xfrm>
            <a:off x="552558" y="1391919"/>
            <a:ext cx="48662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Three NOs?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9AC5C-27BF-1C4C-20E0-FDF04A23C181}"/>
              </a:ext>
            </a:extLst>
          </p:cNvPr>
          <p:cNvSpPr txBox="1"/>
          <p:nvPr/>
        </p:nvSpPr>
        <p:spPr>
          <a:xfrm>
            <a:off x="552558" y="2310918"/>
            <a:ext cx="48662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Four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 xml:space="preserve"> NOs?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42A34D-D360-FBD7-5D9D-11EC33C31B33}"/>
              </a:ext>
            </a:extLst>
          </p:cNvPr>
          <p:cNvSpPr txBox="1"/>
          <p:nvPr/>
        </p:nvSpPr>
        <p:spPr>
          <a:xfrm>
            <a:off x="552558" y="3229918"/>
            <a:ext cx="48662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Five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 xml:space="preserve"> NOs?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ADFB435-673B-F142-0A50-057BC2FF2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7515B35F-FF17-05A1-E3D0-83BF9A602CBB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08513F8-4FA3-53D9-0B4F-5FBD4F33F936}"/>
              </a:ext>
            </a:extLst>
          </p:cNvPr>
          <p:cNvSpPr/>
          <p:nvPr/>
        </p:nvSpPr>
        <p:spPr>
          <a:xfrm>
            <a:off x="340496" y="4196531"/>
            <a:ext cx="5755504" cy="45719"/>
          </a:xfrm>
          <a:prstGeom prst="roundRect">
            <a:avLst>
              <a:gd name="adj" fmla="val 50000"/>
            </a:avLst>
          </a:prstGeom>
          <a:solidFill>
            <a:srgbClr val="F04E2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46610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BFBD-A0D1-57CB-518A-94D7737E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F7DEA9-F71F-BFF3-1FBE-DD1EBF4E56AF}"/>
              </a:ext>
            </a:extLst>
          </p:cNvPr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AFD49CD-B864-8759-0D71-716946C8BE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6102372" y="508527"/>
            <a:ext cx="6203905" cy="584093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8ED4CAE-A7F1-67F6-45BA-AB28FF2EB5B0}"/>
              </a:ext>
            </a:extLst>
          </p:cNvPr>
          <p:cNvSpPr/>
          <p:nvPr/>
        </p:nvSpPr>
        <p:spPr>
          <a:xfrm>
            <a:off x="9378928" y="711684"/>
            <a:ext cx="2878946" cy="118107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87062"/>
              </a:lnSpc>
            </a:pPr>
            <a:r>
              <a:rPr lang="en-US" sz="9100" b="1" kern="0" spc="91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1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DDA5A7-5608-044B-0D82-43519C7DC1CC}"/>
              </a:ext>
            </a:extLst>
          </p:cNvPr>
          <p:cNvSpPr/>
          <p:nvPr/>
        </p:nvSpPr>
        <p:spPr>
          <a:xfrm>
            <a:off x="825491" y="2522257"/>
            <a:ext cx="11595091" cy="93213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88629"/>
              </a:lnSpc>
            </a:pPr>
            <a:endParaRPr lang="en-US" sz="70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A619D41-22B3-4B28-C410-4A0FA5E1FD44}"/>
              </a:ext>
            </a:extLst>
          </p:cNvPr>
          <p:cNvSpPr/>
          <p:nvPr/>
        </p:nvSpPr>
        <p:spPr>
          <a:xfrm>
            <a:off x="741501" y="558062"/>
            <a:ext cx="10964948" cy="486052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88629"/>
              </a:lnSpc>
            </a:pPr>
            <a:r>
              <a:rPr lang="en-US" sz="7000" b="1" kern="0" spc="-70" dirty="0">
                <a:solidFill>
                  <a:schemeClr val="bg1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You may be a great leader.</a:t>
            </a:r>
          </a:p>
          <a:p>
            <a:pPr defTabSz="609630">
              <a:lnSpc>
                <a:spcPct val="88629"/>
              </a:lnSpc>
            </a:pPr>
            <a:endParaRPr lang="en-US" sz="7000" b="1" kern="0" spc="-70" dirty="0">
              <a:solidFill>
                <a:schemeClr val="bg1"/>
              </a:solidFill>
              <a:latin typeface="League Spartan" pitchFamily="2" charset="77"/>
              <a:ea typeface="Arial" pitchFamily="34" charset="-122"/>
              <a:cs typeface="Arial" pitchFamily="34" charset="-120"/>
            </a:endParaRPr>
          </a:p>
          <a:p>
            <a:pPr defTabSz="609630">
              <a:lnSpc>
                <a:spcPct val="88629"/>
              </a:lnSpc>
            </a:pPr>
            <a:r>
              <a:rPr lang="en-US" sz="7000" b="1" kern="0" spc="-70" dirty="0">
                <a:solidFill>
                  <a:schemeClr val="bg1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 xml:space="preserve">But the data shows us that most salespeople were </a:t>
            </a:r>
            <a:r>
              <a:rPr lang="en-US" sz="7000" b="1" kern="0" spc="-70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never set up to succeed</a:t>
            </a:r>
            <a:r>
              <a:rPr lang="en-US" sz="7000" b="1" kern="0" spc="-70" dirty="0">
                <a:solidFill>
                  <a:schemeClr val="bg1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3C845C-866B-8335-F34D-5D1E45446088}"/>
              </a:ext>
            </a:extLst>
          </p:cNvPr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6C70082-DF54-D174-7EF3-C0F9AB5201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90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CC907-ECFB-30DD-1F89-3BC0F4D3B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611724-7071-3B85-02BF-FC2BEC995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7" r="26593" b="19334"/>
          <a:stretch>
            <a:fillRect/>
          </a:stretch>
        </p:blipFill>
        <p:spPr>
          <a:xfrm>
            <a:off x="279953" y="224942"/>
            <a:ext cx="11632094" cy="6408116"/>
          </a:xfrm>
          <a:prstGeom prst="rect">
            <a:avLst/>
          </a:prstGeom>
        </p:spPr>
      </p:pic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F8E9DDC4-380A-34E0-05EB-68E27DA07EC3}"/>
              </a:ext>
            </a:extLst>
          </p:cNvPr>
          <p:cNvSpPr/>
          <p:nvPr/>
        </p:nvSpPr>
        <p:spPr>
          <a:xfrm>
            <a:off x="-332" y="347015"/>
            <a:ext cx="4980705" cy="4375678"/>
          </a:xfrm>
          <a:prstGeom prst="snip1Rect">
            <a:avLst>
              <a:gd name="adj" fmla="val 11689"/>
            </a:avLst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182880" rIns="182880" b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181DF-46A9-43F1-44EB-14FADDB60869}"/>
              </a:ext>
            </a:extLst>
          </p:cNvPr>
          <p:cNvSpPr/>
          <p:nvPr/>
        </p:nvSpPr>
        <p:spPr>
          <a:xfrm>
            <a:off x="473499" y="475375"/>
            <a:ext cx="462784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If nobody ever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showed you how to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build a sales system,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6B0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how would you know how?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9B4898-4A12-DDB9-452E-6ED8D2319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461B7D-D16C-4ABC-876D-F99EBAEBDAA9}"/>
              </a:ext>
            </a:extLst>
          </p:cNvPr>
          <p:cNvSpPr txBox="1">
            <a:spLocks/>
          </p:cNvSpPr>
          <p:nvPr/>
        </p:nvSpPr>
        <p:spPr>
          <a:xfrm>
            <a:off x="711200" y="685801"/>
            <a:ext cx="8737600" cy="621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j-ea"/>
              <a:cs typeface="Segoe UI Semibold" panose="020B0702040204020203" pitchFamily="34" charset="0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F5237-42A9-1715-AD4C-5BBA806E1A81}"/>
              </a:ext>
            </a:extLst>
          </p:cNvPr>
          <p:cNvSpPr txBox="1">
            <a:spLocks/>
          </p:cNvSpPr>
          <p:nvPr/>
        </p:nvSpPr>
        <p:spPr>
          <a:xfrm>
            <a:off x="711200" y="410851"/>
            <a:ext cx="8343776" cy="39658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/>
                <a:ea typeface="+mj-ea"/>
                <a:cs typeface="Segoe UI Semibold" panose="020B0702040204020203" pitchFamily="34" charset="0"/>
                <a:sym typeface="Arial"/>
              </a:rPr>
              <a:t>The secret to success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/>
                <a:ea typeface="+mj-ea"/>
                <a:cs typeface="Segoe UI Semibold" panose="020B0702040204020203" pitchFamily="34" charset="0"/>
                <a:sym typeface="Arial"/>
              </a:rPr>
              <a:t>lies in how you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1" u="sng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/>
                <a:ea typeface="+mj-ea"/>
                <a:cs typeface="Segoe UI Semibold" panose="020B0702040204020203" pitchFamily="34" charset="0"/>
                <a:sym typeface="Arial"/>
              </a:rPr>
              <a:t>TEACH</a:t>
            </a:r>
            <a:endParaRPr kumimoji="0" lang="en-US" sz="5400" b="1" i="1" u="sng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/>
              <a:ea typeface="+mj-ea"/>
              <a:cs typeface="Segoe UI Semibold" panose="020B07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/>
                <a:ea typeface="+mj-ea"/>
                <a:cs typeface="Segoe UI Semibold" panose="020B0702040204020203" pitchFamily="34" charset="0"/>
                <a:sym typeface="Arial"/>
              </a:rPr>
              <a:t>the system to someone.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/>
              <a:ea typeface="+mj-ea"/>
              <a:cs typeface="Segoe UI Semibold" panose="020B0702040204020203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3D931-97D3-8085-4D8F-1D314D634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379" y="6533965"/>
            <a:ext cx="311484" cy="25193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272E005-650F-5480-98AB-0D771F2AF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90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461B7D-D16C-4ABC-876D-F99EBAEBDAA9}"/>
              </a:ext>
            </a:extLst>
          </p:cNvPr>
          <p:cNvSpPr txBox="1">
            <a:spLocks/>
          </p:cNvSpPr>
          <p:nvPr/>
        </p:nvSpPr>
        <p:spPr>
          <a:xfrm>
            <a:off x="711200" y="685801"/>
            <a:ext cx="8737600" cy="621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3D931-97D3-8085-4D8F-1D314D634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379" y="6533965"/>
            <a:ext cx="311484" cy="25193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C39F4C7-179B-C2C8-8C3B-8D0B9D1A6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25888" y="68154"/>
            <a:ext cx="265498" cy="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71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7C929-DF47-8EB7-9D14-363B0B1A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5EC913-73D3-65C5-C523-D47336F47F5E}"/>
              </a:ext>
            </a:extLst>
          </p:cNvPr>
          <p:cNvSpPr/>
          <p:nvPr/>
        </p:nvSpPr>
        <p:spPr>
          <a:xfrm>
            <a:off x="28404" y="0"/>
            <a:ext cx="12192000" cy="6858000"/>
          </a:xfrm>
          <a:prstGeom prst="rect">
            <a:avLst/>
          </a:prstGeom>
          <a:solidFill>
            <a:schemeClr val="dk1">
              <a:alpha val="41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24832C-E1CF-4F71-A990-06B2FCF7D40C}"/>
              </a:ext>
            </a:extLst>
          </p:cNvPr>
          <p:cNvSpPr txBox="1">
            <a:spLocks/>
          </p:cNvSpPr>
          <p:nvPr/>
        </p:nvSpPr>
        <p:spPr>
          <a:xfrm>
            <a:off x="496272" y="1661782"/>
            <a:ext cx="11256264" cy="353443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/>
                <a:ea typeface="+mj-ea"/>
                <a:cs typeface="+mj-cs"/>
              </a:rPr>
              <a:t>He didn’t paint to show how good of a painter he was. He painted to show how good of a painter you could be.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446B58-5489-CCB2-DE07-9B9A45921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38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A6230-D061-CCD8-3A1D-0C10398A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BC9B19-FA81-CD2C-E551-FC24F05D90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4ADF4F-A842-8776-7623-BDB17B078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C44DF6E-36FD-8985-5B5D-52D34C378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71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B10ADC62-B43B-B711-8474-871C0675784A}"/>
              </a:ext>
            </a:extLst>
          </p:cNvPr>
          <p:cNvSpPr/>
          <p:nvPr/>
        </p:nvSpPr>
        <p:spPr>
          <a:xfrm>
            <a:off x="27" y="15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2" name="Text 0"/>
          <p:cNvSpPr/>
          <p:nvPr/>
        </p:nvSpPr>
        <p:spPr>
          <a:xfrm>
            <a:off x="468630" y="33147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A chart you’ve </a:t>
            </a:r>
            <a:r>
              <a:rPr lang="en-US" sz="3200" b="1" dirty="0">
                <a:solidFill>
                  <a:srgbClr val="F04E23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seen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 a hundred times!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07128" y="138303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07128" y="148361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1C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Visionary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16856" y="176707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Big ideas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Big relationships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07128" y="3138678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07128" y="323011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1C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Integrator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16856" y="3522726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Remove obstacles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Special projects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2408" y="5013198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2F3F5"/>
          </a:solidFill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32408" y="514121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1C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42136" y="539724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Revenue target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Sales process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69968" y="5013198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2F3F5"/>
          </a:solidFill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9968" y="514121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1C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9696" y="539724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Make the product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Deliver the service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Quality control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7528" y="5013198"/>
            <a:ext cx="2651760" cy="1481328"/>
          </a:xfrm>
          <a:prstGeom prst="roundRect">
            <a:avLst>
              <a:gd name="adj" fmla="val 3704"/>
            </a:avLst>
          </a:prstGeom>
          <a:solidFill>
            <a:srgbClr val="F2F3F5"/>
          </a:solidFill>
          <a:ln w="12700">
            <a:solidFill>
              <a:srgbClr val="9AA0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07528" y="514121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1C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17256" y="5397246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Budgets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4E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AR / AP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5848" y="2754630"/>
            <a:ext cx="0" cy="38404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5848" y="4510278"/>
            <a:ext cx="0" cy="25603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58288" y="4766310"/>
            <a:ext cx="66751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8288" y="4766310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5848" y="4766310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433408" y="4766310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BA1105-0B2A-0B2F-48CC-A638BE6F99C2}"/>
              </a:ext>
            </a:extLst>
          </p:cNvPr>
          <p:cNvSpPr/>
          <p:nvPr/>
        </p:nvSpPr>
        <p:spPr>
          <a:xfrm>
            <a:off x="94229" y="6615404"/>
            <a:ext cx="6318853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are not affiliated with, endorsed by, or authorized by EOS Worldwide.</a:t>
            </a:r>
            <a:endParaRPr kumimoji="0" lang="en-US" sz="1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8A87EC74-1040-24EF-E59E-3666ED3636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7E547-B36F-D7DD-29FC-7C5AC5BB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37FF84F-5B45-365C-A205-C1382B430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0715" y="79247"/>
            <a:ext cx="259081" cy="25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5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Your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 company is the Universe.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Every seat is its own galaxy.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5848" y="2401214"/>
            <a:ext cx="0" cy="683971"/>
          </a:xfrm>
          <a:prstGeom prst="line">
            <a:avLst/>
          </a:prstGeom>
          <a:noFill/>
          <a:ln w="12700">
            <a:solidFill>
              <a:srgbClr val="3A415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 flipH="1">
            <a:off x="3535528" y="3955694"/>
            <a:ext cx="2560320" cy="985723"/>
          </a:xfrm>
          <a:prstGeom prst="line">
            <a:avLst/>
          </a:prstGeom>
          <a:noFill/>
          <a:ln w="12700">
            <a:solidFill>
              <a:srgbClr val="3A415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5848" y="3955694"/>
            <a:ext cx="0" cy="850392"/>
          </a:xfrm>
          <a:prstGeom prst="line">
            <a:avLst/>
          </a:prstGeom>
          <a:noFill/>
          <a:ln w="12700">
            <a:solidFill>
              <a:srgbClr val="3A415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5847" y="3955694"/>
            <a:ext cx="3139587" cy="1192378"/>
          </a:xfrm>
          <a:prstGeom prst="line">
            <a:avLst/>
          </a:prstGeom>
          <a:noFill/>
          <a:ln w="12700">
            <a:solidFill>
              <a:srgbClr val="3A415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assets/galaxy_white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318608" y="1188720"/>
            <a:ext cx="15544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15688" y="2633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VISIONARY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9" name="Image 1" descr="assets/galaxy_white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318608" y="2743200"/>
            <a:ext cx="155448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15688" y="4187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INTEGRATOR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1" name="Image 2" descr="assets/galaxy_white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318608" y="4526280"/>
            <a:ext cx="1554480" cy="1554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15688" y="5971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OPERATIONS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3" name="Image 3" descr="assets/galaxy_white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8732520" y="4526280"/>
            <a:ext cx="1554480" cy="1554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0" y="5971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FINANCE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5" name="Image 4" descr="assets/galax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4114800"/>
            <a:ext cx="2194560" cy="21945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600" y="59710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58220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04088" y="965607"/>
            <a:ext cx="5455759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EOS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®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9CDD4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 governs the universe: vision, traction, healthy.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E7E45C38-9183-EE45-185B-2A15248928C4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7CA7C52-7C32-DA8B-9BA5-D6301129A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alaxy_orange_big.png"/>
          <p:cNvPicPr>
            <a:picLocks noChangeAspect="1"/>
          </p:cNvPicPr>
          <p:nvPr/>
        </p:nvPicPr>
        <p:blipFill>
          <a:blip r:embed="rId4"/>
          <a:srcRect t="24841" b="22947"/>
          <a:stretch>
            <a:fillRect/>
          </a:stretch>
        </p:blipFill>
        <p:spPr>
          <a:xfrm>
            <a:off x="2207400" y="1851660"/>
            <a:ext cx="7777200" cy="38976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5779" y="338328"/>
            <a:ext cx="75085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Inside the </a:t>
            </a:r>
            <a:r>
              <a:rPr lang="en-US" sz="4800" b="1" u="sng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 seat</a:t>
            </a:r>
            <a:r>
              <a:rPr lang="en-US" sz="4800" b="1" dirty="0"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,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 lives…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4AB0FFD-5BA7-621E-A511-1F3D658A20AE}"/>
              </a:ext>
            </a:extLst>
          </p:cNvPr>
          <p:cNvSpPr/>
          <p:nvPr/>
        </p:nvSpPr>
        <p:spPr>
          <a:xfrm>
            <a:off x="5457825" y="3429000"/>
            <a:ext cx="12763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C4A10C2-DF6B-8937-41B0-CA533FAC9F01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0F7A517-E4C7-01D1-0CFF-992E3B56A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alaxy_orange_b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208" y="731520"/>
            <a:ext cx="5669280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04868" y="2986061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32066" y="2653865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Sales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Process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09224" y="3081870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03544" y="1437501"/>
            <a:ext cx="2103120" cy="40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Daily Performance Indicators (DPIs)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23023" y="4659097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054806" y="1472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Coaching Cadence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09992" y="4129560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326255" y="4129560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83828" y="5252776"/>
            <a:ext cx="2103120" cy="42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 Leadership Training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1297" y="1621049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008756" y="136664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Onboarding Process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380506" y="3043841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28946" y="5379277"/>
            <a:ext cx="2103120" cy="44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Account Ownership Standards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625549" y="1842694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228940" y="5749064"/>
            <a:ext cx="155448" cy="155448"/>
          </a:xfrm>
          <a:prstGeom prst="line">
            <a:avLst/>
          </a:prstGeom>
          <a:solidFill>
            <a:srgbClr val="F58220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06670" y="356497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Sales-to-Service Handoff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1145" y="271404"/>
            <a:ext cx="646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An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entire </a:t>
            </a:r>
            <a:r>
              <a:rPr lang="en-US" sz="3200" b="1" i="1" dirty="0">
                <a:solidFill>
                  <a:srgbClr val="F04E23"/>
                </a:solidFill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solar system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of its own.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B002400-419C-2E12-733E-72832265B681}"/>
              </a:ext>
            </a:extLst>
          </p:cNvPr>
          <p:cNvSpPr/>
          <p:nvPr/>
        </p:nvSpPr>
        <p:spPr>
          <a:xfrm>
            <a:off x="2566147" y="4564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AI Utilization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982FB024-5112-75F7-7334-B99D5A8C67ED}"/>
              </a:ext>
            </a:extLst>
          </p:cNvPr>
          <p:cNvSpPr/>
          <p:nvPr/>
        </p:nvSpPr>
        <p:spPr>
          <a:xfrm>
            <a:off x="8262627" y="3365835"/>
            <a:ext cx="2103120" cy="38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 Cycle Entrance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&amp; Exit Criteria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718BAD54-A578-F21C-0FF2-62A926649073}"/>
              </a:ext>
            </a:extLst>
          </p:cNvPr>
          <p:cNvSpPr/>
          <p:nvPr/>
        </p:nvSpPr>
        <p:spPr>
          <a:xfrm>
            <a:off x="328946" y="169877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 Hiring System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4DD9A0BD-8767-9F9B-AAB3-204A2AE83734}"/>
              </a:ext>
            </a:extLst>
          </p:cNvPr>
          <p:cNvSpPr/>
          <p:nvPr/>
        </p:nvSpPr>
        <p:spPr>
          <a:xfrm>
            <a:off x="3420177" y="5852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Strategic Gifting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E028EA3-6350-9A3C-543B-2D7F224568BF}"/>
              </a:ext>
            </a:extLst>
          </p:cNvPr>
          <p:cNvSpPr/>
          <p:nvPr/>
        </p:nvSpPr>
        <p:spPr>
          <a:xfrm>
            <a:off x="8729437" y="5989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Referral Engine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0F6FAE42-57EF-632B-0592-E855AA0BD77D}"/>
              </a:ext>
            </a:extLst>
          </p:cNvPr>
          <p:cNvSpPr/>
          <p:nvPr/>
        </p:nvSpPr>
        <p:spPr>
          <a:xfrm>
            <a:off x="9780997" y="474404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Assess &amp; Evaluate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674F7592-5521-121C-47BD-11028DE31E60}"/>
              </a:ext>
            </a:extLst>
          </p:cNvPr>
          <p:cNvSpPr/>
          <p:nvPr/>
        </p:nvSpPr>
        <p:spPr>
          <a:xfrm>
            <a:off x="5647797" y="3268980"/>
            <a:ext cx="9651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SALES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CBB933-7160-9FEA-D86F-08AB3F0F0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6563039B-C295-E365-1D89-27C45DEE2A1A}"/>
              </a:ext>
            </a:extLst>
          </p:cNvPr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04868" y="2986061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09224" y="3081870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23023" y="4659097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709992" y="4129560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326255" y="4129560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11297" y="1621049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380506" y="3043841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228940" y="5749064"/>
            <a:ext cx="155448" cy="155448"/>
          </a:xfrm>
          <a:prstGeom prst="line">
            <a:avLst/>
          </a:prstGeom>
          <a:solidFill>
            <a:srgbClr val="4A4E55"/>
          </a:solidFill>
          <a:ln w="6350">
            <a:solidFill>
              <a:srgbClr val="06070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4101" y="688743"/>
            <a:ext cx="10305288" cy="1380744"/>
          </a:xfrm>
          <a:prstGeom prst="rect">
            <a:avLst/>
          </a:prstGeom>
          <a:noFill/>
          <a:ln/>
          <a:effectLst>
            <a:outerShdw blurRad="177800" dist="25400" dir="5400000" algn="bl" rotWithShape="0">
              <a:srgbClr val="000000">
                <a:alpha val="8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 xml:space="preserve">Most companies have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never built this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Arial" pitchFamily="34" charset="-122"/>
                <a:cs typeface="Segoe UI" panose="020B0502040204020203" pitchFamily="34" charset="0"/>
              </a:rPr>
              <a:t>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5022253-7034-69DB-CB33-0F4A78E152A2}"/>
              </a:ext>
            </a:extLst>
          </p:cNvPr>
          <p:cNvSpPr/>
          <p:nvPr/>
        </p:nvSpPr>
        <p:spPr>
          <a:xfrm>
            <a:off x="506915" y="2613173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EOS</a:t>
            </a:r>
            <a:r>
              <a:rPr kumimoji="0" lang="en-US" sz="3200" b="1" i="0" u="none" strike="noStrike" kern="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®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runs the company.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4C38A87-775E-5DA6-D9F3-55874972E0AA}"/>
              </a:ext>
            </a:extLst>
          </p:cNvPr>
          <p:cNvSpPr/>
          <p:nvPr/>
        </p:nvSpPr>
        <p:spPr>
          <a:xfrm>
            <a:off x="506915" y="3481853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We run the sales engine inside it.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42A27D7-8FE2-4543-E30F-7B095F2123F4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5B5BC55-B803-D013-EBD6-FE90F3855C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4" r="94"/>
          <a:stretch/>
        </p:blipFill>
        <p:spPr>
          <a:xfrm>
            <a:off x="11848532" y="90952"/>
            <a:ext cx="234055" cy="21774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20FEA7B-B2A2-439D-A16A-DD1AAA9807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20" t="6238" b="29656"/>
          <a:stretch>
            <a:fillRect/>
          </a:stretch>
        </p:blipFill>
        <p:spPr>
          <a:xfrm>
            <a:off x="342900" y="0"/>
            <a:ext cx="11533180" cy="6286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E159F4-00C4-E17F-DF10-6E9BC0BF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4E07A9-2568-A240-89EA-ECC1247B7368}"/>
              </a:ext>
            </a:extLst>
          </p:cNvPr>
          <p:cNvGrpSpPr/>
          <p:nvPr/>
        </p:nvGrpSpPr>
        <p:grpSpPr>
          <a:xfrm>
            <a:off x="-334" y="703212"/>
            <a:ext cx="10309519" cy="1279923"/>
            <a:chOff x="-334" y="703212"/>
            <a:chExt cx="10309519" cy="1143766"/>
          </a:xfrm>
        </p:grpSpPr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A73C27CC-F75B-31C2-0162-46930E35AD24}"/>
                </a:ext>
              </a:extLst>
            </p:cNvPr>
            <p:cNvSpPr/>
            <p:nvPr/>
          </p:nvSpPr>
          <p:spPr>
            <a:xfrm>
              <a:off x="-334" y="703212"/>
              <a:ext cx="9984900" cy="1143766"/>
            </a:xfrm>
            <a:prstGeom prst="snip1Rect">
              <a:avLst>
                <a:gd name="adj" fmla="val 23896"/>
              </a:avLst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182880" rIns="182880" bIns="18288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FFA2E1-EE07-0803-269B-C4D8D4B0E841}"/>
                </a:ext>
              </a:extLst>
            </p:cNvPr>
            <p:cNvSpPr txBox="1"/>
            <p:nvPr/>
          </p:nvSpPr>
          <p:spPr>
            <a:xfrm>
              <a:off x="516636" y="1024434"/>
              <a:ext cx="9792549" cy="4999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How most companies try to “fix” sales</a:t>
              </a:r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AE16B777-F9D0-ECAC-022C-98422C787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5F6AEF29-4669-EA3F-2A7A-D1AE4DAC50B2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DA0FCAD7-0799-E74E-E783-4B711CFBF4BF}"/>
              </a:ext>
            </a:extLst>
          </p:cNvPr>
          <p:cNvSpPr/>
          <p:nvPr/>
        </p:nvSpPr>
        <p:spPr>
          <a:xfrm flipV="1">
            <a:off x="365216" y="1781421"/>
            <a:ext cx="9619350" cy="49004"/>
          </a:xfrm>
          <a:prstGeom prst="roundRect">
            <a:avLst>
              <a:gd name="adj" fmla="val 50000"/>
            </a:avLst>
          </a:prstGeom>
          <a:solidFill>
            <a:srgbClr val="F04E2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286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DDA4C-EB92-8F01-FE1E-6CDA4A09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6EC4AAE-E62B-8CBA-B608-C7497678C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94" b="8094"/>
          <a:stretch/>
        </p:blipFill>
        <p:spPr>
          <a:xfrm>
            <a:off x="342900" y="0"/>
            <a:ext cx="11532179" cy="6286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47FE444-3A3C-CE39-6B90-AFD413F95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87" b="8087"/>
          <a:stretch/>
        </p:blipFill>
        <p:spPr>
          <a:xfrm>
            <a:off x="342900" y="0"/>
            <a:ext cx="11530178" cy="6286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218CF-A049-B2EB-4B87-23E77FC0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59D7818D-7FA4-0260-1985-66F8838EC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83" b="8083"/>
          <a:stretch/>
        </p:blipFill>
        <p:spPr>
          <a:xfrm>
            <a:off x="342900" y="0"/>
            <a:ext cx="11529178" cy="62865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B14DF93-E491-AE7B-F557-7302E3A7B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79" b="8079"/>
          <a:stretch/>
        </p:blipFill>
        <p:spPr>
          <a:xfrm>
            <a:off x="342900" y="0"/>
            <a:ext cx="11528178" cy="62865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27ECE1F-6379-3CA8-1226-846A8DA410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76" b="8076"/>
          <a:stretch/>
        </p:blipFill>
        <p:spPr>
          <a:xfrm>
            <a:off x="342900" y="0"/>
            <a:ext cx="11527178" cy="62865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5F3F4D65-679D-EC37-FE61-CBE3BD217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72" b="8072"/>
          <a:stretch/>
        </p:blipFill>
        <p:spPr>
          <a:xfrm>
            <a:off x="342900" y="0"/>
            <a:ext cx="11526178" cy="62865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B99E288-E8A5-3D9D-C142-29B5F3D19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69" b="8069"/>
          <a:stretch/>
        </p:blipFill>
        <p:spPr>
          <a:xfrm>
            <a:off x="342900" y="0"/>
            <a:ext cx="11525178" cy="62865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FF0D3A3-59E1-5C97-1883-6AB87EE646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65" b="8065"/>
          <a:stretch/>
        </p:blipFill>
        <p:spPr>
          <a:xfrm>
            <a:off x="342900" y="0"/>
            <a:ext cx="11524178" cy="62865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B12CB47-D32D-0A14-9AFA-8F37502D12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61" b="8061"/>
          <a:stretch/>
        </p:blipFill>
        <p:spPr>
          <a:xfrm>
            <a:off x="342900" y="0"/>
            <a:ext cx="11523178" cy="628650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77108A89-1C59-B139-1FDD-94BDEE577450}"/>
              </a:ext>
            </a:extLst>
          </p:cNvPr>
          <p:cNvGrpSpPr/>
          <p:nvPr/>
        </p:nvGrpSpPr>
        <p:grpSpPr>
          <a:xfrm>
            <a:off x="917301" y="2530551"/>
            <a:ext cx="3325514" cy="1107996"/>
            <a:chOff x="917301" y="2530551"/>
            <a:chExt cx="3325514" cy="110799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3CB329-F607-45D3-08FE-8DEBFF074FA9}"/>
                </a:ext>
              </a:extLst>
            </p:cNvPr>
            <p:cNvSpPr txBox="1"/>
            <p:nvPr/>
          </p:nvSpPr>
          <p:spPr>
            <a:xfrm>
              <a:off x="917301" y="2530551"/>
              <a:ext cx="3325514" cy="110799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Hire “better” salespeople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769603F-B785-A9AD-BE48-57D54368BC3E}"/>
                </a:ext>
              </a:extLst>
            </p:cNvPr>
            <p:cNvCxnSpPr>
              <a:cxnSpLocks/>
            </p:cNvCxnSpPr>
            <p:nvPr/>
          </p:nvCxnSpPr>
          <p:spPr>
            <a:xfrm>
              <a:off x="2072907" y="3080567"/>
              <a:ext cx="1146542" cy="39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7FDEE82-6963-C1A0-5341-677A4C7B0A95}"/>
              </a:ext>
            </a:extLst>
          </p:cNvPr>
          <p:cNvGrpSpPr/>
          <p:nvPr/>
        </p:nvGrpSpPr>
        <p:grpSpPr>
          <a:xfrm>
            <a:off x="917300" y="601789"/>
            <a:ext cx="4038746" cy="1121468"/>
            <a:chOff x="917301" y="601789"/>
            <a:chExt cx="3570055" cy="11214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5A729D-12AF-5E28-206F-60D13F235DD7}"/>
                </a:ext>
              </a:extLst>
            </p:cNvPr>
            <p:cNvSpPr txBox="1"/>
            <p:nvPr/>
          </p:nvSpPr>
          <p:spPr>
            <a:xfrm>
              <a:off x="917301" y="601789"/>
              <a:ext cx="3570055" cy="110799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Conduct a sales training “event.”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154DD40-C404-0CCC-CA72-F3A6FA07260C}"/>
                </a:ext>
              </a:extLst>
            </p:cNvPr>
            <p:cNvCxnSpPr>
              <a:cxnSpLocks/>
            </p:cNvCxnSpPr>
            <p:nvPr/>
          </p:nvCxnSpPr>
          <p:spPr>
            <a:xfrm>
              <a:off x="2506328" y="1713426"/>
              <a:ext cx="1099999" cy="98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A9BEA13-8D03-A01C-B7CD-1BB39909EBF9}"/>
              </a:ext>
            </a:extLst>
          </p:cNvPr>
          <p:cNvGrpSpPr/>
          <p:nvPr/>
        </p:nvGrpSpPr>
        <p:grpSpPr>
          <a:xfrm>
            <a:off x="917301" y="4445842"/>
            <a:ext cx="3225789" cy="1569660"/>
            <a:chOff x="917301" y="4445842"/>
            <a:chExt cx="3225789" cy="15696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A9BE45-5470-8213-C957-EC6F65D60B38}"/>
                </a:ext>
              </a:extLst>
            </p:cNvPr>
            <p:cNvSpPr txBox="1"/>
            <p:nvPr/>
          </p:nvSpPr>
          <p:spPr>
            <a:xfrm>
              <a:off x="917301" y="4445842"/>
              <a:ext cx="3225789" cy="156966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Promote your best salesperson to manager.”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B7E3532-9FA8-7410-0EF2-A8B7CF8FF005}"/>
                </a:ext>
              </a:extLst>
            </p:cNvPr>
            <p:cNvCxnSpPr>
              <a:cxnSpLocks/>
            </p:cNvCxnSpPr>
            <p:nvPr/>
          </p:nvCxnSpPr>
          <p:spPr>
            <a:xfrm>
              <a:off x="975628" y="5506734"/>
              <a:ext cx="75258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E2560BE-1CFA-92B9-622E-FF9166221938}"/>
              </a:ext>
            </a:extLst>
          </p:cNvPr>
          <p:cNvGrpSpPr/>
          <p:nvPr/>
        </p:nvGrpSpPr>
        <p:grpSpPr>
          <a:xfrm>
            <a:off x="7874310" y="650122"/>
            <a:ext cx="3105942" cy="1107996"/>
            <a:chOff x="9073795" y="2341762"/>
            <a:chExt cx="2286760" cy="11079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0C1481-6A98-2BEB-DCD6-66C21A55C443}"/>
                </a:ext>
              </a:extLst>
            </p:cNvPr>
            <p:cNvSpPr txBox="1"/>
            <p:nvPr/>
          </p:nvSpPr>
          <p:spPr>
            <a:xfrm>
              <a:off x="9073795" y="2341762"/>
              <a:ext cx="2201881" cy="110799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Switch CRMs. 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FD48AC1-DACF-F92C-4B75-52ED8C0EF714}"/>
                </a:ext>
              </a:extLst>
            </p:cNvPr>
            <p:cNvCxnSpPr>
              <a:cxnSpLocks/>
            </p:cNvCxnSpPr>
            <p:nvPr/>
          </p:nvCxnSpPr>
          <p:spPr>
            <a:xfrm>
              <a:off x="9260264" y="2907759"/>
              <a:ext cx="21002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B91C013-7974-0018-B9A1-CD0E41615A76}"/>
              </a:ext>
            </a:extLst>
          </p:cNvPr>
          <p:cNvGrpSpPr/>
          <p:nvPr/>
        </p:nvGrpSpPr>
        <p:grpSpPr>
          <a:xfrm>
            <a:off x="7949185" y="2530551"/>
            <a:ext cx="3325514" cy="1107996"/>
            <a:chOff x="8351521" y="4222191"/>
            <a:chExt cx="3325514" cy="11079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2ED7ED-7E7B-EE8F-55D9-9CAF203587CC}"/>
                </a:ext>
              </a:extLst>
            </p:cNvPr>
            <p:cNvSpPr txBox="1"/>
            <p:nvPr/>
          </p:nvSpPr>
          <p:spPr>
            <a:xfrm>
              <a:off x="8351521" y="4222191"/>
              <a:ext cx="3325514" cy="10464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 </a:t>
              </a:r>
              <a:r>
                <a:rPr kumimoji="0" lang="en-US" sz="3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Set higher, more unrealistic goals.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C9C9752-520C-BB9A-512C-1708F64F3B65}"/>
                </a:ext>
              </a:extLst>
            </p:cNvPr>
            <p:cNvCxnSpPr>
              <a:cxnSpLocks/>
            </p:cNvCxnSpPr>
            <p:nvPr/>
          </p:nvCxnSpPr>
          <p:spPr>
            <a:xfrm>
              <a:off x="8529913" y="5330187"/>
              <a:ext cx="192167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E362F74-8D98-A372-47D4-1A4F388FC8D7}"/>
              </a:ext>
            </a:extLst>
          </p:cNvPr>
          <p:cNvGrpSpPr/>
          <p:nvPr/>
        </p:nvGrpSpPr>
        <p:grpSpPr>
          <a:xfrm>
            <a:off x="7205472" y="4489584"/>
            <a:ext cx="4233672" cy="1046440"/>
            <a:chOff x="7607808" y="6181224"/>
            <a:chExt cx="4233672" cy="104644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ADA294-423B-575D-5F28-648553AF6AEE}"/>
                </a:ext>
              </a:extLst>
            </p:cNvPr>
            <p:cNvSpPr txBox="1"/>
            <p:nvPr/>
          </p:nvSpPr>
          <p:spPr>
            <a:xfrm>
              <a:off x="7607808" y="6181224"/>
              <a:ext cx="4233672" cy="10464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 xml:space="preserve">Change comp plans to drive </a:t>
              </a:r>
              <a:r>
                <a:rPr lang="en-US" sz="34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results.</a:t>
              </a:r>
              <a:endPara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3C2FD10-C505-3456-CE5B-DC666197DF07}"/>
                </a:ext>
              </a:extLst>
            </p:cNvPr>
            <p:cNvCxnSpPr>
              <a:cxnSpLocks/>
            </p:cNvCxnSpPr>
            <p:nvPr/>
          </p:nvCxnSpPr>
          <p:spPr>
            <a:xfrm>
              <a:off x="9697902" y="6722892"/>
              <a:ext cx="203080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E90D665F-31CE-4484-B2E3-DF4093C18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94" r="94"/>
          <a:stretch/>
        </p:blipFill>
        <p:spPr>
          <a:xfrm>
            <a:off x="11901800" y="46562"/>
            <a:ext cx="234055" cy="217744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75CC01B1-8D20-E81F-5CC1-7F20ECF6D0DC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175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FBD5-8EF7-97C7-FE3F-49F99045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508C6C82-B769-71C6-6949-7E2A50985C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E3BF91-090A-4067-AD04-3E72B941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5563"/>
            <a:ext cx="495300" cy="31591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800" b="0" i="0" u="none" strike="noStrike" kern="1200" cap="none" spc="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6" name="Title 29">
            <a:extLst>
              <a:ext uri="{FF2B5EF4-FFF2-40B4-BE49-F238E27FC236}">
                <a16:creationId xmlns:a16="http://schemas.microsoft.com/office/drawing/2014/main" id="{B671AC9D-9C93-75DB-BB38-A2418534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76" y="405512"/>
            <a:ext cx="9987752" cy="61517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5 Cornerstones of Sales Execution</a:t>
            </a:r>
            <a:r>
              <a:rPr lang="en-US" sz="40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™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7BBD1-BF11-8DE1-9902-9737B97AEB64}"/>
              </a:ext>
            </a:extLst>
          </p:cNvPr>
          <p:cNvSpPr txBox="1"/>
          <p:nvPr/>
        </p:nvSpPr>
        <p:spPr>
          <a:xfrm>
            <a:off x="1939749" y="1569087"/>
            <a:ext cx="35111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Strategic Clarity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0FEC9-510D-EA5E-8F64-1AABFE4BC7BA}"/>
              </a:ext>
            </a:extLst>
          </p:cNvPr>
          <p:cNvSpPr txBox="1"/>
          <p:nvPr/>
        </p:nvSpPr>
        <p:spPr>
          <a:xfrm>
            <a:off x="1939749" y="2619841"/>
            <a:ext cx="36115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Structure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0632E-4F93-5C5D-04F9-35CB6D4F7C6B}"/>
              </a:ext>
            </a:extLst>
          </p:cNvPr>
          <p:cNvSpPr txBox="1"/>
          <p:nvPr/>
        </p:nvSpPr>
        <p:spPr>
          <a:xfrm>
            <a:off x="1939749" y="3659369"/>
            <a:ext cx="36115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Skill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245C8A-5A32-05A5-8852-455D97CE1140}"/>
              </a:ext>
            </a:extLst>
          </p:cNvPr>
          <p:cNvSpPr txBox="1"/>
          <p:nvPr/>
        </p:nvSpPr>
        <p:spPr>
          <a:xfrm>
            <a:off x="1939749" y="5685248"/>
            <a:ext cx="458517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Stewardship in Action</a:t>
            </a:r>
          </a:p>
        </p:txBody>
      </p:sp>
      <p:pic>
        <p:nvPicPr>
          <p:cNvPr id="14" name="!! Gear 1">
            <a:extLst>
              <a:ext uri="{FF2B5EF4-FFF2-40B4-BE49-F238E27FC236}">
                <a16:creationId xmlns:a16="http://schemas.microsoft.com/office/drawing/2014/main" id="{B884D9CD-8C15-E319-43E3-76BF7FD910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144" y="1432892"/>
            <a:ext cx="837574" cy="83440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66E8BD5-625B-A0AC-6166-89B98CD8B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175" y="1687120"/>
            <a:ext cx="325512" cy="310716"/>
          </a:xfrm>
          <a:prstGeom prst="rect">
            <a:avLst/>
          </a:prstGeom>
        </p:spPr>
      </p:pic>
      <p:pic>
        <p:nvPicPr>
          <p:cNvPr id="17" name="!! Gear 3">
            <a:extLst>
              <a:ext uri="{FF2B5EF4-FFF2-40B4-BE49-F238E27FC236}">
                <a16:creationId xmlns:a16="http://schemas.microsoft.com/office/drawing/2014/main" id="{6077621B-08F5-A2D3-215C-5E70D5DD9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144" y="3503634"/>
            <a:ext cx="837574" cy="8344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026FF59-B68A-091A-DD53-152ECE9DE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656" y="3757888"/>
            <a:ext cx="326197" cy="310664"/>
          </a:xfrm>
          <a:prstGeom prst="rect">
            <a:avLst/>
          </a:prstGeom>
        </p:spPr>
      </p:pic>
      <p:pic>
        <p:nvPicPr>
          <p:cNvPr id="21" name="!! Gear 5">
            <a:extLst>
              <a:ext uri="{FF2B5EF4-FFF2-40B4-BE49-F238E27FC236}">
                <a16:creationId xmlns:a16="http://schemas.microsoft.com/office/drawing/2014/main" id="{AA4A53CA-95BC-25E1-17FF-7B8BE1939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144" y="5571162"/>
            <a:ext cx="837574" cy="83440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F980600-C4DE-7016-FA33-FB7303B38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1774" y="5825416"/>
            <a:ext cx="346313" cy="310664"/>
          </a:xfrm>
          <a:prstGeom prst="rect">
            <a:avLst/>
          </a:prstGeom>
        </p:spPr>
      </p:pic>
      <p:pic>
        <p:nvPicPr>
          <p:cNvPr id="24" name="!! Gear 2">
            <a:extLst>
              <a:ext uri="{FF2B5EF4-FFF2-40B4-BE49-F238E27FC236}">
                <a16:creationId xmlns:a16="http://schemas.microsoft.com/office/drawing/2014/main" id="{D85CB9A1-CB25-93C5-C4FF-FBCD5E3FE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144" y="2468263"/>
            <a:ext cx="837574" cy="83440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7C346F2-3831-F4A0-6CD7-9AB98BFFA8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7061" y="2694101"/>
            <a:ext cx="214160" cy="3631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98E8D0F-84C8-A866-620D-A5655772CB82}"/>
              </a:ext>
            </a:extLst>
          </p:cNvPr>
          <p:cNvSpPr txBox="1"/>
          <p:nvPr/>
        </p:nvSpPr>
        <p:spPr>
          <a:xfrm>
            <a:off x="1939749" y="4680465"/>
            <a:ext cx="458517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Performance Visibility</a:t>
            </a:r>
          </a:p>
        </p:txBody>
      </p:sp>
      <p:pic>
        <p:nvPicPr>
          <p:cNvPr id="27" name="!! Gear 4">
            <a:extLst>
              <a:ext uri="{FF2B5EF4-FFF2-40B4-BE49-F238E27FC236}">
                <a16:creationId xmlns:a16="http://schemas.microsoft.com/office/drawing/2014/main" id="{75DA61FE-4F8E-080F-BC44-7CD81DB8CB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144" y="4539005"/>
            <a:ext cx="837574" cy="83440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D313CFC-B7FD-7CA9-6626-27483DE06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1534" y="4845558"/>
            <a:ext cx="306793" cy="22129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EB4B867-5ED3-D4A9-126D-C8CD2E268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29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D5D3-4519-B21A-1780-72161A8B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645EDAE-A8F7-73D2-7D96-570A524D1F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B1EDDD5-C418-6B34-211D-1EA2E8F927C6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pc="10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E44C4-6B11-B3C4-7CC1-BD45BCA0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6DA95-357C-CA5E-ADC6-53828E5047E6}"/>
              </a:ext>
            </a:extLst>
          </p:cNvPr>
          <p:cNvSpPr txBox="1"/>
          <p:nvPr/>
        </p:nvSpPr>
        <p:spPr>
          <a:xfrm>
            <a:off x="1796337" y="446218"/>
            <a:ext cx="4585172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Strategic Clarity</a:t>
            </a:r>
          </a:p>
        </p:txBody>
      </p:sp>
      <p:pic>
        <p:nvPicPr>
          <p:cNvPr id="12" name="!! Gear 1">
            <a:extLst>
              <a:ext uri="{FF2B5EF4-FFF2-40B4-BE49-F238E27FC236}">
                <a16:creationId xmlns:a16="http://schemas.microsoft.com/office/drawing/2014/main" id="{F3C39873-6A16-4911-D5D5-3CC8C3CB74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736" y="375186"/>
            <a:ext cx="837574" cy="83440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0F1DE3A-02B1-3998-A02E-8DC9FFDF5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767" y="629414"/>
            <a:ext cx="325512" cy="3107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6F3C0D-AB65-B367-93EE-45A6527B051E}"/>
              </a:ext>
            </a:extLst>
          </p:cNvPr>
          <p:cNvSpPr txBox="1"/>
          <p:nvPr/>
        </p:nvSpPr>
        <p:spPr>
          <a:xfrm>
            <a:off x="930523" y="1655805"/>
            <a:ext cx="10586033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Identifying the clients’ problems you solve better than anyone else.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Why you win deals, why you don’t, and when   to say no.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 clear strategy for where AI fits in your sales system and where it doesn’t.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96CDF53-E6B3-5BB7-27BB-A8BB8C570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9B9B30C0-2603-260F-8604-225181598EA1}"/>
              </a:ext>
            </a:extLst>
          </p:cNvPr>
          <p:cNvSpPr/>
          <p:nvPr/>
        </p:nvSpPr>
        <p:spPr>
          <a:xfrm flipV="1">
            <a:off x="1796337" y="1209587"/>
            <a:ext cx="9619350" cy="49004"/>
          </a:xfrm>
          <a:prstGeom prst="roundRect">
            <a:avLst>
              <a:gd name="adj" fmla="val 50000"/>
            </a:avLst>
          </a:prstGeom>
          <a:solidFill>
            <a:srgbClr val="FF6B0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61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29AA-A07E-3BE5-929C-0129F3BD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ACB08BA-FE57-8389-013C-0A5EB0495B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F59508F-807A-B2A9-D4AA-DDF7C18BB6E4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pc="10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351E8-D06F-62FD-BB2F-B4EF5E12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830C-D344-C395-4AF6-1708C5B7CEFE}"/>
              </a:ext>
            </a:extLst>
          </p:cNvPr>
          <p:cNvSpPr txBox="1"/>
          <p:nvPr/>
        </p:nvSpPr>
        <p:spPr>
          <a:xfrm>
            <a:off x="1796337" y="446218"/>
            <a:ext cx="4585172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Structure Design</a:t>
            </a:r>
          </a:p>
        </p:txBody>
      </p:sp>
      <p:pic>
        <p:nvPicPr>
          <p:cNvPr id="6" name="!! Gear 2">
            <a:extLst>
              <a:ext uri="{FF2B5EF4-FFF2-40B4-BE49-F238E27FC236}">
                <a16:creationId xmlns:a16="http://schemas.microsoft.com/office/drawing/2014/main" id="{48A54B19-A5ED-01F5-6383-6E6AAA37B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736" y="375186"/>
            <a:ext cx="837574" cy="83440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D4824EB-CC6B-F18E-BF3A-AD67BEE17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443" y="610816"/>
            <a:ext cx="214160" cy="3631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5B6F56-554D-1491-6B0E-1B965458B04C}"/>
              </a:ext>
            </a:extLst>
          </p:cNvPr>
          <p:cNvSpPr txBox="1"/>
          <p:nvPr/>
        </p:nvSpPr>
        <p:spPr>
          <a:xfrm>
            <a:off x="930523" y="1655805"/>
            <a:ext cx="10561569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Defined roles and responsibilities that eliminate overlap and confusion.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Clear accountability tied to specific activities and behaviors.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 clearly defined process for the transition from sales to service (after the sale is made).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E3CD137-D57A-C726-2233-1D19DFD23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E3906A74-30AA-8AB2-2D76-10C6EB863E3E}"/>
              </a:ext>
            </a:extLst>
          </p:cNvPr>
          <p:cNvSpPr/>
          <p:nvPr/>
        </p:nvSpPr>
        <p:spPr>
          <a:xfrm flipV="1">
            <a:off x="1796337" y="1209587"/>
            <a:ext cx="9619350" cy="49004"/>
          </a:xfrm>
          <a:prstGeom prst="roundRect">
            <a:avLst>
              <a:gd name="adj" fmla="val 50000"/>
            </a:avLst>
          </a:prstGeom>
          <a:solidFill>
            <a:srgbClr val="FF6B0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17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E3D8-09FA-E95B-0037-F3B2D163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25C247E-62B8-C333-AC9E-FBDFDD7C6F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CF61518-00BC-9AEA-18EE-7597EA6EF983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pc="10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733B0-9E24-0851-6549-68CE61AE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2F7B1E-52D4-CEF2-09AF-34CC3C0F0936}"/>
              </a:ext>
            </a:extLst>
          </p:cNvPr>
          <p:cNvSpPr txBox="1"/>
          <p:nvPr/>
        </p:nvSpPr>
        <p:spPr>
          <a:xfrm>
            <a:off x="1796337" y="446218"/>
            <a:ext cx="4585172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Skill Application</a:t>
            </a:r>
          </a:p>
        </p:txBody>
      </p:sp>
      <p:pic>
        <p:nvPicPr>
          <p:cNvPr id="3" name="!! Gear 1">
            <a:extLst>
              <a:ext uri="{FF2B5EF4-FFF2-40B4-BE49-F238E27FC236}">
                <a16:creationId xmlns:a16="http://schemas.microsoft.com/office/drawing/2014/main" id="{9D4DF494-9F84-8B0D-8B79-C8F7BCAEF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736" y="375186"/>
            <a:ext cx="837574" cy="83440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9546931-DE59-2E6E-A802-1AFBDD412F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01" y="629440"/>
            <a:ext cx="326197" cy="310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5D28F-03B0-4481-11EB-76EFC9DA1FDF}"/>
              </a:ext>
            </a:extLst>
          </p:cNvPr>
          <p:cNvSpPr txBox="1"/>
          <p:nvPr/>
        </p:nvSpPr>
        <p:spPr>
          <a:xfrm>
            <a:off x="930523" y="1655805"/>
            <a:ext cx="1050862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Skills are developed through structured coaching, practice, and role play.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Growth is driven by tailored coaching plans, not one-size- fits-all training.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Execution improves because performance is observed, coached, and refined.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46DCC2B-E409-5D83-A078-4D623940E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FC7054DB-6B6C-6785-7CE4-9A13998F9174}"/>
              </a:ext>
            </a:extLst>
          </p:cNvPr>
          <p:cNvSpPr/>
          <p:nvPr/>
        </p:nvSpPr>
        <p:spPr>
          <a:xfrm flipV="1">
            <a:off x="1796337" y="1209587"/>
            <a:ext cx="9619350" cy="49004"/>
          </a:xfrm>
          <a:prstGeom prst="roundRect">
            <a:avLst>
              <a:gd name="adj" fmla="val 50000"/>
            </a:avLst>
          </a:prstGeom>
          <a:solidFill>
            <a:srgbClr val="FF6B0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00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821D-A58A-7068-8981-9361499B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96E3B81-6AB9-9B58-444F-C5E8354042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E8F6A64-F482-1958-7E3E-168EC4EF4DE6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pc="10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7985-E9FD-7805-C22C-145204B5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FE3033-4A3F-1CFF-0A28-69A8D209BB48}"/>
              </a:ext>
            </a:extLst>
          </p:cNvPr>
          <p:cNvSpPr txBox="1"/>
          <p:nvPr/>
        </p:nvSpPr>
        <p:spPr>
          <a:xfrm>
            <a:off x="1796337" y="446218"/>
            <a:ext cx="6397752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Performance Visibility</a:t>
            </a:r>
          </a:p>
        </p:txBody>
      </p:sp>
      <p:pic>
        <p:nvPicPr>
          <p:cNvPr id="3" name="!! Gear 1">
            <a:extLst>
              <a:ext uri="{FF2B5EF4-FFF2-40B4-BE49-F238E27FC236}">
                <a16:creationId xmlns:a16="http://schemas.microsoft.com/office/drawing/2014/main" id="{6681CC84-B36D-D20A-51E2-B2B880CAD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736" y="375186"/>
            <a:ext cx="837574" cy="83440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7765839-E684-F61F-5A7F-1B77E6FDF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126" y="674125"/>
            <a:ext cx="306793" cy="2212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40269A-08AA-BC77-A117-58BC64BA5FC1}"/>
              </a:ext>
            </a:extLst>
          </p:cNvPr>
          <p:cNvSpPr txBox="1"/>
          <p:nvPr/>
        </p:nvSpPr>
        <p:spPr>
          <a:xfrm>
            <a:off x="930522" y="1614711"/>
            <a:ext cx="10600062" cy="49244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Daily Performance Indicators are tied directly to performance.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Stage-by-stage visibility to identify where deals are won or lost.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Clearly defined standards for what effective execution looks like at each stage of the sales process.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11697FA-15A2-1CCF-5D8A-E545375F6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0227BD73-31F8-6ABA-9E29-3267856B7558}"/>
              </a:ext>
            </a:extLst>
          </p:cNvPr>
          <p:cNvSpPr/>
          <p:nvPr/>
        </p:nvSpPr>
        <p:spPr>
          <a:xfrm flipV="1">
            <a:off x="1796337" y="1209587"/>
            <a:ext cx="9619350" cy="49004"/>
          </a:xfrm>
          <a:prstGeom prst="roundRect">
            <a:avLst>
              <a:gd name="adj" fmla="val 50000"/>
            </a:avLst>
          </a:prstGeom>
          <a:solidFill>
            <a:srgbClr val="FF6B0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656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6AB9-B274-2A86-2D4F-B68F471F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EDCB19B-D9CB-AC2F-3C3F-65D497AACD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0787D84-07B5-A35D-B3C6-0AF0AD4B0934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pc="10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D0A8-E5F2-4692-48B1-FBC2DCCD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A8249-45DA-AAE9-EEF8-363B9E0CC96C}"/>
              </a:ext>
            </a:extLst>
          </p:cNvPr>
          <p:cNvSpPr txBox="1"/>
          <p:nvPr/>
        </p:nvSpPr>
        <p:spPr>
          <a:xfrm>
            <a:off x="1796337" y="446218"/>
            <a:ext cx="7693892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Stewardship in Action</a:t>
            </a:r>
          </a:p>
        </p:txBody>
      </p:sp>
      <p:pic>
        <p:nvPicPr>
          <p:cNvPr id="3" name="!! Gear 1">
            <a:extLst>
              <a:ext uri="{FF2B5EF4-FFF2-40B4-BE49-F238E27FC236}">
                <a16:creationId xmlns:a16="http://schemas.microsoft.com/office/drawing/2014/main" id="{59A8B149-6D49-FB60-4430-5A8EC65FD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736" y="375186"/>
            <a:ext cx="837574" cy="83440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DE3921B-1844-FE5D-1248-DF7AEAD80C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366" y="629440"/>
            <a:ext cx="346313" cy="310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768C25-3B21-56D2-21AA-6D3B332DB1FF}"/>
              </a:ext>
            </a:extLst>
          </p:cNvPr>
          <p:cNvSpPr txBox="1"/>
          <p:nvPr/>
        </p:nvSpPr>
        <p:spPr>
          <a:xfrm>
            <a:off x="930522" y="1764782"/>
            <a:ext cx="10918578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Coaching that develops capability, not just compliance.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 xml:space="preserve">Onboarding that creates clarity, confidence, and early execution.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 culture driven by leadership, not management.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EBEE84F-1053-9462-A896-AFB2AAA4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4" r="94"/>
          <a:stretch/>
        </p:blipFill>
        <p:spPr>
          <a:xfrm>
            <a:off x="11857978" y="101013"/>
            <a:ext cx="226864" cy="211055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4B48A17B-D7DB-3018-06C4-0CACEB724A3C}"/>
              </a:ext>
            </a:extLst>
          </p:cNvPr>
          <p:cNvSpPr/>
          <p:nvPr/>
        </p:nvSpPr>
        <p:spPr>
          <a:xfrm flipV="1">
            <a:off x="1796337" y="1209587"/>
            <a:ext cx="9619350" cy="49004"/>
          </a:xfrm>
          <a:prstGeom prst="roundRect">
            <a:avLst>
              <a:gd name="adj" fmla="val 50000"/>
            </a:avLst>
          </a:prstGeom>
          <a:solidFill>
            <a:srgbClr val="FF6B0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ague Spart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53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B8EE7-4CC6-CDF2-05EE-61265A59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71328-EA42-479D-29E2-4BEC9B862F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9000"/>
            </a:schemeClr>
          </a:solidFill>
          <a:ln>
            <a:solidFill>
              <a:schemeClr val="dk1">
                <a:shade val="15000"/>
                <a:alpha val="38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3A773D-6E5A-1568-5818-81E8CEEAA8DC}"/>
              </a:ext>
            </a:extLst>
          </p:cNvPr>
          <p:cNvSpPr txBox="1">
            <a:spLocks/>
          </p:cNvSpPr>
          <p:nvPr/>
        </p:nvSpPr>
        <p:spPr>
          <a:xfrm>
            <a:off x="578133" y="1269288"/>
            <a:ext cx="11092542" cy="378210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 xml:space="preserve">You can’t </a:t>
            </a:r>
            <a:r>
              <a:rPr kumimoji="0" lang="en-US" sz="6000" b="1" i="1" u="sng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force performance.</a:t>
            </a:r>
            <a:endParaRPr kumimoji="0" lang="en-US" sz="4800" b="1" i="1" u="sng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 xml:space="preserve">But you can build an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 xml:space="preserve">environment where it’s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1" u="sng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far more likely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 xml:space="preserve"> 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to happen.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89708C-2FF3-66E6-FE66-23AA2922F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0715" y="79247"/>
            <a:ext cx="259081" cy="25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18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1DE075F-FCDD-C1D3-76E5-AC3703618DA6}"/>
              </a:ext>
            </a:extLst>
          </p:cNvPr>
          <p:cNvSpPr/>
          <p:nvPr/>
        </p:nvSpPr>
        <p:spPr>
          <a:xfrm>
            <a:off x="-2" y="-1"/>
            <a:ext cx="12192000" cy="6858001"/>
          </a:xfrm>
          <a:custGeom>
            <a:avLst/>
            <a:gdLst>
              <a:gd name="csX0" fmla="*/ 12191999 w 12192000"/>
              <a:gd name="csY0" fmla="*/ 1 h 6858001"/>
              <a:gd name="csX1" fmla="*/ 12192000 w 12192000"/>
              <a:gd name="csY1" fmla="*/ 1 h 6858001"/>
              <a:gd name="csX2" fmla="*/ 12192000 w 12192000"/>
              <a:gd name="csY2" fmla="*/ 6858001 h 6858001"/>
              <a:gd name="csX3" fmla="*/ 10601739 w 12192000"/>
              <a:gd name="csY3" fmla="*/ 6858001 h 6858001"/>
              <a:gd name="csX4" fmla="*/ 8584073 w 12192000"/>
              <a:gd name="csY4" fmla="*/ 6858001 h 6858001"/>
              <a:gd name="csX5" fmla="*/ 8596354 w 12192000"/>
              <a:gd name="csY5" fmla="*/ 6858000 h 6858001"/>
              <a:gd name="csX6" fmla="*/ 12191999 w 12192000"/>
              <a:gd name="csY6" fmla="*/ 6858000 h 6858001"/>
              <a:gd name="csX7" fmla="*/ 0 w 12192000"/>
              <a:gd name="csY7" fmla="*/ 0 h 6858001"/>
              <a:gd name="csX8" fmla="*/ 7805775 w 12192000"/>
              <a:gd name="csY8" fmla="*/ 0 h 6858001"/>
              <a:gd name="csX9" fmla="*/ 12191999 w 12192000"/>
              <a:gd name="csY9" fmla="*/ 0 h 6858001"/>
              <a:gd name="csX10" fmla="*/ 12191999 w 12192000"/>
              <a:gd name="csY10" fmla="*/ 1 h 6858001"/>
              <a:gd name="csX11" fmla="*/ 10724344 w 12192000"/>
              <a:gd name="csY11" fmla="*/ 1 h 6858001"/>
              <a:gd name="csX12" fmla="*/ 10601739 w 12192000"/>
              <a:gd name="csY12" fmla="*/ 1 h 6858001"/>
              <a:gd name="csX13" fmla="*/ 7805776 w 12192000"/>
              <a:gd name="csY13" fmla="*/ 1 h 6858001"/>
              <a:gd name="csX14" fmla="*/ 8607407 w 12192000"/>
              <a:gd name="csY14" fmla="*/ 801632 h 6858001"/>
              <a:gd name="csX15" fmla="*/ 8607407 w 12192000"/>
              <a:gd name="csY15" fmla="*/ 6857999 h 6858001"/>
              <a:gd name="csX16" fmla="*/ 8596354 w 12192000"/>
              <a:gd name="csY16" fmla="*/ 6858000 h 6858001"/>
              <a:gd name="csX17" fmla="*/ 0 w 12192000"/>
              <a:gd name="csY17" fmla="*/ 6858000 h 6858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2192000" h="6858001">
                <a:moveTo>
                  <a:pt x="12191999" y="1"/>
                </a:moveTo>
                <a:lnTo>
                  <a:pt x="12192000" y="1"/>
                </a:lnTo>
                <a:lnTo>
                  <a:pt x="12192000" y="6858001"/>
                </a:lnTo>
                <a:lnTo>
                  <a:pt x="10601739" y="6858001"/>
                </a:lnTo>
                <a:lnTo>
                  <a:pt x="8584073" y="6858001"/>
                </a:lnTo>
                <a:lnTo>
                  <a:pt x="8596354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7805775" y="0"/>
                </a:lnTo>
                <a:lnTo>
                  <a:pt x="12191999" y="0"/>
                </a:lnTo>
                <a:lnTo>
                  <a:pt x="12191999" y="1"/>
                </a:lnTo>
                <a:lnTo>
                  <a:pt x="10724344" y="1"/>
                </a:lnTo>
                <a:lnTo>
                  <a:pt x="10601739" y="1"/>
                </a:lnTo>
                <a:lnTo>
                  <a:pt x="7805776" y="1"/>
                </a:lnTo>
                <a:lnTo>
                  <a:pt x="8607407" y="801632"/>
                </a:lnTo>
                <a:lnTo>
                  <a:pt x="8607407" y="6857999"/>
                </a:lnTo>
                <a:lnTo>
                  <a:pt x="85963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C3F799-F233-48D8-EEE5-AA2CF381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9" name="Rectangle: Single Corner Snipped 9">
            <a:extLst>
              <a:ext uri="{FF2B5EF4-FFF2-40B4-BE49-F238E27FC236}">
                <a16:creationId xmlns:a16="http://schemas.microsoft.com/office/drawing/2014/main" id="{DF328FBC-7A54-7728-1C47-C24DCA4D9961}"/>
              </a:ext>
            </a:extLst>
          </p:cNvPr>
          <p:cNvSpPr/>
          <p:nvPr/>
        </p:nvSpPr>
        <p:spPr>
          <a:xfrm>
            <a:off x="7805774" y="0"/>
            <a:ext cx="801632" cy="6858000"/>
          </a:xfrm>
          <a:custGeom>
            <a:avLst/>
            <a:gdLst>
              <a:gd name="csX0" fmla="*/ 0 w 5842332"/>
              <a:gd name="csY0" fmla="*/ 0 h 4708016"/>
              <a:gd name="csX1" fmla="*/ 5292012 w 5842332"/>
              <a:gd name="csY1" fmla="*/ 0 h 4708016"/>
              <a:gd name="csX2" fmla="*/ 5842332 w 5842332"/>
              <a:gd name="csY2" fmla="*/ 550320 h 4708016"/>
              <a:gd name="csX3" fmla="*/ 5842332 w 5842332"/>
              <a:gd name="csY3" fmla="*/ 4708016 h 4708016"/>
              <a:gd name="csX4" fmla="*/ 0 w 5842332"/>
              <a:gd name="csY4" fmla="*/ 4708016 h 4708016"/>
              <a:gd name="csX5" fmla="*/ 0 w 5842332"/>
              <a:gd name="csY5" fmla="*/ 0 h 4708016"/>
              <a:gd name="csX0" fmla="*/ 0 w 5842332"/>
              <a:gd name="csY0" fmla="*/ 4708016 h 4799456"/>
              <a:gd name="csX1" fmla="*/ 0 w 5842332"/>
              <a:gd name="csY1" fmla="*/ 0 h 4799456"/>
              <a:gd name="csX2" fmla="*/ 5292012 w 5842332"/>
              <a:gd name="csY2" fmla="*/ 0 h 4799456"/>
              <a:gd name="csX3" fmla="*/ 5842332 w 5842332"/>
              <a:gd name="csY3" fmla="*/ 550320 h 4799456"/>
              <a:gd name="csX4" fmla="*/ 5842332 w 5842332"/>
              <a:gd name="csY4" fmla="*/ 4708016 h 4799456"/>
              <a:gd name="csX5" fmla="*/ 91440 w 5842332"/>
              <a:gd name="csY5" fmla="*/ 4799456 h 4799456"/>
              <a:gd name="csX0" fmla="*/ 0 w 5842332"/>
              <a:gd name="csY0" fmla="*/ 4708016 h 4708016"/>
              <a:gd name="csX1" fmla="*/ 0 w 5842332"/>
              <a:gd name="csY1" fmla="*/ 0 h 4708016"/>
              <a:gd name="csX2" fmla="*/ 5292012 w 5842332"/>
              <a:gd name="csY2" fmla="*/ 0 h 4708016"/>
              <a:gd name="csX3" fmla="*/ 5842332 w 5842332"/>
              <a:gd name="csY3" fmla="*/ 550320 h 4708016"/>
              <a:gd name="csX4" fmla="*/ 5842332 w 5842332"/>
              <a:gd name="csY4" fmla="*/ 4708016 h 4708016"/>
              <a:gd name="csX0" fmla="*/ 0 w 5842332"/>
              <a:gd name="csY0" fmla="*/ 0 h 4708016"/>
              <a:gd name="csX1" fmla="*/ 5292012 w 5842332"/>
              <a:gd name="csY1" fmla="*/ 0 h 4708016"/>
              <a:gd name="csX2" fmla="*/ 5842332 w 5842332"/>
              <a:gd name="csY2" fmla="*/ 550320 h 4708016"/>
              <a:gd name="csX3" fmla="*/ 5842332 w 5842332"/>
              <a:gd name="csY3" fmla="*/ 4708016 h 4708016"/>
              <a:gd name="csX0" fmla="*/ 0 w 550320"/>
              <a:gd name="csY0" fmla="*/ 0 h 4708016"/>
              <a:gd name="csX1" fmla="*/ 550320 w 550320"/>
              <a:gd name="csY1" fmla="*/ 550320 h 4708016"/>
              <a:gd name="csX2" fmla="*/ 550320 w 550320"/>
              <a:gd name="csY2" fmla="*/ 4708016 h 4708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0320" h="4708016">
                <a:moveTo>
                  <a:pt x="0" y="0"/>
                </a:moveTo>
                <a:lnTo>
                  <a:pt x="550320" y="550320"/>
                </a:lnTo>
                <a:lnTo>
                  <a:pt x="550320" y="4708016"/>
                </a:lnTo>
              </a:path>
            </a:pathLst>
          </a:cu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365760" tIns="182880" rIns="182880" b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D6EE157-7220-F09E-8F36-CA68ECDB42C3}"/>
              </a:ext>
            </a:extLst>
          </p:cNvPr>
          <p:cNvSpPr txBox="1">
            <a:spLocks/>
          </p:cNvSpPr>
          <p:nvPr/>
        </p:nvSpPr>
        <p:spPr>
          <a:xfrm>
            <a:off x="736667" y="271359"/>
            <a:ext cx="5247160" cy="39833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ontserrat SemiBold" panose="020F0502020204030204" pitchFamily="2" charset="0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Aft>
                <a:spcPts val="2400"/>
              </a:spcAft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 xml:space="preserve">Sales System </a:t>
            </a:r>
            <a:b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Reality Check</a:t>
            </a:r>
            <a:r>
              <a:rPr lang="en-US" sz="6000" b="1" baseline="30000" dirty="0">
                <a:solidFill>
                  <a:srgbClr val="F04E2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™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 xml:space="preserve">Get the help you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NEED!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srgbClr val="FF6B0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26EF30-96C9-0B11-2EF0-01A3BCEAC104}"/>
              </a:ext>
            </a:extLst>
          </p:cNvPr>
          <p:cNvGrpSpPr/>
          <p:nvPr/>
        </p:nvGrpSpPr>
        <p:grpSpPr>
          <a:xfrm>
            <a:off x="5416955" y="2263014"/>
            <a:ext cx="6775045" cy="4300505"/>
            <a:chOff x="4888463" y="921461"/>
            <a:chExt cx="7437885" cy="495859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78F78BA-D6BA-6679-9532-F17CBC449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680" t="-229" r="6280" b="229"/>
            <a:stretch>
              <a:fillRect/>
            </a:stretch>
          </p:blipFill>
          <p:spPr>
            <a:xfrm>
              <a:off x="6517307" y="1800556"/>
              <a:ext cx="4720281" cy="308430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24A2F0-9AB8-1FA7-B717-B2BCDDD76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88463" y="921461"/>
              <a:ext cx="7437885" cy="4958590"/>
            </a:xfrm>
            <a:prstGeom prst="rect">
              <a:avLst/>
            </a:prstGeom>
          </p:spPr>
        </p:pic>
      </p:grpSp>
      <p:sp>
        <p:nvSpPr>
          <p:cNvPr id="4" name="Text 4">
            <a:extLst>
              <a:ext uri="{FF2B5EF4-FFF2-40B4-BE49-F238E27FC236}">
                <a16:creationId xmlns:a16="http://schemas.microsoft.com/office/drawing/2014/main" id="{FF14C316-4288-E800-09C5-0852CB45648E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0548119"/>
      </p:ext>
    </p:extLst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41F5-A017-1690-912A-D0EC08A1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160A1-872B-F10F-F97B-4C29531E3E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AC2025D-BF4B-F737-8865-223C793C1CD9}"/>
              </a:ext>
            </a:extLst>
          </p:cNvPr>
          <p:cNvSpPr/>
          <p:nvPr/>
        </p:nvSpPr>
        <p:spPr>
          <a:xfrm>
            <a:off x="5823752" y="0"/>
            <a:ext cx="6145586" cy="6858001"/>
          </a:xfrm>
          <a:custGeom>
            <a:avLst/>
            <a:gdLst>
              <a:gd name="csX0" fmla="*/ 7805775 w 12191999"/>
              <a:gd name="csY0" fmla="*/ 1 h 6858001"/>
              <a:gd name="csX1" fmla="*/ 10601738 w 12191999"/>
              <a:gd name="csY1" fmla="*/ 1 h 6858001"/>
              <a:gd name="csX2" fmla="*/ 10724343 w 12191999"/>
              <a:gd name="csY2" fmla="*/ 1 h 6858001"/>
              <a:gd name="csX3" fmla="*/ 12191999 w 12191999"/>
              <a:gd name="csY3" fmla="*/ 1 h 6858001"/>
              <a:gd name="csX4" fmla="*/ 12191999 w 12191999"/>
              <a:gd name="csY4" fmla="*/ 6858001 h 6858001"/>
              <a:gd name="csX5" fmla="*/ 10601738 w 12191999"/>
              <a:gd name="csY5" fmla="*/ 6858001 h 6858001"/>
              <a:gd name="csX6" fmla="*/ 8584072 w 12191999"/>
              <a:gd name="csY6" fmla="*/ 6858001 h 6858001"/>
              <a:gd name="csX7" fmla="*/ 8584072 w 12191999"/>
              <a:gd name="csY7" fmla="*/ 6857999 h 6858001"/>
              <a:gd name="csX8" fmla="*/ 8607406 w 12191999"/>
              <a:gd name="csY8" fmla="*/ 6857999 h 6858001"/>
              <a:gd name="csX9" fmla="*/ 8607406 w 12191999"/>
              <a:gd name="csY9" fmla="*/ 801632 h 6858001"/>
              <a:gd name="csX10" fmla="*/ 0 w 12191999"/>
              <a:gd name="csY10" fmla="*/ 0 h 6858001"/>
              <a:gd name="csX11" fmla="*/ 7805774 w 12191999"/>
              <a:gd name="csY11" fmla="*/ 0 h 6858001"/>
              <a:gd name="csX12" fmla="*/ 7805775 w 12191999"/>
              <a:gd name="csY12" fmla="*/ 1 h 6858001"/>
              <a:gd name="csX13" fmla="*/ 7116416 w 12191999"/>
              <a:gd name="csY13" fmla="*/ 1 h 6858001"/>
              <a:gd name="csX14" fmla="*/ 8584072 w 12191999"/>
              <a:gd name="csY14" fmla="*/ 6857999 h 6858001"/>
              <a:gd name="csX15" fmla="*/ 0 w 12191999"/>
              <a:gd name="csY15" fmla="*/ 6857999 h 6858001"/>
              <a:gd name="csX0" fmla="*/ 7805775 w 12191999"/>
              <a:gd name="csY0" fmla="*/ 1 h 6858001"/>
              <a:gd name="csX1" fmla="*/ 10601738 w 12191999"/>
              <a:gd name="csY1" fmla="*/ 1 h 6858001"/>
              <a:gd name="csX2" fmla="*/ 10724343 w 12191999"/>
              <a:gd name="csY2" fmla="*/ 1 h 6858001"/>
              <a:gd name="csX3" fmla="*/ 12191999 w 12191999"/>
              <a:gd name="csY3" fmla="*/ 1 h 6858001"/>
              <a:gd name="csX4" fmla="*/ 12191999 w 12191999"/>
              <a:gd name="csY4" fmla="*/ 6858001 h 6858001"/>
              <a:gd name="csX5" fmla="*/ 10601738 w 12191999"/>
              <a:gd name="csY5" fmla="*/ 6858001 h 6858001"/>
              <a:gd name="csX6" fmla="*/ 8584072 w 12191999"/>
              <a:gd name="csY6" fmla="*/ 6858001 h 6858001"/>
              <a:gd name="csX7" fmla="*/ 8584072 w 12191999"/>
              <a:gd name="csY7" fmla="*/ 6857999 h 6858001"/>
              <a:gd name="csX8" fmla="*/ 8607406 w 12191999"/>
              <a:gd name="csY8" fmla="*/ 6857999 h 6858001"/>
              <a:gd name="csX9" fmla="*/ 8607406 w 12191999"/>
              <a:gd name="csY9" fmla="*/ 801632 h 6858001"/>
              <a:gd name="csX10" fmla="*/ 7805775 w 12191999"/>
              <a:gd name="csY10" fmla="*/ 1 h 6858001"/>
              <a:gd name="csX11" fmla="*/ 0 w 12191999"/>
              <a:gd name="csY11" fmla="*/ 6857999 h 6858001"/>
              <a:gd name="csX12" fmla="*/ 7805774 w 12191999"/>
              <a:gd name="csY12" fmla="*/ 0 h 6858001"/>
              <a:gd name="csX13" fmla="*/ 7805775 w 12191999"/>
              <a:gd name="csY13" fmla="*/ 1 h 6858001"/>
              <a:gd name="csX14" fmla="*/ 7116416 w 12191999"/>
              <a:gd name="csY14" fmla="*/ 1 h 6858001"/>
              <a:gd name="csX15" fmla="*/ 8584072 w 12191999"/>
              <a:gd name="csY15" fmla="*/ 6857999 h 6858001"/>
              <a:gd name="csX16" fmla="*/ 0 w 12191999"/>
              <a:gd name="csY16" fmla="*/ 6857999 h 6858001"/>
              <a:gd name="csX0" fmla="*/ 7805775 w 12191999"/>
              <a:gd name="csY0" fmla="*/ 1 h 6858001"/>
              <a:gd name="csX1" fmla="*/ 10601738 w 12191999"/>
              <a:gd name="csY1" fmla="*/ 1 h 6858001"/>
              <a:gd name="csX2" fmla="*/ 10724343 w 12191999"/>
              <a:gd name="csY2" fmla="*/ 1 h 6858001"/>
              <a:gd name="csX3" fmla="*/ 12191999 w 12191999"/>
              <a:gd name="csY3" fmla="*/ 1 h 6858001"/>
              <a:gd name="csX4" fmla="*/ 12191999 w 12191999"/>
              <a:gd name="csY4" fmla="*/ 6858001 h 6858001"/>
              <a:gd name="csX5" fmla="*/ 10601738 w 12191999"/>
              <a:gd name="csY5" fmla="*/ 6858001 h 6858001"/>
              <a:gd name="csX6" fmla="*/ 8584072 w 12191999"/>
              <a:gd name="csY6" fmla="*/ 6858001 h 6858001"/>
              <a:gd name="csX7" fmla="*/ 8584072 w 12191999"/>
              <a:gd name="csY7" fmla="*/ 6857999 h 6858001"/>
              <a:gd name="csX8" fmla="*/ 8607406 w 12191999"/>
              <a:gd name="csY8" fmla="*/ 6857999 h 6858001"/>
              <a:gd name="csX9" fmla="*/ 8607406 w 12191999"/>
              <a:gd name="csY9" fmla="*/ 801632 h 6858001"/>
              <a:gd name="csX10" fmla="*/ 7805775 w 12191999"/>
              <a:gd name="csY10" fmla="*/ 1 h 6858001"/>
              <a:gd name="csX11" fmla="*/ 0 w 12191999"/>
              <a:gd name="csY11" fmla="*/ 6857999 h 6858001"/>
              <a:gd name="csX12" fmla="*/ 7805774 w 12191999"/>
              <a:gd name="csY12" fmla="*/ 0 h 6858001"/>
              <a:gd name="csX13" fmla="*/ 7805775 w 12191999"/>
              <a:gd name="csY13" fmla="*/ 1 h 6858001"/>
              <a:gd name="csX14" fmla="*/ 8584072 w 12191999"/>
              <a:gd name="csY14" fmla="*/ 6857999 h 6858001"/>
              <a:gd name="csX15" fmla="*/ 0 w 12191999"/>
              <a:gd name="csY15" fmla="*/ 6857999 h 6858001"/>
              <a:gd name="csX0" fmla="*/ 1 w 4386225"/>
              <a:gd name="csY0" fmla="*/ 1 h 6858001"/>
              <a:gd name="csX1" fmla="*/ 2795964 w 4386225"/>
              <a:gd name="csY1" fmla="*/ 1 h 6858001"/>
              <a:gd name="csX2" fmla="*/ 2918569 w 4386225"/>
              <a:gd name="csY2" fmla="*/ 1 h 6858001"/>
              <a:gd name="csX3" fmla="*/ 4386225 w 4386225"/>
              <a:gd name="csY3" fmla="*/ 1 h 6858001"/>
              <a:gd name="csX4" fmla="*/ 4386225 w 4386225"/>
              <a:gd name="csY4" fmla="*/ 6858001 h 6858001"/>
              <a:gd name="csX5" fmla="*/ 2795964 w 4386225"/>
              <a:gd name="csY5" fmla="*/ 6858001 h 6858001"/>
              <a:gd name="csX6" fmla="*/ 778298 w 4386225"/>
              <a:gd name="csY6" fmla="*/ 6858001 h 6858001"/>
              <a:gd name="csX7" fmla="*/ 778298 w 4386225"/>
              <a:gd name="csY7" fmla="*/ 6857999 h 6858001"/>
              <a:gd name="csX8" fmla="*/ 801632 w 4386225"/>
              <a:gd name="csY8" fmla="*/ 6857999 h 6858001"/>
              <a:gd name="csX9" fmla="*/ 801632 w 4386225"/>
              <a:gd name="csY9" fmla="*/ 801632 h 6858001"/>
              <a:gd name="csX10" fmla="*/ 1 w 4386225"/>
              <a:gd name="csY10" fmla="*/ 1 h 6858001"/>
              <a:gd name="csX11" fmla="*/ 778298 w 4386225"/>
              <a:gd name="csY11" fmla="*/ 6857999 h 6858001"/>
              <a:gd name="csX12" fmla="*/ 0 w 4386225"/>
              <a:gd name="csY12" fmla="*/ 0 h 6858001"/>
              <a:gd name="csX13" fmla="*/ 1 w 4386225"/>
              <a:gd name="csY13" fmla="*/ 1 h 6858001"/>
              <a:gd name="csX14" fmla="*/ 778298 w 4386225"/>
              <a:gd name="csY14" fmla="*/ 6857999 h 6858001"/>
              <a:gd name="csX0" fmla="*/ 1 w 4386225"/>
              <a:gd name="csY0" fmla="*/ 1 h 6858001"/>
              <a:gd name="csX1" fmla="*/ 2795964 w 4386225"/>
              <a:gd name="csY1" fmla="*/ 1 h 6858001"/>
              <a:gd name="csX2" fmla="*/ 2918569 w 4386225"/>
              <a:gd name="csY2" fmla="*/ 1 h 6858001"/>
              <a:gd name="csX3" fmla="*/ 4386225 w 4386225"/>
              <a:gd name="csY3" fmla="*/ 1 h 6858001"/>
              <a:gd name="csX4" fmla="*/ 4386225 w 4386225"/>
              <a:gd name="csY4" fmla="*/ 6858001 h 6858001"/>
              <a:gd name="csX5" fmla="*/ 2795964 w 4386225"/>
              <a:gd name="csY5" fmla="*/ 6858001 h 6858001"/>
              <a:gd name="csX6" fmla="*/ 778298 w 4386225"/>
              <a:gd name="csY6" fmla="*/ 6858001 h 6858001"/>
              <a:gd name="csX7" fmla="*/ 778298 w 4386225"/>
              <a:gd name="csY7" fmla="*/ 6857999 h 6858001"/>
              <a:gd name="csX8" fmla="*/ 801632 w 4386225"/>
              <a:gd name="csY8" fmla="*/ 6857999 h 6858001"/>
              <a:gd name="csX9" fmla="*/ 801632 w 4386225"/>
              <a:gd name="csY9" fmla="*/ 801632 h 6858001"/>
              <a:gd name="csX10" fmla="*/ 1 w 4386225"/>
              <a:gd name="csY10" fmla="*/ 1 h 6858001"/>
              <a:gd name="csX11" fmla="*/ 1 w 4386225"/>
              <a:gd name="csY11" fmla="*/ 1 h 6858001"/>
              <a:gd name="csX12" fmla="*/ 0 w 4386225"/>
              <a:gd name="csY12" fmla="*/ 0 h 6858001"/>
              <a:gd name="csX13" fmla="*/ 1 w 4386225"/>
              <a:gd name="csY13" fmla="*/ 1 h 6858001"/>
              <a:gd name="csX0" fmla="*/ 1 w 4386225"/>
              <a:gd name="csY0" fmla="*/ 1 h 6858001"/>
              <a:gd name="csX1" fmla="*/ 2795964 w 4386225"/>
              <a:gd name="csY1" fmla="*/ 1 h 6858001"/>
              <a:gd name="csX2" fmla="*/ 2918569 w 4386225"/>
              <a:gd name="csY2" fmla="*/ 1 h 6858001"/>
              <a:gd name="csX3" fmla="*/ 4386225 w 4386225"/>
              <a:gd name="csY3" fmla="*/ 1 h 6858001"/>
              <a:gd name="csX4" fmla="*/ 4386225 w 4386225"/>
              <a:gd name="csY4" fmla="*/ 6858001 h 6858001"/>
              <a:gd name="csX5" fmla="*/ 2795964 w 4386225"/>
              <a:gd name="csY5" fmla="*/ 6858001 h 6858001"/>
              <a:gd name="csX6" fmla="*/ 778298 w 4386225"/>
              <a:gd name="csY6" fmla="*/ 6858001 h 6858001"/>
              <a:gd name="csX7" fmla="*/ 801632 w 4386225"/>
              <a:gd name="csY7" fmla="*/ 6857999 h 6858001"/>
              <a:gd name="csX8" fmla="*/ 801632 w 4386225"/>
              <a:gd name="csY8" fmla="*/ 801632 h 6858001"/>
              <a:gd name="csX9" fmla="*/ 1 w 4386225"/>
              <a:gd name="csY9" fmla="*/ 1 h 6858001"/>
              <a:gd name="csX10" fmla="*/ 1 w 4386225"/>
              <a:gd name="csY10" fmla="*/ 1 h 6858001"/>
              <a:gd name="csX11" fmla="*/ 0 w 4386225"/>
              <a:gd name="csY11" fmla="*/ 0 h 6858001"/>
              <a:gd name="csX12" fmla="*/ 1 w 4386225"/>
              <a:gd name="csY12" fmla="*/ 1 h 6858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386225" h="6858001">
                <a:moveTo>
                  <a:pt x="1" y="1"/>
                </a:moveTo>
                <a:lnTo>
                  <a:pt x="2795964" y="1"/>
                </a:lnTo>
                <a:lnTo>
                  <a:pt x="2918569" y="1"/>
                </a:lnTo>
                <a:lnTo>
                  <a:pt x="4386225" y="1"/>
                </a:lnTo>
                <a:lnTo>
                  <a:pt x="4386225" y="6858001"/>
                </a:lnTo>
                <a:lnTo>
                  <a:pt x="2795964" y="6858001"/>
                </a:lnTo>
                <a:lnTo>
                  <a:pt x="778298" y="6858001"/>
                </a:lnTo>
                <a:lnTo>
                  <a:pt x="801632" y="6857999"/>
                </a:lnTo>
                <a:lnTo>
                  <a:pt x="801632" y="801632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9BF44E0-CBF3-9577-C777-FE56CDCC0F7A}"/>
              </a:ext>
            </a:extLst>
          </p:cNvPr>
          <p:cNvSpPr txBox="1">
            <a:spLocks/>
          </p:cNvSpPr>
          <p:nvPr/>
        </p:nvSpPr>
        <p:spPr>
          <a:xfrm>
            <a:off x="11353800" y="6405563"/>
            <a:ext cx="495300" cy="3159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pc="10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25B871F-130B-93DE-26B7-C818AF17B19D}"/>
              </a:ext>
            </a:extLst>
          </p:cNvPr>
          <p:cNvSpPr txBox="1">
            <a:spLocks/>
          </p:cNvSpPr>
          <p:nvPr/>
        </p:nvSpPr>
        <p:spPr>
          <a:xfrm>
            <a:off x="450924" y="1818501"/>
            <a:ext cx="6242839" cy="287531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ontserrat SemiBold" panose="020F0502020204030204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ive Zoom session w/leadership.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your biggest revenue leak.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Clarity on how to fix the go kart</a:t>
            </a:r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A885A-4D3E-2704-C4AF-0BECEAE543F4}"/>
              </a:ext>
            </a:extLst>
          </p:cNvPr>
          <p:cNvSpPr txBox="1"/>
          <p:nvPr/>
        </p:nvSpPr>
        <p:spPr>
          <a:xfrm>
            <a:off x="9710738" y="6405563"/>
            <a:ext cx="1643062" cy="3159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t>THE SYSTEM OF SELLING</a:t>
            </a:r>
          </a:p>
        </p:txBody>
      </p:sp>
      <p:sp>
        <p:nvSpPr>
          <p:cNvPr id="11" name="Rectangle: Single Corner Snipped 9">
            <a:extLst>
              <a:ext uri="{FF2B5EF4-FFF2-40B4-BE49-F238E27FC236}">
                <a16:creationId xmlns:a16="http://schemas.microsoft.com/office/drawing/2014/main" id="{EE90DE03-253C-FEF1-C449-3C73ED12E7B4}"/>
              </a:ext>
            </a:extLst>
          </p:cNvPr>
          <p:cNvSpPr/>
          <p:nvPr/>
        </p:nvSpPr>
        <p:spPr>
          <a:xfrm>
            <a:off x="5823753" y="0"/>
            <a:ext cx="1123440" cy="6858000"/>
          </a:xfrm>
          <a:custGeom>
            <a:avLst/>
            <a:gdLst>
              <a:gd name="csX0" fmla="*/ 0 w 5842332"/>
              <a:gd name="csY0" fmla="*/ 0 h 4708016"/>
              <a:gd name="csX1" fmla="*/ 5292012 w 5842332"/>
              <a:gd name="csY1" fmla="*/ 0 h 4708016"/>
              <a:gd name="csX2" fmla="*/ 5842332 w 5842332"/>
              <a:gd name="csY2" fmla="*/ 550320 h 4708016"/>
              <a:gd name="csX3" fmla="*/ 5842332 w 5842332"/>
              <a:gd name="csY3" fmla="*/ 4708016 h 4708016"/>
              <a:gd name="csX4" fmla="*/ 0 w 5842332"/>
              <a:gd name="csY4" fmla="*/ 4708016 h 4708016"/>
              <a:gd name="csX5" fmla="*/ 0 w 5842332"/>
              <a:gd name="csY5" fmla="*/ 0 h 4708016"/>
              <a:gd name="csX0" fmla="*/ 0 w 5842332"/>
              <a:gd name="csY0" fmla="*/ 4708016 h 4799456"/>
              <a:gd name="csX1" fmla="*/ 0 w 5842332"/>
              <a:gd name="csY1" fmla="*/ 0 h 4799456"/>
              <a:gd name="csX2" fmla="*/ 5292012 w 5842332"/>
              <a:gd name="csY2" fmla="*/ 0 h 4799456"/>
              <a:gd name="csX3" fmla="*/ 5842332 w 5842332"/>
              <a:gd name="csY3" fmla="*/ 550320 h 4799456"/>
              <a:gd name="csX4" fmla="*/ 5842332 w 5842332"/>
              <a:gd name="csY4" fmla="*/ 4708016 h 4799456"/>
              <a:gd name="csX5" fmla="*/ 91440 w 5842332"/>
              <a:gd name="csY5" fmla="*/ 4799456 h 4799456"/>
              <a:gd name="csX0" fmla="*/ 0 w 5842332"/>
              <a:gd name="csY0" fmla="*/ 4708016 h 4708016"/>
              <a:gd name="csX1" fmla="*/ 0 w 5842332"/>
              <a:gd name="csY1" fmla="*/ 0 h 4708016"/>
              <a:gd name="csX2" fmla="*/ 5292012 w 5842332"/>
              <a:gd name="csY2" fmla="*/ 0 h 4708016"/>
              <a:gd name="csX3" fmla="*/ 5842332 w 5842332"/>
              <a:gd name="csY3" fmla="*/ 550320 h 4708016"/>
              <a:gd name="csX4" fmla="*/ 5842332 w 5842332"/>
              <a:gd name="csY4" fmla="*/ 4708016 h 4708016"/>
              <a:gd name="csX0" fmla="*/ 0 w 5842332"/>
              <a:gd name="csY0" fmla="*/ 0 h 4708016"/>
              <a:gd name="csX1" fmla="*/ 5292012 w 5842332"/>
              <a:gd name="csY1" fmla="*/ 0 h 4708016"/>
              <a:gd name="csX2" fmla="*/ 5842332 w 5842332"/>
              <a:gd name="csY2" fmla="*/ 550320 h 4708016"/>
              <a:gd name="csX3" fmla="*/ 5842332 w 5842332"/>
              <a:gd name="csY3" fmla="*/ 4708016 h 4708016"/>
              <a:gd name="csX0" fmla="*/ 0 w 550320"/>
              <a:gd name="csY0" fmla="*/ 0 h 4708016"/>
              <a:gd name="csX1" fmla="*/ 550320 w 550320"/>
              <a:gd name="csY1" fmla="*/ 550320 h 4708016"/>
              <a:gd name="csX2" fmla="*/ 550320 w 550320"/>
              <a:gd name="csY2" fmla="*/ 4708016 h 4708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0320" h="4708016">
                <a:moveTo>
                  <a:pt x="0" y="0"/>
                </a:moveTo>
                <a:lnTo>
                  <a:pt x="550320" y="550320"/>
                </a:lnTo>
                <a:lnTo>
                  <a:pt x="550320" y="4708016"/>
                </a:lnTo>
              </a:path>
            </a:pathLst>
          </a:cu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365760" tIns="182880" rIns="182880" b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7A700-F0DB-933E-AB33-9BC7EFFB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AB3DDD-530E-42CC-B083-EE1988BC33E5}" type="slidenum">
              <a:rPr kumimoji="0" lang="en-US" sz="800" b="0" i="0" u="none" strike="noStrike" kern="1200" cap="none" spc="10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800" b="0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itchFamily="2" charset="0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6549B90-4181-1481-BA8B-7437F0850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7" r="107"/>
          <a:stretch/>
        </p:blipFill>
        <p:spPr>
          <a:xfrm>
            <a:off x="11431678" y="291373"/>
            <a:ext cx="442567" cy="41183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E080677-D515-66B4-C9AC-3CD571650148}"/>
              </a:ext>
            </a:extLst>
          </p:cNvPr>
          <p:cNvSpPr txBox="1">
            <a:spLocks/>
          </p:cNvSpPr>
          <p:nvPr/>
        </p:nvSpPr>
        <p:spPr>
          <a:xfrm>
            <a:off x="450924" y="291373"/>
            <a:ext cx="5247160" cy="123575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ontserrat SemiBold" panose="020F0502020204030204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 xml:space="preserve">It’s 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04E2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FREE!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F04E23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A74735-EF34-4DF2-EA0F-6FAF47BF00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713" y="1295784"/>
            <a:ext cx="4266432" cy="4266432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A21843E1-8E8A-CE2C-80A1-C11C347659D9}"/>
              </a:ext>
            </a:extLst>
          </p:cNvPr>
          <p:cNvSpPr/>
          <p:nvPr/>
        </p:nvSpPr>
        <p:spPr>
          <a:xfrm>
            <a:off x="360649" y="6518886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07870500"/>
      </p:ext>
    </p:extLst>
  </p:cSld>
  <p:clrMapOvr>
    <a:masterClrMapping/>
  </p:clrMapOvr>
  <p:transition spd="slow"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85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52476" y="2580858"/>
            <a:ext cx="698461" cy="8889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475" y="2834828"/>
            <a:ext cx="5675248" cy="49493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3200" b="1" kern="0" spc="-32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Session Survey</a:t>
            </a:r>
            <a:endParaRPr lang="en-US" sz="3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475" y="3532926"/>
            <a:ext cx="5675248" cy="3454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21342"/>
              </a:lnSpc>
            </a:pPr>
            <a:r>
              <a:rPr lang="en-US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Scan the code to share quick feedback on this session.</a:t>
            </a:r>
            <a:endParaRPr lang="en-US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475" y="4030766"/>
            <a:ext cx="5675248" cy="27176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7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Thank you for your feedback.</a:t>
            </a:r>
            <a:endParaRPr lang="en-US" sz="17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09011" y="2063727"/>
            <a:ext cx="2730486" cy="2730486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League Spartan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4969" y="6436590"/>
            <a:ext cx="1656819" cy="167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20000"/>
          </a:bodyPr>
          <a:lstStyle/>
          <a:p>
            <a:pPr defTabSz="609630"/>
            <a:r>
              <a:rPr lang="en-US" sz="1200" b="1" kern="0" spc="72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200" dirty="0">
              <a:solidFill>
                <a:prstClr val="black"/>
              </a:solidFill>
              <a:latin typeface="League Spartan" pitchFamily="2" charset="77"/>
            </a:endParaRPr>
          </a:p>
        </p:txBody>
      </p:sp>
      <p:pic>
        <p:nvPicPr>
          <p:cNvPr id="9" name="Picture 8" descr="feedback-q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535" y="2200251"/>
            <a:ext cx="2457438" cy="245743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6.1.4122"/>
  <p:tag name="SLIDO_PRESENTATION_ID" val="00000000-0000-0000-0000-000000000000"/>
  <p:tag name="SLIDO_EVENT_UUID" val="4974d48e-033a-470c-8bc4-ff6ba6611198"/>
  <p:tag name="SLIDO_EVENT_SECTION_UUID" val="3dd674df-e2de-416f-94d6-28ba4f4de1b4"/>
</p:tagLst>
</file>

<file path=ppt/theme/theme1.xml><?xml version="1.0" encoding="utf-8"?>
<a:theme xmlns:a="http://schemas.openxmlformats.org/drawingml/2006/main" name="Master">
  <a:themeElements>
    <a:clrScheme name="Custom 1">
      <a:dk1>
        <a:srgbClr val="000000"/>
      </a:dk1>
      <a:lt1>
        <a:srgbClr val="FFFFFF"/>
      </a:lt1>
      <a:dk2>
        <a:srgbClr val="1A1918"/>
      </a:dk2>
      <a:lt2>
        <a:srgbClr val="FFFEFE"/>
      </a:lt2>
      <a:accent1>
        <a:srgbClr val="E00000"/>
      </a:accent1>
      <a:accent2>
        <a:srgbClr val="1A1918"/>
      </a:accent2>
      <a:accent3>
        <a:srgbClr val="626362"/>
      </a:accent3>
      <a:accent4>
        <a:srgbClr val="767776"/>
      </a:accent4>
      <a:accent5>
        <a:srgbClr val="898A89"/>
      </a:accent5>
      <a:accent6>
        <a:srgbClr val="B4B4B3"/>
      </a:accent6>
      <a:hlink>
        <a:srgbClr val="C8102E"/>
      </a:hlink>
      <a:folHlink>
        <a:srgbClr val="F1F2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ern 03">
      <a:majorFont>
        <a:latin typeface="Segoe U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eSystemofSelling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6_Office Theme">
  <a:themeElements>
    <a:clrScheme name="TheSystemofSelling_Aug2026">
      <a:dk1>
        <a:srgbClr val="000000"/>
      </a:dk1>
      <a:lt1>
        <a:srgbClr val="FFFFFF"/>
      </a:lt1>
      <a:dk2>
        <a:srgbClr val="60686E"/>
      </a:dk2>
      <a:lt2>
        <a:srgbClr val="E8E8E8"/>
      </a:lt2>
      <a:accent1>
        <a:srgbClr val="FF6B03"/>
      </a:accent1>
      <a:accent2>
        <a:srgbClr val="3A3A3A"/>
      </a:accent2>
      <a:accent3>
        <a:srgbClr val="747474"/>
      </a:accent3>
      <a:accent4>
        <a:srgbClr val="AEAEAE"/>
      </a:accent4>
      <a:accent5>
        <a:srgbClr val="D0D0D0"/>
      </a:accent5>
      <a:accent6>
        <a:srgbClr val="F2F2F2"/>
      </a:accent6>
      <a:hlink>
        <a:srgbClr val="FF6B03"/>
      </a:hlink>
      <a:folHlink>
        <a:srgbClr val="0F9ED5"/>
      </a:folHlink>
    </a:clrScheme>
    <a:fontScheme name="TheSystemofSelling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Office Theme">
  <a:themeElements>
    <a:clrScheme name=".freed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9C5FF"/>
      </a:accent1>
      <a:accent2>
        <a:srgbClr val="16B1E5"/>
      </a:accent2>
      <a:accent3>
        <a:srgbClr val="149DCC"/>
      </a:accent3>
      <a:accent4>
        <a:srgbClr val="1189B2"/>
      </a:accent4>
      <a:accent5>
        <a:srgbClr val="0F7699"/>
      </a:accent5>
      <a:accent6>
        <a:srgbClr val="0C627F"/>
      </a:accent6>
      <a:hlink>
        <a:srgbClr val="0563C1"/>
      </a:hlink>
      <a:folHlink>
        <a:srgbClr val="954F72"/>
      </a:folHlink>
    </a:clrScheme>
    <a:fontScheme name="Custom 31">
      <a:majorFont>
        <a:latin typeface="Montserrat"/>
        <a:ea typeface=""/>
        <a:cs typeface=""/>
      </a:majorFont>
      <a:minorFont>
        <a:latin typeface="Lo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TheSystemofSelling_Aug2026">
      <a:dk1>
        <a:srgbClr val="000000"/>
      </a:dk1>
      <a:lt1>
        <a:srgbClr val="FFFFFF"/>
      </a:lt1>
      <a:dk2>
        <a:srgbClr val="60686E"/>
      </a:dk2>
      <a:lt2>
        <a:srgbClr val="E8E8E8"/>
      </a:lt2>
      <a:accent1>
        <a:srgbClr val="FF6B03"/>
      </a:accent1>
      <a:accent2>
        <a:srgbClr val="3A3A3A"/>
      </a:accent2>
      <a:accent3>
        <a:srgbClr val="747474"/>
      </a:accent3>
      <a:accent4>
        <a:srgbClr val="AEAEAE"/>
      </a:accent4>
      <a:accent5>
        <a:srgbClr val="D0D0D0"/>
      </a:accent5>
      <a:accent6>
        <a:srgbClr val="F2F2F2"/>
      </a:accent6>
      <a:hlink>
        <a:srgbClr val="FF6B03"/>
      </a:hlink>
      <a:folHlink>
        <a:srgbClr val="0F9ED5"/>
      </a:folHlink>
    </a:clrScheme>
    <a:fontScheme name="TheSystemofSelling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55541</TotalTime>
  <Words>1057</Words>
  <Application>Microsoft Office PowerPoint</Application>
  <PresentationFormat>Widescreen</PresentationFormat>
  <Paragraphs>227</Paragraphs>
  <Slides>43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43</vt:i4>
      </vt:variant>
    </vt:vector>
  </HeadingPairs>
  <TitlesOfParts>
    <vt:vector size="69" baseType="lpstr">
      <vt:lpstr>Aptos</vt:lpstr>
      <vt:lpstr>Arial</vt:lpstr>
      <vt:lpstr>Calibri</vt:lpstr>
      <vt:lpstr>Calibri Light</vt:lpstr>
      <vt:lpstr>Courier New</vt:lpstr>
      <vt:lpstr>Helvetica</vt:lpstr>
      <vt:lpstr>Helvetica Neue LT Std 55 Roman</vt:lpstr>
      <vt:lpstr>Helvetica Neue LT Std 65 Medium</vt:lpstr>
      <vt:lpstr>League Spartan</vt:lpstr>
      <vt:lpstr>Lora</vt:lpstr>
      <vt:lpstr>Montserrat</vt:lpstr>
      <vt:lpstr>Montserrat Light</vt:lpstr>
      <vt:lpstr>Montserrat SemiBold</vt:lpstr>
      <vt:lpstr>Segoe UI</vt:lpstr>
      <vt:lpstr>Segoe UI Semibold</vt:lpstr>
      <vt:lpstr>System Font Regular</vt:lpstr>
      <vt:lpstr>Wingdings</vt:lpstr>
      <vt:lpstr>Master</vt:lpstr>
      <vt:lpstr>Office Theme</vt:lpstr>
      <vt:lpstr>4_Office Theme</vt:lpstr>
      <vt:lpstr>1_Office Theme</vt:lpstr>
      <vt:lpstr>6_Office Theme</vt:lpstr>
      <vt:lpstr>2_Office Theme</vt:lpstr>
      <vt:lpstr>3_Office Theme</vt:lpstr>
      <vt:lpstr>7_Office Theme</vt:lpstr>
      <vt:lpstr>5_Office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5 Cornerstones of Sales Execution™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Heroux</dc:creator>
  <cp:lastModifiedBy>Stephen Heroux</cp:lastModifiedBy>
  <cp:revision>1709</cp:revision>
  <dcterms:created xsi:type="dcterms:W3CDTF">2021-01-19T12:49:14Z</dcterms:created>
  <dcterms:modified xsi:type="dcterms:W3CDTF">2026-09-09T17:51:12Z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1.6.1.4122</vt:lpwstr>
  </property>
</Properties>
</file>