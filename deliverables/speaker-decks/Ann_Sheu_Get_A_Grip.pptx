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ppt/commentAuthors.xml" ContentType="application/vnd.openxmlformats-officedocument.presentationml.commentAuthors+xml"/>
  <Override PartName="/ppt/comments/comment1.xml" ContentType="application/vnd.openxmlformats-officedocument.presentationml.comment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</p:sldIdLst>
  <p:sldSz cy="10287000" cx="18288000"/>
  <p:notesSz cx="10287000" cy="18288000"/>
  <p:embeddedFontLst>
    <p:embeddedFont>
      <p:font typeface="League Spartan Medium"/>
      <p:regular r:id="rId76"/>
      <p:bold r:id="rId77"/>
    </p:embeddedFont>
    <p:embeddedFont>
      <p:font typeface="League Spartan ExtraBold"/>
      <p:bold r:id="rId78"/>
    </p:embeddedFont>
    <p:embeddedFont>
      <p:font typeface="League Spartan"/>
      <p:regular r:id="rId79"/>
      <p:bold r:id="rId80"/>
    </p:embeddedFont>
    <p:embeddedFont>
      <p:font typeface="Montserrat SemiBold"/>
      <p:regular r:id="rId81"/>
      <p:bold r:id="rId82"/>
      <p:italic r:id="rId83"/>
      <p:boldItalic r:id="rId84"/>
    </p:embeddedFont>
    <p:embeddedFont>
      <p:font typeface="Roboto"/>
      <p:regular r:id="rId85"/>
      <p:bold r:id="rId86"/>
      <p:italic r:id="rId87"/>
      <p:boldItalic r:id="rId88"/>
    </p:embeddedFont>
    <p:embeddedFont>
      <p:font typeface="Montserrat"/>
      <p:regular r:id="rId89"/>
      <p:bold r:id="rId90"/>
      <p:italic r:id="rId91"/>
      <p:boldItalic r:id="rId92"/>
    </p:embeddedFont>
    <p:embeddedFont>
      <p:font typeface="Montserrat Medium"/>
      <p:regular r:id="rId93"/>
      <p:bold r:id="rId94"/>
      <p:italic r:id="rId95"/>
      <p:boldItalic r:id="rId96"/>
    </p:embeddedFont>
    <p:embeddedFont>
      <p:font typeface="Oswald Light"/>
      <p:regular r:id="rId97"/>
      <p:bold r:id="rId98"/>
    </p:embeddedFont>
    <p:embeddedFont>
      <p:font typeface="Montserrat ExtraBold"/>
      <p:bold r:id="rId99"/>
      <p:boldItalic r:id="rId100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101" roundtripDataSignature="AMtx7mgI5bUjWRsNTz2TjSxl4CfSDGsAew==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mAuthor clrIdx="0" id="0" initials="" lastIdx="1" name="Peyton Rodgers"/>
</p:cmAuthorLst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FDA04407-606D-4AD8-9ECE-4552DB5F69C1}">
  <a:tblStyle styleId="{FDA04407-606D-4AD8-9ECE-4552DB5F69C1}" styleName="Table_0">
    <a:wholeTbl>
      <a:tcTxStyle b="off" i="off">
        <a:font>
          <a:latin typeface="Arial"/>
          <a:ea typeface="Arial"/>
          <a:cs typeface="Arial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FEBE6"/>
          </a:solidFill>
        </a:fill>
      </a:tcStyle>
    </a:wholeTbl>
    <a:band1H>
      <a:tcTxStyle b="off" i="off"/>
      <a:tcStyle>
        <a:fill>
          <a:solidFill>
            <a:srgbClr val="FFD6CA"/>
          </a:solidFill>
        </a:fill>
      </a:tcStyle>
    </a:band1H>
    <a:band2H>
      <a:tcTxStyle b="off" i="off"/>
    </a:band2H>
    <a:band1V>
      <a:tcTxStyle b="off" i="off"/>
      <a:tcStyle>
        <a:fill>
          <a:solidFill>
            <a:srgbClr val="FFD6CA"/>
          </a:solidFill>
        </a:fill>
      </a:tcStyle>
    </a:band1V>
    <a:band2V>
      <a:tcTxStyle b="off" i="off"/>
    </a:band2V>
    <a:lastCol>
      <a:tcTxStyle b="on" i="off">
        <a:font>
          <a:latin typeface="Arial"/>
          <a:ea typeface="Arial"/>
          <a:cs typeface="Arial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Arial"/>
          <a:ea typeface="Arial"/>
          <a:cs typeface="Arial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Arial"/>
          <a:ea typeface="Arial"/>
          <a:cs typeface="Arial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 b="off" i="off"/>
    </a:seCell>
    <a:swCell>
      <a:tcTxStyle b="off" i="off"/>
    </a:swCell>
    <a:firstRow>
      <a:tcTxStyle b="on" i="off">
        <a:font>
          <a:latin typeface="Arial"/>
          <a:ea typeface="Arial"/>
          <a:cs typeface="Arial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 b="off" i="off"/>
    </a:neCell>
    <a:nwCell>
      <a:tcTxStyle b="off" i="off"/>
    </a:nwCell>
  </a:tblStyle>
</a:tblStyleLst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commentAuthors" Target="commentAuthors.xml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font" Target="fonts/LeagueSpartanMedium-regular.fntdata"/><Relationship Id="rId77" Type="http://schemas.openxmlformats.org/officeDocument/2006/relationships/font" Target="fonts/LeagueSpartanMedium-bold.fntdata"/><Relationship Id="rId78" Type="http://schemas.openxmlformats.org/officeDocument/2006/relationships/font" Target="fonts/LeagueSpartanExtraBold-bold.fntdata"/><Relationship Id="rId79" Type="http://schemas.openxmlformats.org/officeDocument/2006/relationships/font" Target="fonts/LeagueSpartan-regular.fntdata"/><Relationship Id="rId80" Type="http://schemas.openxmlformats.org/officeDocument/2006/relationships/font" Target="fonts/LeagueSpartan-bold.fntdata"/><Relationship Id="rId81" Type="http://schemas.openxmlformats.org/officeDocument/2006/relationships/font" Target="fonts/MontserratSemiBold-regular.fntdata"/><Relationship Id="rId82" Type="http://schemas.openxmlformats.org/officeDocument/2006/relationships/font" Target="fonts/MontserratSemiBold-bold.fntdata"/><Relationship Id="rId83" Type="http://schemas.openxmlformats.org/officeDocument/2006/relationships/font" Target="fonts/MontserratSemiBold-italic.fntdata"/><Relationship Id="rId84" Type="http://schemas.openxmlformats.org/officeDocument/2006/relationships/font" Target="fonts/MontserratSemiBold-boldItalic.fntdata"/><Relationship Id="rId85" Type="http://schemas.openxmlformats.org/officeDocument/2006/relationships/font" Target="fonts/Roboto-regular.fntdata"/><Relationship Id="rId86" Type="http://schemas.openxmlformats.org/officeDocument/2006/relationships/font" Target="fonts/Roboto-bold.fntdata"/><Relationship Id="rId87" Type="http://schemas.openxmlformats.org/officeDocument/2006/relationships/font" Target="fonts/Roboto-italic.fntdata"/><Relationship Id="rId88" Type="http://schemas.openxmlformats.org/officeDocument/2006/relationships/font" Target="fonts/Roboto-boldItalic.fntdata"/><Relationship Id="rId89" Type="http://schemas.openxmlformats.org/officeDocument/2006/relationships/font" Target="fonts/Montserrat-regular.fntdata"/><Relationship Id="rId90" Type="http://schemas.openxmlformats.org/officeDocument/2006/relationships/font" Target="fonts/Montserrat-bold.fntdata"/><Relationship Id="rId91" Type="http://schemas.openxmlformats.org/officeDocument/2006/relationships/font" Target="fonts/Montserrat-italic.fntdata"/><Relationship Id="rId92" Type="http://schemas.openxmlformats.org/officeDocument/2006/relationships/font" Target="fonts/Montserrat-boldItalic.fntdata"/><Relationship Id="rId93" Type="http://schemas.openxmlformats.org/officeDocument/2006/relationships/font" Target="fonts/MontserratMedium-regular.fntdata"/><Relationship Id="rId94" Type="http://schemas.openxmlformats.org/officeDocument/2006/relationships/font" Target="fonts/MontserratMedium-bold.fntdata"/><Relationship Id="rId95" Type="http://schemas.openxmlformats.org/officeDocument/2006/relationships/font" Target="fonts/MontserratMedium-italic.fntdata"/><Relationship Id="rId96" Type="http://schemas.openxmlformats.org/officeDocument/2006/relationships/font" Target="fonts/MontserratMedium-boldItalic.fntdata"/><Relationship Id="rId97" Type="http://schemas.openxmlformats.org/officeDocument/2006/relationships/font" Target="fonts/OswaldLight-regular.fntdata"/><Relationship Id="rId98" Type="http://schemas.openxmlformats.org/officeDocument/2006/relationships/font" Target="fonts/OswaldLight-bold.fntdata"/><Relationship Id="rId99" Type="http://schemas.openxmlformats.org/officeDocument/2006/relationships/font" Target="fonts/MontserratExtraBold-bold.fntdata"/><Relationship Id="rId100" Type="http://schemas.openxmlformats.org/officeDocument/2006/relationships/font" Target="fonts/MontserratExtraBold-boldItalic.fntdata"/><Relationship Id="rId101" Type="http://customschemas.google.com/relationships/presentationmetadata" Target="metadata"/></Relationships>
</file>

<file path=ppt/comments/comment1.xml><?xml version="1.0" encoding="utf-8"?>
<p:cmLs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m authorId="0" idx="1" dt="2026-09-09T20:46:25.748">
    <p:pos x="6000" y="0"/>
    <p:text>Add QR code for survey</p:text>
    <p:extLst>
      <p:ext uri="{C676402C-5697-4E1C-873F-D02D1690AC5C}">
        <p15:threadingInfo timeZoneBias="0"/>
      </p:ext>
      <p:ext uri="http://customooxmlschemas.google.com/">
        <go:slidesCustomData xmlns:go="http://customooxmlschemas.google.com/" commentPostId="AAACG1GItbA"/>
      </p:ext>
    </p:extLst>
  </p:cm>
</p:cmLst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714825" y="1371600"/>
            <a:ext cx="6858325" cy="6858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1028700" y="8686800"/>
            <a:ext cx="8229600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7" name="Google Shape;37;p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Title slide. Replace the title, your name, and handle. Leave the logo, event line, and footer as they are.</a:t>
            </a:r>
            <a:endParaRPr/>
          </a:p>
        </p:txBody>
      </p:sp>
      <p:sp>
        <p:nvSpPr>
          <p:cNvPr id="38" name="Google Shape;38;p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2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51" name="Google Shape;51;p2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Session agenda. Swap in your own segments — three to five rows works best. Delete rows you do not need.</a:t>
            </a:r>
            <a:endParaRPr/>
          </a:p>
        </p:txBody>
      </p:sp>
      <p:sp>
        <p:nvSpPr>
          <p:cNvPr id="52" name="Google Shape;52;p2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3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77" name="Google Shape;77;p3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Section break. Replace the two lines with your section name — keep the flame/orange two-tone. Duplicate this slide for each section.</a:t>
            </a:r>
            <a:endParaRPr/>
          </a:p>
        </p:txBody>
      </p:sp>
      <p:sp>
        <p:nvSpPr>
          <p:cNvPr id="78" name="Google Shape;78;p3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g3f84f4156c2_0_6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8" name="Google Shape;88;g3f84f4156c2_0_6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Text and photo. Drag a high-resolution photo (1 MB or larger) onto the right panel. Keep the text to three short points.</a:t>
            </a:r>
            <a:endParaRPr/>
          </a:p>
        </p:txBody>
      </p:sp>
      <p:sp>
        <p:nvSpPr>
          <p:cNvPr id="89" name="Google Shape;89;g3f84f4156c2_0_6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g3f84f4156c2_1_6:notes"/>
          <p:cNvSpPr txBox="1"/>
          <p:nvPr>
            <p:ph idx="1" type="body"/>
          </p:nvPr>
        </p:nvSpPr>
        <p:spPr>
          <a:xfrm>
            <a:off x="1028701" y="8687349"/>
            <a:ext cx="8229600" cy="8229000"/>
          </a:xfrm>
          <a:prstGeom prst="rect">
            <a:avLst/>
          </a:prstGeom>
          <a:noFill/>
          <a:ln>
            <a:noFill/>
          </a:ln>
        </p:spPr>
        <p:txBody>
          <a:bodyPr anchorCtr="0" anchor="t" bIns="148075" lIns="148075" spcFirstLastPara="1" rIns="148075" wrap="square" tIns="14807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9" name="Google Shape;99;g3f84f4156c2_1_6:notes"/>
          <p:cNvSpPr/>
          <p:nvPr>
            <p:ph idx="2" type="sldImg"/>
          </p:nvPr>
        </p:nvSpPr>
        <p:spPr>
          <a:xfrm>
            <a:off x="2551747" y="1373439"/>
            <a:ext cx="5185200" cy="68547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g3f84f4156c2_0_223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25" name="Google Shape;125;g3f84f4156c2_0_223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Section break. Replace the two lines with your section name — keep the flame/orange two-tone. Duplicate this slide for each section.</a:t>
            </a:r>
            <a:endParaRPr/>
          </a:p>
        </p:txBody>
      </p:sp>
      <p:sp>
        <p:nvSpPr>
          <p:cNvPr id="126" name="Google Shape;126;g3f84f4156c2_0_223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g3f84f4156c2_0_240:notes"/>
          <p:cNvSpPr txBox="1"/>
          <p:nvPr>
            <p:ph idx="1" type="body"/>
          </p:nvPr>
        </p:nvSpPr>
        <p:spPr>
          <a:xfrm>
            <a:off x="1028701" y="8687349"/>
            <a:ext cx="8229600" cy="8229000"/>
          </a:xfrm>
          <a:prstGeom prst="rect">
            <a:avLst/>
          </a:prstGeom>
          <a:noFill/>
          <a:ln>
            <a:noFill/>
          </a:ln>
        </p:spPr>
        <p:txBody>
          <a:bodyPr anchorCtr="0" anchor="t" bIns="148075" lIns="148075" spcFirstLastPara="1" rIns="148075" wrap="square" tIns="14807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6" name="Google Shape;136;g3f84f4156c2_0_240:notes"/>
          <p:cNvSpPr/>
          <p:nvPr>
            <p:ph idx="2" type="sldImg"/>
          </p:nvPr>
        </p:nvSpPr>
        <p:spPr>
          <a:xfrm>
            <a:off x="2551747" y="1373439"/>
            <a:ext cx="5185200" cy="68547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7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52" name="Google Shape;152;p7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Quote slide. One or two sentences at most. Update the attribution name and title.</a:t>
            </a:r>
            <a:endParaRPr/>
          </a:p>
        </p:txBody>
      </p:sp>
      <p:sp>
        <p:nvSpPr>
          <p:cNvPr id="153" name="Google Shape;153;p7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g3f84f4156c2_1_182:notes"/>
          <p:cNvSpPr txBox="1"/>
          <p:nvPr>
            <p:ph idx="1" type="body"/>
          </p:nvPr>
        </p:nvSpPr>
        <p:spPr>
          <a:xfrm>
            <a:off x="1028701" y="8687349"/>
            <a:ext cx="8229600" cy="8229000"/>
          </a:xfrm>
          <a:prstGeom prst="rect">
            <a:avLst/>
          </a:prstGeom>
          <a:noFill/>
          <a:ln>
            <a:noFill/>
          </a:ln>
        </p:spPr>
        <p:txBody>
          <a:bodyPr anchorCtr="0" anchor="t" bIns="148075" lIns="148075" spcFirstLastPara="1" rIns="148075" wrap="square" tIns="14807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2" name="Google Shape;162;g3f84f4156c2_1_182:notes"/>
          <p:cNvSpPr/>
          <p:nvPr>
            <p:ph idx="2" type="sldImg"/>
          </p:nvPr>
        </p:nvSpPr>
        <p:spPr>
          <a:xfrm>
            <a:off x="2551747" y="1373439"/>
            <a:ext cx="5185200" cy="68547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g3f84f4156c2_1_203:notes"/>
          <p:cNvSpPr txBox="1"/>
          <p:nvPr>
            <p:ph idx="1" type="body"/>
          </p:nvPr>
        </p:nvSpPr>
        <p:spPr>
          <a:xfrm>
            <a:off x="1028701" y="8687349"/>
            <a:ext cx="8229600" cy="8229000"/>
          </a:xfrm>
          <a:prstGeom prst="rect">
            <a:avLst/>
          </a:prstGeom>
          <a:noFill/>
          <a:ln>
            <a:noFill/>
          </a:ln>
        </p:spPr>
        <p:txBody>
          <a:bodyPr anchorCtr="0" anchor="t" bIns="148075" lIns="148075" spcFirstLastPara="1" rIns="148075" wrap="square" tIns="14807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7" name="Google Shape;187;g3f84f4156c2_1_203:notes"/>
          <p:cNvSpPr/>
          <p:nvPr>
            <p:ph idx="2" type="sldImg"/>
          </p:nvPr>
        </p:nvSpPr>
        <p:spPr>
          <a:xfrm>
            <a:off x="2551747" y="1373439"/>
            <a:ext cx="5185200" cy="68547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g3f84f4156c2_1_224:notes"/>
          <p:cNvSpPr txBox="1"/>
          <p:nvPr>
            <p:ph idx="1" type="body"/>
          </p:nvPr>
        </p:nvSpPr>
        <p:spPr>
          <a:xfrm>
            <a:off x="1028701" y="8687349"/>
            <a:ext cx="8229600" cy="8229000"/>
          </a:xfrm>
          <a:prstGeom prst="rect">
            <a:avLst/>
          </a:prstGeom>
          <a:noFill/>
          <a:ln>
            <a:noFill/>
          </a:ln>
        </p:spPr>
        <p:txBody>
          <a:bodyPr anchorCtr="0" anchor="t" bIns="148075" lIns="148075" spcFirstLastPara="1" rIns="148075" wrap="square" tIns="14807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2" name="Google Shape;212;g3f84f4156c2_1_224:notes"/>
          <p:cNvSpPr/>
          <p:nvPr>
            <p:ph idx="2" type="sldImg"/>
          </p:nvPr>
        </p:nvSpPr>
        <p:spPr>
          <a:xfrm>
            <a:off x="2551747" y="1373439"/>
            <a:ext cx="5185200" cy="68547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g3f84f4156c2_1_39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6" name="Google Shape;226;g3f84f4156c2_1_39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Big graphic. Drop in a diagram, chart, or screenshot — it will aspect-fit, never stretch. Arrange or crop as needed.</a:t>
            </a:r>
            <a:endParaRPr/>
          </a:p>
        </p:txBody>
      </p:sp>
      <p:sp>
        <p:nvSpPr>
          <p:cNvPr id="227" name="Google Shape;227;g3f84f4156c2_1_39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4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Google Shape;235;g3f876a7ffbd_0_1040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36" name="Google Shape;236;g3f876a7ffbd_0_1040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Big graphic. Drop in a diagram, chart, or screenshot — it will aspect-fit, never stretch. Arrange or crop as needed.</a:t>
            </a:r>
            <a:endParaRPr/>
          </a:p>
        </p:txBody>
      </p:sp>
      <p:sp>
        <p:nvSpPr>
          <p:cNvPr id="237" name="Google Shape;237;g3f876a7ffbd_0_1040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g3f84f4156c2_1_400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g3f84f4156c2_1_400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Big graphic. Drop in a diagram, chart, or screenshot — it will aspect-fit, never stretch. Arrange or crop as needed.</a:t>
            </a:r>
            <a:endParaRPr/>
          </a:p>
        </p:txBody>
      </p:sp>
      <p:sp>
        <p:nvSpPr>
          <p:cNvPr id="247" name="Google Shape;247;g3f84f4156c2_1_400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g3f84f4156c2_1_414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58" name="Google Shape;258;g3f84f4156c2_1_414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Big graphic. Drop in a diagram, chart, or screenshot — it will aspect-fit, never stretch. Arrange or crop as needed.</a:t>
            </a:r>
            <a:endParaRPr/>
          </a:p>
        </p:txBody>
      </p:sp>
      <p:sp>
        <p:nvSpPr>
          <p:cNvPr id="259" name="Google Shape;259;g3f84f4156c2_1_414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7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g3f84f4156c2_1_428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69" name="Google Shape;269;g3f84f4156c2_1_428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Big graphic. Drop in a diagram, chart, or screenshot — it will aspect-fit, never stretch. Arrange or crop as needed.</a:t>
            </a:r>
            <a:endParaRPr/>
          </a:p>
        </p:txBody>
      </p:sp>
      <p:sp>
        <p:nvSpPr>
          <p:cNvPr id="270" name="Google Shape;270;g3f84f4156c2_1_428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9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Google Shape;280;g3f84f4156c2_1_440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81" name="Google Shape;281;g3f84f4156c2_1_440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Big graphic. Drop in a diagram, chart, or screenshot — it will aspect-fit, never stretch. Arrange or crop as needed.</a:t>
            </a:r>
            <a:endParaRPr/>
          </a:p>
        </p:txBody>
      </p:sp>
      <p:sp>
        <p:nvSpPr>
          <p:cNvPr id="282" name="Google Shape;282;g3f84f4156c2_1_440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g3f84f4156c2_1_453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92" name="Google Shape;292;g3f84f4156c2_1_453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Big graphic. Drop in a diagram, chart, or screenshot — it will aspect-fit, never stretch. Arrange or crop as needed.</a:t>
            </a:r>
            <a:endParaRPr/>
          </a:p>
        </p:txBody>
      </p:sp>
      <p:sp>
        <p:nvSpPr>
          <p:cNvPr id="293" name="Google Shape;293;g3f84f4156c2_1_453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g3f84f4156c2_1_464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03" name="Google Shape;303;g3f84f4156c2_1_464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Big graphic. Drop in a diagram, chart, or screenshot — it will aspect-fit, never stretch. Arrange or crop as needed.</a:t>
            </a:r>
            <a:endParaRPr/>
          </a:p>
        </p:txBody>
      </p:sp>
      <p:sp>
        <p:nvSpPr>
          <p:cNvPr id="304" name="Google Shape;304;g3f84f4156c2_1_464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g3f84f4156c2_1_475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13" name="Google Shape;313;g3f84f4156c2_1_475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Big graphic. Drop in a diagram, chart, or screenshot — it will aspect-fit, never stretch. Arrange or crop as needed.</a:t>
            </a:r>
            <a:endParaRPr/>
          </a:p>
        </p:txBody>
      </p:sp>
      <p:sp>
        <p:nvSpPr>
          <p:cNvPr id="314" name="Google Shape;314;g3f84f4156c2_1_475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g3f84f4156c2_1_488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24" name="Google Shape;324;g3f84f4156c2_1_488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Big graphic. Drop in a diagram, chart, or screenshot — it will aspect-fit, never stretch. Arrange or crop as needed.</a:t>
            </a:r>
            <a:endParaRPr/>
          </a:p>
        </p:txBody>
      </p:sp>
      <p:sp>
        <p:nvSpPr>
          <p:cNvPr id="325" name="Google Shape;325;g3f84f4156c2_1_488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g3f84f4156c2_1_499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35" name="Google Shape;335;g3f84f4156c2_1_499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Big graphic. Drop in a diagram, chart, or screenshot — it will aspect-fit, never stretch. Arrange or crop as needed.</a:t>
            </a:r>
            <a:endParaRPr/>
          </a:p>
        </p:txBody>
      </p:sp>
      <p:sp>
        <p:nvSpPr>
          <p:cNvPr id="336" name="Google Shape;336;g3f84f4156c2_1_499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g3f84f4156c2_1_532:notes"/>
          <p:cNvSpPr txBox="1"/>
          <p:nvPr>
            <p:ph idx="1" type="body"/>
          </p:nvPr>
        </p:nvSpPr>
        <p:spPr>
          <a:xfrm>
            <a:off x="1028701" y="8687349"/>
            <a:ext cx="8229600" cy="8229000"/>
          </a:xfrm>
          <a:prstGeom prst="rect">
            <a:avLst/>
          </a:prstGeom>
          <a:noFill/>
          <a:ln>
            <a:noFill/>
          </a:ln>
        </p:spPr>
        <p:txBody>
          <a:bodyPr anchorCtr="0" anchor="t" bIns="148075" lIns="148075" spcFirstLastPara="1" rIns="148075" wrap="square" tIns="14807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6" name="Google Shape;346;g3f84f4156c2_1_532:notes"/>
          <p:cNvSpPr/>
          <p:nvPr>
            <p:ph idx="2" type="sldImg"/>
          </p:nvPr>
        </p:nvSpPr>
        <p:spPr>
          <a:xfrm>
            <a:off x="2551747" y="1373439"/>
            <a:ext cx="5185200" cy="68547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0" name="Shape 3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" name="Google Shape;361;g3f84f4156c2_1_544:notes"/>
          <p:cNvSpPr txBox="1"/>
          <p:nvPr>
            <p:ph idx="1" type="body"/>
          </p:nvPr>
        </p:nvSpPr>
        <p:spPr>
          <a:xfrm>
            <a:off x="1028701" y="8687349"/>
            <a:ext cx="8229600" cy="8229000"/>
          </a:xfrm>
          <a:prstGeom prst="rect">
            <a:avLst/>
          </a:prstGeom>
          <a:noFill/>
          <a:ln>
            <a:noFill/>
          </a:ln>
        </p:spPr>
        <p:txBody>
          <a:bodyPr anchorCtr="0" anchor="t" bIns="148075" lIns="148075" spcFirstLastPara="1" rIns="148075" wrap="square" tIns="14807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2" name="Google Shape;362;g3f84f4156c2_1_544:notes"/>
          <p:cNvSpPr/>
          <p:nvPr>
            <p:ph idx="2" type="sldImg"/>
          </p:nvPr>
        </p:nvSpPr>
        <p:spPr>
          <a:xfrm>
            <a:off x="2551747" y="1373439"/>
            <a:ext cx="5185200" cy="68547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4" name="Shape 3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5" name="Google Shape;375;g3f9d525e35c_0_0:notes"/>
          <p:cNvSpPr txBox="1"/>
          <p:nvPr>
            <p:ph idx="1" type="body"/>
          </p:nvPr>
        </p:nvSpPr>
        <p:spPr>
          <a:xfrm>
            <a:off x="1028701" y="8687349"/>
            <a:ext cx="8229600" cy="8229000"/>
          </a:xfrm>
          <a:prstGeom prst="rect">
            <a:avLst/>
          </a:prstGeom>
          <a:noFill/>
          <a:ln>
            <a:noFill/>
          </a:ln>
        </p:spPr>
        <p:txBody>
          <a:bodyPr anchorCtr="0" anchor="t" bIns="148075" lIns="148075" spcFirstLastPara="1" rIns="148075" wrap="square" tIns="14807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6" name="Google Shape;376;g3f9d525e35c_0_0:notes"/>
          <p:cNvSpPr/>
          <p:nvPr>
            <p:ph idx="2" type="sldImg"/>
          </p:nvPr>
        </p:nvSpPr>
        <p:spPr>
          <a:xfrm>
            <a:off x="2551747" y="1373439"/>
            <a:ext cx="5185200" cy="68547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5" name="Shape 4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6" name="Google Shape;406;g3f84f4156c2_1_764:notes"/>
          <p:cNvSpPr txBox="1"/>
          <p:nvPr>
            <p:ph idx="1" type="body"/>
          </p:nvPr>
        </p:nvSpPr>
        <p:spPr>
          <a:xfrm>
            <a:off x="1028701" y="8687349"/>
            <a:ext cx="8229600" cy="8229000"/>
          </a:xfrm>
          <a:prstGeom prst="rect">
            <a:avLst/>
          </a:prstGeom>
          <a:noFill/>
          <a:ln>
            <a:noFill/>
          </a:ln>
        </p:spPr>
        <p:txBody>
          <a:bodyPr anchorCtr="0" anchor="t" bIns="148075" lIns="148075" spcFirstLastPara="1" rIns="148075" wrap="square" tIns="14807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7" name="Google Shape;407;g3f84f4156c2_1_764:notes"/>
          <p:cNvSpPr/>
          <p:nvPr>
            <p:ph idx="2" type="sldImg"/>
          </p:nvPr>
        </p:nvSpPr>
        <p:spPr>
          <a:xfrm>
            <a:off x="2551747" y="1373439"/>
            <a:ext cx="5185200" cy="68547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0" name="Shape 4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1" name="Google Shape;421;g3f84f4156c2_1_926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22" name="Google Shape;422;g3f84f4156c2_1_926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Quote slide. One or two sentences at most. Update the attribution name and title.</a:t>
            </a:r>
            <a:endParaRPr/>
          </a:p>
        </p:txBody>
      </p:sp>
      <p:sp>
        <p:nvSpPr>
          <p:cNvPr id="423" name="Google Shape;423;g3f84f4156c2_1_926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0" name="Shape 4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1" name="Google Shape;431;g3f85ecfd79d_2_63:notes"/>
          <p:cNvSpPr/>
          <p:nvPr>
            <p:ph idx="2" type="sldImg"/>
          </p:nvPr>
        </p:nvSpPr>
        <p:spPr>
          <a:xfrm>
            <a:off x="1714825" y="1371600"/>
            <a:ext cx="6858300" cy="6858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2" name="Google Shape;432;g3f85ecfd79d_2_63:notes"/>
          <p:cNvSpPr txBox="1"/>
          <p:nvPr>
            <p:ph idx="1" type="body"/>
          </p:nvPr>
        </p:nvSpPr>
        <p:spPr>
          <a:xfrm>
            <a:off x="1028700" y="8686800"/>
            <a:ext cx="8229600" cy="8229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60" name="Shape 4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1" name="Google Shape;461;g3f85ecfd79d_2_90:notes"/>
          <p:cNvSpPr/>
          <p:nvPr>
            <p:ph idx="2" type="sldImg"/>
          </p:nvPr>
        </p:nvSpPr>
        <p:spPr>
          <a:xfrm>
            <a:off x="1714825" y="1371600"/>
            <a:ext cx="6858300" cy="6858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2" name="Google Shape;462;g3f85ecfd79d_2_90:notes"/>
          <p:cNvSpPr txBox="1"/>
          <p:nvPr>
            <p:ph idx="1" type="body"/>
          </p:nvPr>
        </p:nvSpPr>
        <p:spPr>
          <a:xfrm>
            <a:off x="1028700" y="8686800"/>
            <a:ext cx="8229600" cy="8229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4" name="Shape 4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Google Shape;475;g3f85ecfd79d_2_135:notes"/>
          <p:cNvSpPr/>
          <p:nvPr>
            <p:ph idx="2" type="sldImg"/>
          </p:nvPr>
        </p:nvSpPr>
        <p:spPr>
          <a:xfrm>
            <a:off x="1714825" y="1371600"/>
            <a:ext cx="6858300" cy="6858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76" name="Google Shape;476;g3f85ecfd79d_2_135:notes"/>
          <p:cNvSpPr txBox="1"/>
          <p:nvPr>
            <p:ph idx="1" type="body"/>
          </p:nvPr>
        </p:nvSpPr>
        <p:spPr>
          <a:xfrm>
            <a:off x="1028700" y="8686800"/>
            <a:ext cx="8229600" cy="8229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89" name="Shape 4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0" name="Google Shape;490;g3f85ecfd79d_2_148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91" name="Google Shape;491;g3f85ecfd79d_2_148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Big graphic. Drop in a diagram, chart, or screenshot — it will aspect-fit, never stretch. Arrange or crop as needed.</a:t>
            </a:r>
            <a:endParaRPr/>
          </a:p>
        </p:txBody>
      </p:sp>
      <p:sp>
        <p:nvSpPr>
          <p:cNvPr id="492" name="Google Shape;492;g3f85ecfd79d_2_148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6" name="Shape 5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7" name="Google Shape;537;g3f85ecfd79d_2_194:notes"/>
          <p:cNvSpPr/>
          <p:nvPr>
            <p:ph idx="2" type="sldImg"/>
          </p:nvPr>
        </p:nvSpPr>
        <p:spPr>
          <a:xfrm>
            <a:off x="1714825" y="1371600"/>
            <a:ext cx="6858300" cy="6858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38" name="Google Shape;538;g3f85ecfd79d_2_194:notes"/>
          <p:cNvSpPr txBox="1"/>
          <p:nvPr>
            <p:ph idx="1" type="body"/>
          </p:nvPr>
        </p:nvSpPr>
        <p:spPr>
          <a:xfrm>
            <a:off x="1028700" y="8686800"/>
            <a:ext cx="8229600" cy="8229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0" name="Shape 5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1" name="Google Shape;551;g3f85ecfd79d_2_206:notes"/>
          <p:cNvSpPr/>
          <p:nvPr>
            <p:ph idx="2" type="sldImg"/>
          </p:nvPr>
        </p:nvSpPr>
        <p:spPr>
          <a:xfrm>
            <a:off x="1714825" y="1371600"/>
            <a:ext cx="6858300" cy="6858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2" name="Google Shape;552;g3f85ecfd79d_2_206:notes"/>
          <p:cNvSpPr txBox="1"/>
          <p:nvPr>
            <p:ph idx="1" type="body"/>
          </p:nvPr>
        </p:nvSpPr>
        <p:spPr>
          <a:xfrm>
            <a:off x="1028700" y="8686800"/>
            <a:ext cx="8229600" cy="8229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9" name="Shape 5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0" name="Google Shape;560;g3f85ecfd79d_2_229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561" name="Google Shape;561;g3f85ecfd79d_2_229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Full-width bullets. Five bullets max, one line each. Use the indented row for a rare second level.</a:t>
            </a:r>
            <a:endParaRPr/>
          </a:p>
        </p:txBody>
      </p:sp>
      <p:sp>
        <p:nvSpPr>
          <p:cNvPr id="562" name="Google Shape;562;g3f85ecfd79d_2_229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0" name="Shape 5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1" name="Google Shape;571;g3f85ecfd79d_2_241:notes"/>
          <p:cNvSpPr txBox="1"/>
          <p:nvPr>
            <p:ph idx="1" type="body"/>
          </p:nvPr>
        </p:nvSpPr>
        <p:spPr>
          <a:xfrm>
            <a:off x="1028701" y="8687349"/>
            <a:ext cx="8229600" cy="8229000"/>
          </a:xfrm>
          <a:prstGeom prst="rect">
            <a:avLst/>
          </a:prstGeom>
          <a:noFill/>
          <a:ln>
            <a:noFill/>
          </a:ln>
        </p:spPr>
        <p:txBody>
          <a:bodyPr anchorCtr="0" anchor="t" bIns="148075" lIns="148075" spcFirstLastPara="1" rIns="148075" wrap="square" tIns="14807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2" name="Google Shape;572;g3f85ecfd79d_2_241:notes"/>
          <p:cNvSpPr/>
          <p:nvPr>
            <p:ph idx="2" type="sldImg"/>
          </p:nvPr>
        </p:nvSpPr>
        <p:spPr>
          <a:xfrm>
            <a:off x="2551747" y="1373439"/>
            <a:ext cx="5185200" cy="68547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6" name="Shape 5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7" name="Google Shape;587;g3f85ecfd79d_2_255:notes"/>
          <p:cNvSpPr txBox="1"/>
          <p:nvPr>
            <p:ph idx="1" type="body"/>
          </p:nvPr>
        </p:nvSpPr>
        <p:spPr>
          <a:xfrm>
            <a:off x="1028701" y="8687349"/>
            <a:ext cx="8229600" cy="8229000"/>
          </a:xfrm>
          <a:prstGeom prst="rect">
            <a:avLst/>
          </a:prstGeom>
          <a:noFill/>
          <a:ln>
            <a:noFill/>
          </a:ln>
        </p:spPr>
        <p:txBody>
          <a:bodyPr anchorCtr="0" anchor="t" bIns="148075" lIns="148075" spcFirstLastPara="1" rIns="148075" wrap="square" tIns="14807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8" name="Google Shape;588;g3f85ecfd79d_2_255:notes"/>
          <p:cNvSpPr/>
          <p:nvPr>
            <p:ph idx="2" type="sldImg"/>
          </p:nvPr>
        </p:nvSpPr>
        <p:spPr>
          <a:xfrm>
            <a:off x="2551747" y="1373439"/>
            <a:ext cx="5185200" cy="68547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9" name="Shape 5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0" name="Google Shape;600;g3f85ecfd79d_2_418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601" name="Google Shape;601;g3f85ecfd79d_2_418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Quote slide. One or two sentences at most. Update the attribution name and title.</a:t>
            </a:r>
            <a:endParaRPr/>
          </a:p>
        </p:txBody>
      </p:sp>
      <p:sp>
        <p:nvSpPr>
          <p:cNvPr id="602" name="Google Shape;602;g3f85ecfd79d_2_418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0" name="Shape 6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1" name="Google Shape;611;g3f85ecfd79d_2_428:notes"/>
          <p:cNvSpPr txBox="1"/>
          <p:nvPr>
            <p:ph idx="1" type="body"/>
          </p:nvPr>
        </p:nvSpPr>
        <p:spPr>
          <a:xfrm>
            <a:off x="1028701" y="8687349"/>
            <a:ext cx="8229600" cy="8229000"/>
          </a:xfrm>
          <a:prstGeom prst="rect">
            <a:avLst/>
          </a:prstGeom>
          <a:noFill/>
          <a:ln>
            <a:noFill/>
          </a:ln>
        </p:spPr>
        <p:txBody>
          <a:bodyPr anchorCtr="0" anchor="t" bIns="148075" lIns="148075" spcFirstLastPara="1" rIns="148075" wrap="square" tIns="14807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2" name="Google Shape;612;g3f85ecfd79d_2_428:notes"/>
          <p:cNvSpPr/>
          <p:nvPr>
            <p:ph idx="2" type="sldImg"/>
          </p:nvPr>
        </p:nvSpPr>
        <p:spPr>
          <a:xfrm>
            <a:off x="2551747" y="1373439"/>
            <a:ext cx="5185200" cy="68547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4" name="Shape 6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5" name="Google Shape;625;g3f85ecfd79d_2_1191:notes"/>
          <p:cNvSpPr txBox="1"/>
          <p:nvPr>
            <p:ph idx="1" type="body"/>
          </p:nvPr>
        </p:nvSpPr>
        <p:spPr>
          <a:xfrm>
            <a:off x="1028701" y="8687349"/>
            <a:ext cx="8229600" cy="8229000"/>
          </a:xfrm>
          <a:prstGeom prst="rect">
            <a:avLst/>
          </a:prstGeom>
          <a:noFill/>
          <a:ln>
            <a:noFill/>
          </a:ln>
        </p:spPr>
        <p:txBody>
          <a:bodyPr anchorCtr="0" anchor="t" bIns="148075" lIns="148075" spcFirstLastPara="1" rIns="148075" wrap="square" tIns="14807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6" name="Google Shape;626;g3f85ecfd79d_2_1191:notes"/>
          <p:cNvSpPr/>
          <p:nvPr>
            <p:ph idx="2" type="sldImg"/>
          </p:nvPr>
        </p:nvSpPr>
        <p:spPr>
          <a:xfrm>
            <a:off x="2551747" y="1373439"/>
            <a:ext cx="5185200" cy="68547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49" name="Shape 8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0" name="Google Shape;850;g3f85ecfd79d_2_1572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51" name="Google Shape;851;g3f85ecfd79d_2_1572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Full-width bullets. Five bullets max, one line each. Use the indented row for a rare second level.</a:t>
            </a:r>
            <a:endParaRPr/>
          </a:p>
        </p:txBody>
      </p:sp>
      <p:sp>
        <p:nvSpPr>
          <p:cNvPr id="852" name="Google Shape;852;g3f85ecfd79d_2_1572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61" name="Shape 8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2" name="Google Shape;862;g3f85ecfd79d_2_1585:notes"/>
          <p:cNvSpPr txBox="1"/>
          <p:nvPr>
            <p:ph idx="1" type="body"/>
          </p:nvPr>
        </p:nvSpPr>
        <p:spPr>
          <a:xfrm>
            <a:off x="1028701" y="8687349"/>
            <a:ext cx="8229600" cy="8229000"/>
          </a:xfrm>
          <a:prstGeom prst="rect">
            <a:avLst/>
          </a:prstGeom>
          <a:noFill/>
          <a:ln>
            <a:noFill/>
          </a:ln>
        </p:spPr>
        <p:txBody>
          <a:bodyPr anchorCtr="0" anchor="t" bIns="148075" lIns="148075" spcFirstLastPara="1" rIns="148075" wrap="square" tIns="14807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3" name="Google Shape;863;g3f85ecfd79d_2_1585:notes"/>
          <p:cNvSpPr/>
          <p:nvPr>
            <p:ph idx="2" type="sldImg"/>
          </p:nvPr>
        </p:nvSpPr>
        <p:spPr>
          <a:xfrm>
            <a:off x="2551747" y="1373439"/>
            <a:ext cx="5185200" cy="68547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7" name="Shape 8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8" name="Google Shape;878;g3f85ecfd79d_2_1597:notes"/>
          <p:cNvSpPr txBox="1"/>
          <p:nvPr>
            <p:ph idx="1" type="body"/>
          </p:nvPr>
        </p:nvSpPr>
        <p:spPr>
          <a:xfrm>
            <a:off x="1028701" y="8687349"/>
            <a:ext cx="8229600" cy="8229000"/>
          </a:xfrm>
          <a:prstGeom prst="rect">
            <a:avLst/>
          </a:prstGeom>
          <a:noFill/>
          <a:ln>
            <a:noFill/>
          </a:ln>
        </p:spPr>
        <p:txBody>
          <a:bodyPr anchorCtr="0" anchor="t" bIns="148075" lIns="148075" spcFirstLastPara="1" rIns="148075" wrap="square" tIns="14807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9" name="Google Shape;879;g3f85ecfd79d_2_1597:notes"/>
          <p:cNvSpPr/>
          <p:nvPr>
            <p:ph idx="2" type="sldImg"/>
          </p:nvPr>
        </p:nvSpPr>
        <p:spPr>
          <a:xfrm>
            <a:off x="2551747" y="1373439"/>
            <a:ext cx="5185200" cy="68547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2" name="Shape 8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3" name="Google Shape;893;g3f85ecfd79d_2_1608:notes"/>
          <p:cNvSpPr txBox="1"/>
          <p:nvPr>
            <p:ph idx="1" type="body"/>
          </p:nvPr>
        </p:nvSpPr>
        <p:spPr>
          <a:xfrm>
            <a:off x="1028701" y="8687349"/>
            <a:ext cx="8229600" cy="8229000"/>
          </a:xfrm>
          <a:prstGeom prst="rect">
            <a:avLst/>
          </a:prstGeom>
          <a:noFill/>
          <a:ln>
            <a:noFill/>
          </a:ln>
        </p:spPr>
        <p:txBody>
          <a:bodyPr anchorCtr="0" anchor="t" bIns="148075" lIns="148075" spcFirstLastPara="1" rIns="148075" wrap="square" tIns="14807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94" name="Google Shape;894;g3f85ecfd79d_2_1608:notes"/>
          <p:cNvSpPr/>
          <p:nvPr>
            <p:ph idx="2" type="sldImg"/>
          </p:nvPr>
        </p:nvSpPr>
        <p:spPr>
          <a:xfrm>
            <a:off x="2551747" y="1373439"/>
            <a:ext cx="5185200" cy="68547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7" name="Shape 9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8" name="Google Shape;908;g3f85ecfd79d_2_1966:notes"/>
          <p:cNvSpPr txBox="1"/>
          <p:nvPr>
            <p:ph idx="1" type="body"/>
          </p:nvPr>
        </p:nvSpPr>
        <p:spPr>
          <a:xfrm>
            <a:off x="1028701" y="8687349"/>
            <a:ext cx="8229600" cy="8229000"/>
          </a:xfrm>
          <a:prstGeom prst="rect">
            <a:avLst/>
          </a:prstGeom>
          <a:noFill/>
          <a:ln>
            <a:noFill/>
          </a:ln>
        </p:spPr>
        <p:txBody>
          <a:bodyPr anchorCtr="0" anchor="t" bIns="148075" lIns="148075" spcFirstLastPara="1" rIns="148075" wrap="square" tIns="14807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9" name="Google Shape;909;g3f85ecfd79d_2_1966:notes"/>
          <p:cNvSpPr/>
          <p:nvPr>
            <p:ph idx="2" type="sldImg"/>
          </p:nvPr>
        </p:nvSpPr>
        <p:spPr>
          <a:xfrm>
            <a:off x="2551747" y="1373439"/>
            <a:ext cx="5185200" cy="68547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42" name="Shape 9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3" name="Google Shape;943;g3f85ecfd79d_2_2151:notes"/>
          <p:cNvSpPr txBox="1"/>
          <p:nvPr>
            <p:ph idx="1" type="body"/>
          </p:nvPr>
        </p:nvSpPr>
        <p:spPr>
          <a:xfrm>
            <a:off x="1028701" y="8687349"/>
            <a:ext cx="8229600" cy="8229000"/>
          </a:xfrm>
          <a:prstGeom prst="rect">
            <a:avLst/>
          </a:prstGeom>
          <a:noFill/>
          <a:ln>
            <a:noFill/>
          </a:ln>
        </p:spPr>
        <p:txBody>
          <a:bodyPr anchorCtr="0" anchor="t" bIns="148075" lIns="148075" spcFirstLastPara="1" rIns="148075" wrap="square" tIns="14807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4" name="Google Shape;944;g3f85ecfd79d_2_2151:notes"/>
          <p:cNvSpPr/>
          <p:nvPr>
            <p:ph idx="2" type="sldImg"/>
          </p:nvPr>
        </p:nvSpPr>
        <p:spPr>
          <a:xfrm>
            <a:off x="2551747" y="1373439"/>
            <a:ext cx="5185200" cy="68547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58" name="Shape 9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9" name="Google Shape;959;g3f85ecfd79d_2_2163:notes"/>
          <p:cNvSpPr txBox="1"/>
          <p:nvPr>
            <p:ph idx="1" type="body"/>
          </p:nvPr>
        </p:nvSpPr>
        <p:spPr>
          <a:xfrm>
            <a:off x="1028701" y="8687349"/>
            <a:ext cx="8229600" cy="8229000"/>
          </a:xfrm>
          <a:prstGeom prst="rect">
            <a:avLst/>
          </a:prstGeom>
          <a:noFill/>
          <a:ln>
            <a:noFill/>
          </a:ln>
        </p:spPr>
        <p:txBody>
          <a:bodyPr anchorCtr="0" anchor="t" bIns="148075" lIns="148075" spcFirstLastPara="1" rIns="148075" wrap="square" tIns="14807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0" name="Google Shape;960;g3f85ecfd79d_2_2163:notes"/>
          <p:cNvSpPr/>
          <p:nvPr>
            <p:ph idx="2" type="sldImg"/>
          </p:nvPr>
        </p:nvSpPr>
        <p:spPr>
          <a:xfrm>
            <a:off x="2551747" y="1373439"/>
            <a:ext cx="5185200" cy="68547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2" name="Shape 9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3" name="Google Shape;973;g3f85ecfd79d_2_2329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74" name="Google Shape;974;g3f85ecfd79d_2_2329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Text and photo. Drag a high-resolution photo (1 MB or larger) onto the right panel. Keep the text to three short points.</a:t>
            </a:r>
            <a:endParaRPr/>
          </a:p>
        </p:txBody>
      </p:sp>
      <p:sp>
        <p:nvSpPr>
          <p:cNvPr id="975" name="Google Shape;975;g3f85ecfd79d_2_2329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3" name="Shape 9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4" name="Google Shape;984;g3f85ecfd79d_2_2554:notes"/>
          <p:cNvSpPr txBox="1"/>
          <p:nvPr>
            <p:ph idx="1" type="body"/>
          </p:nvPr>
        </p:nvSpPr>
        <p:spPr>
          <a:xfrm>
            <a:off x="1028701" y="8687349"/>
            <a:ext cx="8229600" cy="8229000"/>
          </a:xfrm>
          <a:prstGeom prst="rect">
            <a:avLst/>
          </a:prstGeom>
          <a:noFill/>
          <a:ln>
            <a:noFill/>
          </a:ln>
        </p:spPr>
        <p:txBody>
          <a:bodyPr anchorCtr="0" anchor="t" bIns="74025" lIns="148100" spcFirstLastPara="1" rIns="148100" wrap="square" tIns="740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985" name="Google Shape;985;g3f85ecfd79d_2_2554:notes"/>
          <p:cNvSpPr/>
          <p:nvPr>
            <p:ph idx="2" type="sldImg"/>
          </p:nvPr>
        </p:nvSpPr>
        <p:spPr>
          <a:xfrm>
            <a:off x="2551747" y="1373439"/>
            <a:ext cx="5185200" cy="68547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5125">
            <a:solidFill>
              <a:srgbClr val="000000"/>
            </a:solidFill>
            <a:prstDash val="solid"/>
            <a:miter lim="80"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08" name="Shape 10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9" name="Google Shape;1009;g3f85ecfd79d_2_2603:notes"/>
          <p:cNvSpPr/>
          <p:nvPr>
            <p:ph idx="2" type="sldImg"/>
          </p:nvPr>
        </p:nvSpPr>
        <p:spPr>
          <a:xfrm>
            <a:off x="2551747" y="1373439"/>
            <a:ext cx="5185200" cy="68547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5125">
            <a:solidFill>
              <a:srgbClr val="000000"/>
            </a:solidFill>
            <a:prstDash val="solid"/>
            <a:miter lim="80"/>
            <a:headEnd len="sm" w="sm" type="none"/>
            <a:tailEnd len="sm" w="sm" type="none"/>
          </a:ln>
        </p:spPr>
      </p:sp>
      <p:sp>
        <p:nvSpPr>
          <p:cNvPr id="1010" name="Google Shape;1010;g3f85ecfd79d_2_2603:notes"/>
          <p:cNvSpPr txBox="1"/>
          <p:nvPr>
            <p:ph idx="1" type="body"/>
          </p:nvPr>
        </p:nvSpPr>
        <p:spPr>
          <a:xfrm>
            <a:off x="1028701" y="8687349"/>
            <a:ext cx="8229600" cy="8229000"/>
          </a:xfrm>
          <a:prstGeom prst="rect">
            <a:avLst/>
          </a:prstGeom>
          <a:noFill/>
          <a:ln>
            <a:noFill/>
          </a:ln>
        </p:spPr>
        <p:txBody>
          <a:bodyPr anchorCtr="0" anchor="t" bIns="74025" lIns="148100" spcFirstLastPara="1" rIns="148100" wrap="square" tIns="740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3" name="Shape 10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4" name="Google Shape;1034;g3f85ecfd79d_2_2578:notes"/>
          <p:cNvSpPr txBox="1"/>
          <p:nvPr>
            <p:ph idx="1" type="body"/>
          </p:nvPr>
        </p:nvSpPr>
        <p:spPr>
          <a:xfrm>
            <a:off x="1028701" y="8687349"/>
            <a:ext cx="8229600" cy="8229000"/>
          </a:xfrm>
          <a:prstGeom prst="rect">
            <a:avLst/>
          </a:prstGeom>
          <a:noFill/>
          <a:ln>
            <a:noFill/>
          </a:ln>
        </p:spPr>
        <p:txBody>
          <a:bodyPr anchorCtr="0" anchor="t" bIns="74025" lIns="148100" spcFirstLastPara="1" rIns="148100" wrap="square" tIns="740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035" name="Google Shape;1035;g3f85ecfd79d_2_2578:notes"/>
          <p:cNvSpPr/>
          <p:nvPr>
            <p:ph idx="2" type="sldImg"/>
          </p:nvPr>
        </p:nvSpPr>
        <p:spPr>
          <a:xfrm>
            <a:off x="2551747" y="1373439"/>
            <a:ext cx="5185200" cy="68547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5125">
            <a:solidFill>
              <a:srgbClr val="000000"/>
            </a:solidFill>
            <a:prstDash val="solid"/>
            <a:miter lim="80"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59" name="Shape 10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0" name="Google Shape;1060;g3f876a7ffbd_0_0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061" name="Google Shape;1061;g3f876a7ffbd_0_0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Quote slide. One or two sentences at most. Update the attribution name and title.</a:t>
            </a:r>
            <a:endParaRPr/>
          </a:p>
        </p:txBody>
      </p:sp>
      <p:sp>
        <p:nvSpPr>
          <p:cNvPr id="1062" name="Google Shape;1062;g3f876a7ffbd_0_0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70" name="Shape 10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1" name="Google Shape;1071;g3f876a7ffbd_0_10:notes"/>
          <p:cNvSpPr txBox="1"/>
          <p:nvPr>
            <p:ph idx="1" type="body"/>
          </p:nvPr>
        </p:nvSpPr>
        <p:spPr>
          <a:xfrm>
            <a:off x="1028701" y="8687349"/>
            <a:ext cx="8229600" cy="8229000"/>
          </a:xfrm>
          <a:prstGeom prst="rect">
            <a:avLst/>
          </a:prstGeom>
          <a:noFill/>
          <a:ln>
            <a:noFill/>
          </a:ln>
        </p:spPr>
        <p:txBody>
          <a:bodyPr anchorCtr="0" anchor="t" bIns="148075" lIns="148075" spcFirstLastPara="1" rIns="148075" wrap="square" tIns="14807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72" name="Google Shape;1072;g3f876a7ffbd_0_10:notes"/>
          <p:cNvSpPr/>
          <p:nvPr>
            <p:ph idx="2" type="sldImg"/>
          </p:nvPr>
        </p:nvSpPr>
        <p:spPr>
          <a:xfrm>
            <a:off x="2551747" y="1373439"/>
            <a:ext cx="5185200" cy="68547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85" name="Shape 10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6" name="Google Shape;1086;g3f876a7ffbd_0_186:notes"/>
          <p:cNvSpPr txBox="1"/>
          <p:nvPr>
            <p:ph idx="1" type="body"/>
          </p:nvPr>
        </p:nvSpPr>
        <p:spPr>
          <a:xfrm>
            <a:off x="1028701" y="8687349"/>
            <a:ext cx="8229600" cy="8229000"/>
          </a:xfrm>
          <a:prstGeom prst="rect">
            <a:avLst/>
          </a:prstGeom>
          <a:noFill/>
          <a:ln>
            <a:noFill/>
          </a:ln>
        </p:spPr>
        <p:txBody>
          <a:bodyPr anchorCtr="0" anchor="t" bIns="148075" lIns="148075" spcFirstLastPara="1" rIns="148075" wrap="square" tIns="14807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87" name="Google Shape;1087;g3f876a7ffbd_0_186:notes"/>
          <p:cNvSpPr/>
          <p:nvPr>
            <p:ph idx="2" type="sldImg"/>
          </p:nvPr>
        </p:nvSpPr>
        <p:spPr>
          <a:xfrm>
            <a:off x="2551747" y="1373439"/>
            <a:ext cx="5185200" cy="68547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8" name="Shape 1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9" name="Google Shape;1109;g3f876a7ffbd_0_362:notes"/>
          <p:cNvSpPr txBox="1"/>
          <p:nvPr>
            <p:ph idx="1" type="body"/>
          </p:nvPr>
        </p:nvSpPr>
        <p:spPr>
          <a:xfrm>
            <a:off x="1028701" y="8687349"/>
            <a:ext cx="8229600" cy="8229000"/>
          </a:xfrm>
          <a:prstGeom prst="rect">
            <a:avLst/>
          </a:prstGeom>
          <a:noFill/>
          <a:ln>
            <a:noFill/>
          </a:ln>
        </p:spPr>
        <p:txBody>
          <a:bodyPr anchorCtr="0" anchor="t" bIns="148075" lIns="148075" spcFirstLastPara="1" rIns="148075" wrap="square" tIns="14807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10" name="Google Shape;1110;g3f876a7ffbd_0_362:notes"/>
          <p:cNvSpPr/>
          <p:nvPr>
            <p:ph idx="2" type="sldImg"/>
          </p:nvPr>
        </p:nvSpPr>
        <p:spPr>
          <a:xfrm>
            <a:off x="2551747" y="1373439"/>
            <a:ext cx="5185200" cy="68547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4" name="Shape 1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5" name="Google Shape;1125;g3f876a7ffbd_0_374:notes"/>
          <p:cNvSpPr txBox="1"/>
          <p:nvPr>
            <p:ph idx="1" type="body"/>
          </p:nvPr>
        </p:nvSpPr>
        <p:spPr>
          <a:xfrm>
            <a:off x="1028701" y="8687349"/>
            <a:ext cx="8229600" cy="8229000"/>
          </a:xfrm>
          <a:prstGeom prst="rect">
            <a:avLst/>
          </a:prstGeom>
          <a:noFill/>
          <a:ln>
            <a:noFill/>
          </a:ln>
        </p:spPr>
        <p:txBody>
          <a:bodyPr anchorCtr="0" anchor="t" bIns="148075" lIns="148075" spcFirstLastPara="1" rIns="148075" wrap="square" tIns="14807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26" name="Google Shape;1126;g3f876a7ffbd_0_374:notes"/>
          <p:cNvSpPr/>
          <p:nvPr>
            <p:ph idx="2" type="sldImg"/>
          </p:nvPr>
        </p:nvSpPr>
        <p:spPr>
          <a:xfrm>
            <a:off x="2551747" y="1373439"/>
            <a:ext cx="5185200" cy="68547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39" name="Shape 1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0" name="Google Shape;1140;g3f876a7ffbd_0_548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141" name="Google Shape;1141;g3f876a7ffbd_0_548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Text and photo. Drag a high-resolution photo (1 MB or larger) onto the right panel. Keep the text to three short points.</a:t>
            </a:r>
            <a:endParaRPr/>
          </a:p>
        </p:txBody>
      </p:sp>
      <p:sp>
        <p:nvSpPr>
          <p:cNvPr id="1142" name="Google Shape;1142;g3f876a7ffbd_0_548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0" name="Shape 1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1" name="Google Shape;1151;g3fa7efc94f1_1_9:notes"/>
          <p:cNvSpPr/>
          <p:nvPr>
            <p:ph idx="2" type="sldImg"/>
          </p:nvPr>
        </p:nvSpPr>
        <p:spPr>
          <a:xfrm>
            <a:off x="2551747" y="1373439"/>
            <a:ext cx="5185200" cy="68547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5125">
            <a:solidFill>
              <a:srgbClr val="000000"/>
            </a:solidFill>
            <a:prstDash val="solid"/>
            <a:miter lim="80"/>
            <a:headEnd len="sm" w="sm" type="none"/>
            <a:tailEnd len="sm" w="sm" type="none"/>
          </a:ln>
        </p:spPr>
      </p:sp>
      <p:sp>
        <p:nvSpPr>
          <p:cNvPr id="1152" name="Google Shape;1152;g3fa7efc94f1_1_9:notes"/>
          <p:cNvSpPr txBox="1"/>
          <p:nvPr>
            <p:ph idx="1" type="body"/>
          </p:nvPr>
        </p:nvSpPr>
        <p:spPr>
          <a:xfrm>
            <a:off x="1028701" y="8687349"/>
            <a:ext cx="8229600" cy="8229000"/>
          </a:xfrm>
          <a:prstGeom prst="rect">
            <a:avLst/>
          </a:prstGeom>
          <a:noFill/>
          <a:ln>
            <a:noFill/>
          </a:ln>
        </p:spPr>
        <p:txBody>
          <a:bodyPr anchorCtr="0" anchor="t" bIns="74025" lIns="148100" spcFirstLastPara="1" rIns="148100" wrap="square" tIns="740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9" name="Shape 1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0" name="Google Shape;1170;g3f876a7ffbd_0_574:notes"/>
          <p:cNvSpPr txBox="1"/>
          <p:nvPr>
            <p:ph idx="1" type="body"/>
          </p:nvPr>
        </p:nvSpPr>
        <p:spPr>
          <a:xfrm>
            <a:off x="1028701" y="8687349"/>
            <a:ext cx="8229600" cy="8229000"/>
          </a:xfrm>
          <a:prstGeom prst="rect">
            <a:avLst/>
          </a:prstGeom>
          <a:noFill/>
          <a:ln>
            <a:noFill/>
          </a:ln>
        </p:spPr>
        <p:txBody>
          <a:bodyPr anchorCtr="0" anchor="t" bIns="148075" lIns="148075" spcFirstLastPara="1" rIns="148075" wrap="square" tIns="14807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71" name="Google Shape;1171;g3f876a7ffbd_0_574:notes"/>
          <p:cNvSpPr/>
          <p:nvPr>
            <p:ph idx="2" type="sldImg"/>
          </p:nvPr>
        </p:nvSpPr>
        <p:spPr>
          <a:xfrm>
            <a:off x="2551747" y="1373439"/>
            <a:ext cx="5185200" cy="68547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85" name="Shape 1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6" name="Google Shape;1186;g3f876a7ffbd_0_586:notes"/>
          <p:cNvSpPr txBox="1"/>
          <p:nvPr>
            <p:ph idx="1" type="body"/>
          </p:nvPr>
        </p:nvSpPr>
        <p:spPr>
          <a:xfrm>
            <a:off x="1028701" y="8687349"/>
            <a:ext cx="8229600" cy="8229000"/>
          </a:xfrm>
          <a:prstGeom prst="rect">
            <a:avLst/>
          </a:prstGeom>
          <a:noFill/>
          <a:ln>
            <a:noFill/>
          </a:ln>
        </p:spPr>
        <p:txBody>
          <a:bodyPr anchorCtr="0" anchor="t" bIns="148075" lIns="148075" spcFirstLastPara="1" rIns="148075" wrap="square" tIns="14807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87" name="Google Shape;1187;g3f876a7ffbd_0_586:notes"/>
          <p:cNvSpPr/>
          <p:nvPr>
            <p:ph idx="2" type="sldImg"/>
          </p:nvPr>
        </p:nvSpPr>
        <p:spPr>
          <a:xfrm>
            <a:off x="2551747" y="1373439"/>
            <a:ext cx="5185200" cy="68547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3" name="Shape 1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4" name="Google Shape;1204;g3f876a7ffbd_0_787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205" name="Google Shape;1205;g3f876a7ffbd_0_787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Section break. Replace the two lines with your section name — keep the flame/orange two-tone. Duplicate this slide for each section.</a:t>
            </a:r>
            <a:endParaRPr/>
          </a:p>
        </p:txBody>
      </p:sp>
      <p:sp>
        <p:nvSpPr>
          <p:cNvPr id="1206" name="Google Shape;1206;g3f876a7ffbd_0_787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14" name="Shape 1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5" name="Google Shape;1215;g3f876a7ffbd_0_797:notes"/>
          <p:cNvSpPr txBox="1"/>
          <p:nvPr>
            <p:ph idx="1" type="body"/>
          </p:nvPr>
        </p:nvSpPr>
        <p:spPr>
          <a:xfrm>
            <a:off x="1028701" y="8687349"/>
            <a:ext cx="8229600" cy="8229000"/>
          </a:xfrm>
          <a:prstGeom prst="rect">
            <a:avLst/>
          </a:prstGeom>
          <a:noFill/>
          <a:ln>
            <a:noFill/>
          </a:ln>
        </p:spPr>
        <p:txBody>
          <a:bodyPr anchorCtr="0" anchor="t" bIns="148075" lIns="148075" spcFirstLastPara="1" rIns="148075" wrap="square" tIns="14807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16" name="Google Shape;1216;g3f876a7ffbd_0_797:notes"/>
          <p:cNvSpPr/>
          <p:nvPr>
            <p:ph idx="2" type="sldImg"/>
          </p:nvPr>
        </p:nvSpPr>
        <p:spPr>
          <a:xfrm>
            <a:off x="2551747" y="1373439"/>
            <a:ext cx="5185200" cy="68547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32" name="Shape 1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3" name="Google Shape;1233;g3f876a7ffbd_0_964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234" name="Google Shape;1234;g3f876a7ffbd_0_964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Text and photo. Drag a high-resolution photo (1 MB or larger) onto the right panel. Keep the text to three short points.</a:t>
            </a:r>
            <a:endParaRPr/>
          </a:p>
        </p:txBody>
      </p:sp>
      <p:sp>
        <p:nvSpPr>
          <p:cNvPr id="1235" name="Google Shape;1235;g3f876a7ffbd_0_964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3" name="Shape 1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4" name="Google Shape;1244;g3f876a7ffbd_0_976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245" name="Google Shape;1245;g3f876a7ffbd_0_976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Text and photo. Drag a high-resolution photo (1 MB or larger) onto the right panel. Keep the text to three short points.</a:t>
            </a:r>
            <a:endParaRPr/>
          </a:p>
        </p:txBody>
      </p:sp>
      <p:sp>
        <p:nvSpPr>
          <p:cNvPr id="1246" name="Google Shape;1246;g3f876a7ffbd_0_976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54" name="Shape 1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5" name="Google Shape;1255;g3f876a7ffbd_0_988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256" name="Google Shape;1256;g3f876a7ffbd_0_988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Text and photo. Drag a high-resolution photo (1 MB or larger) onto the right panel. Keep the text to three short points.</a:t>
            </a:r>
            <a:endParaRPr/>
          </a:p>
        </p:txBody>
      </p:sp>
      <p:sp>
        <p:nvSpPr>
          <p:cNvPr id="1257" name="Google Shape;1257;g3f876a7ffbd_0_988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66" name="Shape 1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7" name="Google Shape;1267;g3f876a7ffbd_0_1007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268" name="Google Shape;1268;g3f876a7ffbd_0_1007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Quote slide. One or two sentences at most. Update the attribution name and title.</a:t>
            </a:r>
            <a:endParaRPr/>
          </a:p>
        </p:txBody>
      </p:sp>
      <p:sp>
        <p:nvSpPr>
          <p:cNvPr id="1269" name="Google Shape;1269;g3f876a7ffbd_0_1007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7" name="Shape 1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8" name="Google Shape;1278;g3f876a7ffbd_0_1030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279" name="Google Shape;1279;g3f876a7ffbd_0_1030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Section break. Replace the two lines with your section name — keep the flame/orange two-tone. Duplicate this slide for each section.</a:t>
            </a:r>
            <a:endParaRPr/>
          </a:p>
        </p:txBody>
      </p:sp>
      <p:sp>
        <p:nvSpPr>
          <p:cNvPr id="1280" name="Google Shape;1280;g3f876a7ffbd_0_1030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7" name="Shape 1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8" name="Google Shape;1288;p14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289" name="Google Shape;1289;p14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Closing slide. Swap in your handle so the room can find you.</a:t>
            </a:r>
            <a:endParaRPr/>
          </a:p>
        </p:txBody>
      </p:sp>
      <p:sp>
        <p:nvSpPr>
          <p:cNvPr id="1290" name="Google Shape;1290;p14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0" name="Shape 1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1" name="Google Shape;1301;p8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302" name="Google Shape;1302;p8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Sponsor thank-you. Logos are current as of the 2026 site — keep this slide as-is and show it at the end of your session.</a:t>
            </a:r>
            <a:endParaRPr/>
          </a:p>
        </p:txBody>
      </p:sp>
      <p:sp>
        <p:nvSpPr>
          <p:cNvPr id="1303" name="Google Shape;1303;p8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47" name="Shape 1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8" name="Google Shape;1348;p9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349" name="Google Shape;1349;p9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Session survey. Drop the survey QR code onto the white card. Leave this up while you take questions.</a:t>
            </a:r>
            <a:endParaRPr/>
          </a:p>
        </p:txBody>
      </p:sp>
      <p:sp>
        <p:nvSpPr>
          <p:cNvPr id="1350" name="Google Shape;1350;p9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7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7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7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7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6" name="Shape 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_Photo and Bullets">
  <p:cSld name="Text_Photo and Bullets">
    <p:spTree>
      <p:nvGrpSpPr>
        <p:cNvPr id="7" name="Shape 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Google Shape;8;g3f84f4156c2_0_189"/>
          <p:cNvSpPr/>
          <p:nvPr>
            <p:ph idx="2" type="pic"/>
          </p:nvPr>
        </p:nvSpPr>
        <p:spPr>
          <a:xfrm>
            <a:off x="0" y="-1"/>
            <a:ext cx="8229600" cy="9313200"/>
          </a:xfrm>
          <a:prstGeom prst="rect">
            <a:avLst/>
          </a:prstGeom>
          <a:noFill/>
          <a:ln>
            <a:noFill/>
          </a:ln>
        </p:spPr>
      </p:sp>
      <p:sp>
        <p:nvSpPr>
          <p:cNvPr id="9" name="Google Shape;9;g3f84f4156c2_0_189"/>
          <p:cNvSpPr/>
          <p:nvPr/>
        </p:nvSpPr>
        <p:spPr>
          <a:xfrm>
            <a:off x="0" y="9315450"/>
            <a:ext cx="18288000" cy="971700"/>
          </a:xfrm>
          <a:prstGeom prst="rect">
            <a:avLst/>
          </a:prstGeom>
          <a:solidFill>
            <a:srgbClr val="142233"/>
          </a:solidFill>
          <a:ln>
            <a:noFill/>
          </a:ln>
        </p:spPr>
        <p:txBody>
          <a:bodyPr anchorCtr="0" anchor="ctr" bIns="68550" lIns="137150" spcFirstLastPara="1" rIns="137150" wrap="square" tIns="685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Arial"/>
              <a:buNone/>
            </a:pPr>
            <a:r>
              <a:t/>
            </a:r>
            <a:endParaRPr b="0" i="0" sz="4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Google Shape;10;g3f84f4156c2_0_189"/>
          <p:cNvSpPr txBox="1"/>
          <p:nvPr>
            <p:ph type="title"/>
          </p:nvPr>
        </p:nvSpPr>
        <p:spPr>
          <a:xfrm>
            <a:off x="8970264" y="1006056"/>
            <a:ext cx="8873100" cy="9426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50" lIns="137150" spcFirstLastPara="1" rIns="137150" wrap="square" tIns="68550">
            <a:noAutofit/>
          </a:bodyPr>
          <a:lstStyle>
            <a:lvl1pPr lvl="0" algn="l">
              <a:lnSpc>
                <a:spcPct val="108108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b="1" i="0" sz="5600" cap="none">
                <a:solidFill>
                  <a:srgbClr val="142233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11" name="Google Shape;11;g3f84f4156c2_0_189"/>
          <p:cNvSpPr txBox="1"/>
          <p:nvPr>
            <p:ph idx="1" type="body"/>
          </p:nvPr>
        </p:nvSpPr>
        <p:spPr>
          <a:xfrm>
            <a:off x="9011412" y="2523744"/>
            <a:ext cx="8819700" cy="6257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50" lIns="137150" spcFirstLastPara="1" rIns="137150" wrap="square" tIns="68550">
            <a:noAutofit/>
          </a:bodyPr>
          <a:lstStyle>
            <a:lvl1pPr indent="-438150" lvl="0" marL="457200" algn="l">
              <a:lnSpc>
                <a:spcPct val="122727"/>
              </a:lnSpc>
              <a:spcBef>
                <a:spcPts val="2300"/>
              </a:spcBef>
              <a:spcAft>
                <a:spcPts val="0"/>
              </a:spcAft>
              <a:buClr>
                <a:srgbClr val="FF7900"/>
              </a:buClr>
              <a:buSzPts val="3300"/>
              <a:buFont typeface="Arial"/>
              <a:buChar char="•"/>
              <a:defRPr b="0" i="0" sz="3300">
                <a:solidFill>
                  <a:srgbClr val="142233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indent="-438150" lvl="1" marL="914400" algn="l">
              <a:lnSpc>
                <a:spcPct val="122727"/>
              </a:lnSpc>
              <a:spcBef>
                <a:spcPts val="1200"/>
              </a:spcBef>
              <a:spcAft>
                <a:spcPts val="0"/>
              </a:spcAft>
              <a:buClr>
                <a:srgbClr val="3B3B3B"/>
              </a:buClr>
              <a:buSzPts val="3300"/>
              <a:buFont typeface="Arial"/>
              <a:buChar char="–"/>
              <a:defRPr b="0" i="0" sz="3300">
                <a:solidFill>
                  <a:srgbClr val="142233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2pPr>
            <a:lvl3pPr indent="-419100" lvl="2" marL="1371600" algn="l">
              <a:lnSpc>
                <a:spcPct val="125000"/>
              </a:lnSpc>
              <a:spcBef>
                <a:spcPts val="1200"/>
              </a:spcBef>
              <a:spcAft>
                <a:spcPts val="0"/>
              </a:spcAft>
              <a:buClr>
                <a:srgbClr val="3B3B3B"/>
              </a:buClr>
              <a:buSzPts val="3000"/>
              <a:buFont typeface="Arial"/>
              <a:buChar char="•"/>
              <a:defRPr b="0" i="0" sz="3000">
                <a:solidFill>
                  <a:srgbClr val="142233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3pPr>
            <a:lvl4pPr indent="-419100" lvl="3" marL="1828800" algn="l">
              <a:lnSpc>
                <a:spcPct val="125000"/>
              </a:lnSpc>
              <a:spcBef>
                <a:spcPts val="1200"/>
              </a:spcBef>
              <a:spcAft>
                <a:spcPts val="0"/>
              </a:spcAft>
              <a:buClr>
                <a:srgbClr val="3B3B3B"/>
              </a:buClr>
              <a:buSzPts val="3000"/>
              <a:buFont typeface="Arial"/>
              <a:buChar char="–"/>
              <a:defRPr b="0" i="0" sz="3000">
                <a:solidFill>
                  <a:srgbClr val="142233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4pPr>
            <a:lvl5pPr indent="-419100" lvl="4" marL="2286000" algn="l">
              <a:lnSpc>
                <a:spcPct val="125000"/>
              </a:lnSpc>
              <a:spcBef>
                <a:spcPts val="1200"/>
              </a:spcBef>
              <a:spcAft>
                <a:spcPts val="0"/>
              </a:spcAft>
              <a:buClr>
                <a:srgbClr val="3B3B3B"/>
              </a:buClr>
              <a:buSzPts val="3000"/>
              <a:buFont typeface="Arial"/>
              <a:buChar char="•"/>
              <a:defRPr b="0" i="0" sz="3000">
                <a:solidFill>
                  <a:srgbClr val="142233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5pPr>
            <a:lvl6pPr indent="-400050" lvl="5" marL="27432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0099"/>
              </a:buClr>
              <a:buSzPts val="2700"/>
              <a:buChar char="»"/>
              <a:defRPr sz="2100"/>
            </a:lvl6pPr>
            <a:lvl7pPr indent="-400050" lvl="6" marL="32004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0099"/>
              </a:buClr>
              <a:buSzPts val="2700"/>
              <a:buChar char="»"/>
              <a:defRPr sz="2100"/>
            </a:lvl7pPr>
            <a:lvl8pPr indent="-400050" lvl="7" marL="3657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0099"/>
              </a:buClr>
              <a:buSzPts val="2700"/>
              <a:buChar char="»"/>
              <a:defRPr sz="2100"/>
            </a:lvl8pPr>
            <a:lvl9pPr indent="-400050" lvl="8" marL="41148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0099"/>
              </a:buClr>
              <a:buSzPts val="2700"/>
              <a:buChar char="»"/>
              <a:defRPr sz="2100"/>
            </a:lvl9pPr>
          </a:lstStyle>
          <a:p/>
        </p:txBody>
      </p:sp>
      <p:sp>
        <p:nvSpPr>
          <p:cNvPr id="12" name="Google Shape;12;g3f84f4156c2_0_189"/>
          <p:cNvSpPr txBox="1"/>
          <p:nvPr>
            <p:ph idx="11" type="ftr"/>
          </p:nvPr>
        </p:nvSpPr>
        <p:spPr>
          <a:xfrm>
            <a:off x="13684101" y="9547098"/>
            <a:ext cx="4287600" cy="54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50" lIns="137150" spcFirstLastPara="1" rIns="137150" wrap="square" tIns="6855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pic>
        <p:nvPicPr>
          <p:cNvPr descr="A picture containing text, clipart&#10;&#10;Description automatically generated" id="13" name="Google Shape;13;g3f84f4156c2_0_18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25279" y="9576033"/>
            <a:ext cx="1207008" cy="46303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pos="5760">
          <p15:clr>
            <a:srgbClr val="FBAE40"/>
          </p15:clr>
        </p15:guide>
        <p15:guide id="2" orient="horz" pos="1044">
          <p15:clr>
            <a:srgbClr val="FBAE40"/>
          </p15:clr>
        </p15:guide>
        <p15:guide id="3" orient="horz" pos="5868">
          <p15:clr>
            <a:srgbClr val="FBAE40"/>
          </p15:clr>
        </p15:guide>
        <p15:guide id="4" pos="5184">
          <p15:clr>
            <a:srgbClr val="FBAE40"/>
          </p15:clr>
        </p15:guide>
        <p15:guide id="5" pos="11232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Graphic_noGrayHeader">
  <p:cSld name="Graphic_noGrayHeader">
    <p:spTree>
      <p:nvGrpSpPr>
        <p:cNvPr id="14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g3f84f4156c2_0_401"/>
          <p:cNvSpPr/>
          <p:nvPr/>
        </p:nvSpPr>
        <p:spPr>
          <a:xfrm>
            <a:off x="0" y="9313164"/>
            <a:ext cx="18288000" cy="973800"/>
          </a:xfrm>
          <a:prstGeom prst="rect">
            <a:avLst/>
          </a:prstGeom>
          <a:solidFill>
            <a:srgbClr val="142233"/>
          </a:solidFill>
          <a:ln>
            <a:noFill/>
          </a:ln>
        </p:spPr>
        <p:txBody>
          <a:bodyPr anchorCtr="0" anchor="ctr" bIns="68550" lIns="137150" spcFirstLastPara="1" rIns="137150" wrap="square" tIns="685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Arial"/>
              <a:buNone/>
            </a:pPr>
            <a:r>
              <a:t/>
            </a:r>
            <a:endParaRPr b="0" i="0" sz="4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" name="Google Shape;16;g3f84f4156c2_0_401"/>
          <p:cNvSpPr txBox="1"/>
          <p:nvPr>
            <p:ph type="title"/>
          </p:nvPr>
        </p:nvSpPr>
        <p:spPr>
          <a:xfrm>
            <a:off x="855552" y="1001268"/>
            <a:ext cx="15807300" cy="8556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50" lIns="137150" spcFirstLastPara="1" rIns="137150" wrap="square" tIns="68550">
            <a:noAutofit/>
          </a:bodyPr>
          <a:lstStyle>
            <a:lvl1pPr lvl="0" algn="l">
              <a:lnSpc>
                <a:spcPct val="108108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b="1" i="0" sz="5600" cap="none">
                <a:solidFill>
                  <a:srgbClr val="142233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17" name="Google Shape;17;g3f84f4156c2_0_401"/>
          <p:cNvSpPr/>
          <p:nvPr/>
        </p:nvSpPr>
        <p:spPr>
          <a:xfrm>
            <a:off x="490594" y="9439814"/>
            <a:ext cx="6375600" cy="6165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50" lIns="137150" spcFirstLastPara="1" rIns="137150" wrap="square" tIns="6855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47577"/>
              </a:buClr>
              <a:buSzPts val="3600"/>
              <a:buFont typeface="Arial"/>
              <a:buNone/>
            </a:pPr>
            <a:r>
              <a:t/>
            </a:r>
            <a:endParaRPr b="0" i="0" sz="3600" u="none" cap="none" strike="noStrike">
              <a:solidFill>
                <a:srgbClr val="747577"/>
              </a:solidFill>
              <a:latin typeface="Oswald Light"/>
              <a:ea typeface="Oswald Light"/>
              <a:cs typeface="Oswald Light"/>
              <a:sym typeface="Oswald Light"/>
            </a:endParaRPr>
          </a:p>
        </p:txBody>
      </p:sp>
      <p:sp>
        <p:nvSpPr>
          <p:cNvPr id="18" name="Google Shape;18;g3f84f4156c2_0_401"/>
          <p:cNvSpPr txBox="1"/>
          <p:nvPr>
            <p:ph idx="11" type="ftr"/>
          </p:nvPr>
        </p:nvSpPr>
        <p:spPr>
          <a:xfrm>
            <a:off x="13684101" y="9539765"/>
            <a:ext cx="4287600" cy="54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50" lIns="137150" spcFirstLastPara="1" rIns="137150" wrap="square" tIns="6855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pic>
        <p:nvPicPr>
          <p:cNvPr descr="A picture containing text, clipart&#10;&#10;Description automatically generated" id="19" name="Google Shape;19;g3f84f4156c2_0_40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25279" y="9576033"/>
            <a:ext cx="1207008" cy="46303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3240">
          <p15:clr>
            <a:srgbClr val="FBAE40"/>
          </p15:clr>
        </p15:guide>
        <p15:guide id="2" pos="5760">
          <p15:clr>
            <a:srgbClr val="FBAE40"/>
          </p15:clr>
        </p15:guide>
        <p15:guide id="3" pos="266">
          <p15:clr>
            <a:srgbClr val="FBAE40"/>
          </p15:clr>
        </p15:guide>
        <p15:guide id="4" pos="642">
          <p15:clr>
            <a:srgbClr val="FBAE40"/>
          </p15:clr>
        </p15:guide>
        <p15:guide id="5" orient="horz" pos="1044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Graphic">
  <p:cSld name="Graphic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g3f85ecfd79d_2_1561"/>
          <p:cNvSpPr/>
          <p:nvPr/>
        </p:nvSpPr>
        <p:spPr>
          <a:xfrm flipH="1" rot="10800000">
            <a:off x="0" y="167"/>
            <a:ext cx="17259300" cy="2029800"/>
          </a:xfrm>
          <a:prstGeom prst="rect">
            <a:avLst/>
          </a:prstGeom>
          <a:solidFill>
            <a:srgbClr val="E5E8EB"/>
          </a:solidFill>
          <a:ln>
            <a:noFill/>
          </a:ln>
        </p:spPr>
        <p:txBody>
          <a:bodyPr anchorCtr="0" anchor="ctr" bIns="68550" lIns="137150" spcFirstLastPara="1" rIns="137150" wrap="square" tIns="685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Arial"/>
              <a:buNone/>
            </a:pPr>
            <a:r>
              <a:t/>
            </a:r>
            <a:endParaRPr b="0" i="0" sz="4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" name="Google Shape;22;g3f85ecfd79d_2_1561"/>
          <p:cNvSpPr/>
          <p:nvPr/>
        </p:nvSpPr>
        <p:spPr>
          <a:xfrm>
            <a:off x="0" y="9313164"/>
            <a:ext cx="18288000" cy="973800"/>
          </a:xfrm>
          <a:prstGeom prst="rect">
            <a:avLst/>
          </a:prstGeom>
          <a:solidFill>
            <a:srgbClr val="142233"/>
          </a:solidFill>
          <a:ln>
            <a:noFill/>
          </a:ln>
        </p:spPr>
        <p:txBody>
          <a:bodyPr anchorCtr="0" anchor="ctr" bIns="68550" lIns="137150" spcFirstLastPara="1" rIns="137150" wrap="square" tIns="685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Arial"/>
              <a:buNone/>
            </a:pPr>
            <a:r>
              <a:t/>
            </a:r>
            <a:endParaRPr b="0" i="0" sz="4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" name="Google Shape;23;g3f85ecfd79d_2_1561"/>
          <p:cNvSpPr txBox="1"/>
          <p:nvPr>
            <p:ph type="title"/>
          </p:nvPr>
        </p:nvSpPr>
        <p:spPr>
          <a:xfrm>
            <a:off x="855552" y="1001268"/>
            <a:ext cx="15807300" cy="8556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50" lIns="137150" spcFirstLastPara="1" rIns="137150" wrap="square" tIns="68550">
            <a:noAutofit/>
          </a:bodyPr>
          <a:lstStyle>
            <a:lvl1pPr lvl="0" algn="l">
              <a:lnSpc>
                <a:spcPct val="108108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b="1" i="0" sz="5600" cap="none">
                <a:solidFill>
                  <a:srgbClr val="142233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24" name="Google Shape;24;g3f85ecfd79d_2_1561"/>
          <p:cNvSpPr/>
          <p:nvPr/>
        </p:nvSpPr>
        <p:spPr>
          <a:xfrm>
            <a:off x="490594" y="9439814"/>
            <a:ext cx="6375600" cy="6165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50" lIns="137150" spcFirstLastPara="1" rIns="137150" wrap="square" tIns="6855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47577"/>
              </a:buClr>
              <a:buSzPts val="3600"/>
              <a:buFont typeface="Arial"/>
              <a:buNone/>
            </a:pPr>
            <a:r>
              <a:t/>
            </a:r>
            <a:endParaRPr b="0" i="0" sz="3600" u="none" cap="none" strike="noStrike">
              <a:solidFill>
                <a:srgbClr val="747577"/>
              </a:solidFill>
              <a:latin typeface="Oswald Light"/>
              <a:ea typeface="Oswald Light"/>
              <a:cs typeface="Oswald Light"/>
              <a:sym typeface="Oswald Light"/>
            </a:endParaRPr>
          </a:p>
        </p:txBody>
      </p:sp>
      <p:sp>
        <p:nvSpPr>
          <p:cNvPr id="25" name="Google Shape;25;g3f85ecfd79d_2_1561"/>
          <p:cNvSpPr txBox="1"/>
          <p:nvPr>
            <p:ph idx="11" type="ftr"/>
          </p:nvPr>
        </p:nvSpPr>
        <p:spPr>
          <a:xfrm>
            <a:off x="13684101" y="9539765"/>
            <a:ext cx="4287600" cy="54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50" lIns="137150" spcFirstLastPara="1" rIns="137150" wrap="square" tIns="6855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pic>
        <p:nvPicPr>
          <p:cNvPr descr="A picture containing text, clipart&#10;&#10;Description automatically generated" id="26" name="Google Shape;26;g3f85ecfd79d_2_156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25279" y="9576033"/>
            <a:ext cx="1207008" cy="46303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3240">
          <p15:clr>
            <a:srgbClr val="FBAE40"/>
          </p15:clr>
        </p15:guide>
        <p15:guide id="2" pos="5760">
          <p15:clr>
            <a:srgbClr val="FBAE40"/>
          </p15:clr>
        </p15:guide>
        <p15:guide id="3" pos="266">
          <p15:clr>
            <a:srgbClr val="FBAE40"/>
          </p15:clr>
        </p15:guide>
        <p15:guide id="4" pos="642">
          <p15:clr>
            <a:srgbClr val="FBAE40"/>
          </p15:clr>
        </p15:guide>
        <p15:guide id="5" orient="horz" pos="1044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_FullWidth_Bullets">
  <p:cSld name="Text_FullWidth_Bullets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g3f876a7ffbd_0_748"/>
          <p:cNvSpPr/>
          <p:nvPr/>
        </p:nvSpPr>
        <p:spPr>
          <a:xfrm flipH="1" rot="10800000">
            <a:off x="0" y="-22"/>
            <a:ext cx="17259300" cy="1969500"/>
          </a:xfrm>
          <a:prstGeom prst="rect">
            <a:avLst/>
          </a:prstGeom>
          <a:solidFill>
            <a:srgbClr val="E5E8EB"/>
          </a:solidFill>
          <a:ln>
            <a:noFill/>
          </a:ln>
        </p:spPr>
        <p:txBody>
          <a:bodyPr anchorCtr="0" anchor="ctr" bIns="68550" lIns="137150" spcFirstLastPara="1" rIns="137150" wrap="square" tIns="685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Arial"/>
              <a:buNone/>
            </a:pPr>
            <a:r>
              <a:t/>
            </a:r>
            <a:endParaRPr b="0" i="0" sz="4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" name="Google Shape;29;g3f876a7ffbd_0_748"/>
          <p:cNvSpPr/>
          <p:nvPr/>
        </p:nvSpPr>
        <p:spPr>
          <a:xfrm>
            <a:off x="0" y="9313164"/>
            <a:ext cx="18288000" cy="973800"/>
          </a:xfrm>
          <a:prstGeom prst="rect">
            <a:avLst/>
          </a:prstGeom>
          <a:solidFill>
            <a:srgbClr val="142233"/>
          </a:solidFill>
          <a:ln>
            <a:noFill/>
          </a:ln>
        </p:spPr>
        <p:txBody>
          <a:bodyPr anchorCtr="0" anchor="ctr" bIns="68550" lIns="137150" spcFirstLastPara="1" rIns="137150" wrap="square" tIns="685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Arial"/>
              <a:buNone/>
            </a:pPr>
            <a:r>
              <a:t/>
            </a:r>
            <a:endParaRPr b="0" i="0" sz="4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" name="Google Shape;30;g3f876a7ffbd_0_748"/>
          <p:cNvSpPr txBox="1"/>
          <p:nvPr>
            <p:ph type="title"/>
          </p:nvPr>
        </p:nvSpPr>
        <p:spPr>
          <a:xfrm>
            <a:off x="1846907" y="1001268"/>
            <a:ext cx="14815800" cy="8556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50" lIns="137150" spcFirstLastPara="1" rIns="137150" wrap="square" tIns="68550">
            <a:noAutofit/>
          </a:bodyPr>
          <a:lstStyle>
            <a:lvl1pPr lvl="0" algn="l">
              <a:lnSpc>
                <a:spcPct val="108108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b="1" i="0" sz="5600" cap="none">
                <a:solidFill>
                  <a:srgbClr val="142233"/>
                </a:solidFill>
                <a:latin typeface="Montserrat ExtraBold"/>
                <a:ea typeface="Montserrat ExtraBold"/>
                <a:cs typeface="Montserrat ExtraBold"/>
                <a:sym typeface="Montserrat ExtraBold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1" name="Google Shape;31;g3f876a7ffbd_0_748"/>
          <p:cNvSpPr/>
          <p:nvPr/>
        </p:nvSpPr>
        <p:spPr>
          <a:xfrm>
            <a:off x="490594" y="9439814"/>
            <a:ext cx="6375600" cy="6165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50" lIns="137150" spcFirstLastPara="1" rIns="137150" wrap="square" tIns="6855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47577"/>
              </a:buClr>
              <a:buSzPts val="3600"/>
              <a:buFont typeface="Arial"/>
              <a:buNone/>
            </a:pPr>
            <a:r>
              <a:t/>
            </a:r>
            <a:endParaRPr b="0" i="0" sz="3600" u="none" cap="none" strike="noStrike">
              <a:solidFill>
                <a:srgbClr val="747577"/>
              </a:solidFill>
              <a:latin typeface="Oswald Light"/>
              <a:ea typeface="Oswald Light"/>
              <a:cs typeface="Oswald Light"/>
              <a:sym typeface="Oswald Light"/>
            </a:endParaRPr>
          </a:p>
        </p:txBody>
      </p:sp>
      <p:sp>
        <p:nvSpPr>
          <p:cNvPr id="32" name="Google Shape;32;g3f876a7ffbd_0_748"/>
          <p:cNvSpPr txBox="1"/>
          <p:nvPr>
            <p:ph idx="1" type="body"/>
          </p:nvPr>
        </p:nvSpPr>
        <p:spPr>
          <a:xfrm>
            <a:off x="1846905" y="2659151"/>
            <a:ext cx="15222600" cy="62055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50" lIns="137150" spcFirstLastPara="1" rIns="137150" wrap="square" tIns="68550">
            <a:noAutofit/>
          </a:bodyPr>
          <a:lstStyle>
            <a:lvl1pPr indent="-457200" lvl="0" marL="457200" algn="l">
              <a:lnSpc>
                <a:spcPct val="125000"/>
              </a:lnSpc>
              <a:spcBef>
                <a:spcPts val="1800"/>
              </a:spcBef>
              <a:spcAft>
                <a:spcPts val="0"/>
              </a:spcAft>
              <a:buClr>
                <a:srgbClr val="FF7900"/>
              </a:buClr>
              <a:buSzPts val="3600"/>
              <a:buFont typeface="Arial"/>
              <a:buChar char="•"/>
              <a:defRPr b="0" i="0" sz="3600">
                <a:solidFill>
                  <a:srgbClr val="142233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indent="-457200" lvl="1" marL="914400" algn="l">
              <a:lnSpc>
                <a:spcPct val="125000"/>
              </a:lnSpc>
              <a:spcBef>
                <a:spcPts val="900"/>
              </a:spcBef>
              <a:spcAft>
                <a:spcPts val="0"/>
              </a:spcAft>
              <a:buClr>
                <a:srgbClr val="142233"/>
              </a:buClr>
              <a:buSzPts val="3600"/>
              <a:buFont typeface="Arial"/>
              <a:buChar char="–"/>
              <a:defRPr b="0" i="0" sz="3600">
                <a:solidFill>
                  <a:srgbClr val="142233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2pPr>
            <a:lvl3pPr indent="-457200" lvl="2" marL="1371600" algn="l">
              <a:lnSpc>
                <a:spcPct val="125000"/>
              </a:lnSpc>
              <a:spcBef>
                <a:spcPts val="1200"/>
              </a:spcBef>
              <a:spcAft>
                <a:spcPts val="0"/>
              </a:spcAft>
              <a:buClr>
                <a:srgbClr val="142233"/>
              </a:buClr>
              <a:buSzPts val="3600"/>
              <a:buFont typeface="Arial"/>
              <a:buChar char="•"/>
              <a:defRPr b="0" i="0" sz="3600">
                <a:solidFill>
                  <a:srgbClr val="142233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3pPr>
            <a:lvl4pPr indent="-457200" lvl="3" marL="1828800" algn="l">
              <a:lnSpc>
                <a:spcPct val="125000"/>
              </a:lnSpc>
              <a:spcBef>
                <a:spcPts val="1200"/>
              </a:spcBef>
              <a:spcAft>
                <a:spcPts val="0"/>
              </a:spcAft>
              <a:buClr>
                <a:srgbClr val="142233"/>
              </a:buClr>
              <a:buSzPts val="3600"/>
              <a:buFont typeface="Montserrat Medium"/>
              <a:buChar char="–"/>
              <a:defRPr b="0" i="0" sz="3600">
                <a:solidFill>
                  <a:srgbClr val="142233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4pPr>
            <a:lvl5pPr indent="-457200" lvl="4" marL="2286000" algn="l">
              <a:lnSpc>
                <a:spcPct val="125000"/>
              </a:lnSpc>
              <a:spcBef>
                <a:spcPts val="1200"/>
              </a:spcBef>
              <a:spcAft>
                <a:spcPts val="0"/>
              </a:spcAft>
              <a:buClr>
                <a:srgbClr val="142233"/>
              </a:buClr>
              <a:buSzPts val="3600"/>
              <a:buFont typeface="Arial"/>
              <a:buChar char="•"/>
              <a:defRPr b="0" i="0" sz="3600">
                <a:solidFill>
                  <a:srgbClr val="142233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5pPr>
            <a:lvl6pPr indent="-400050" lvl="5" marL="27432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0099"/>
              </a:buClr>
              <a:buSzPts val="2700"/>
              <a:buChar char="»"/>
              <a:defRPr sz="2100"/>
            </a:lvl6pPr>
            <a:lvl7pPr indent="-400050" lvl="6" marL="32004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0099"/>
              </a:buClr>
              <a:buSzPts val="2700"/>
              <a:buChar char="»"/>
              <a:defRPr sz="2100"/>
            </a:lvl7pPr>
            <a:lvl8pPr indent="-400050" lvl="7" marL="3657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0099"/>
              </a:buClr>
              <a:buSzPts val="2700"/>
              <a:buChar char="»"/>
              <a:defRPr sz="2100"/>
            </a:lvl8pPr>
            <a:lvl9pPr indent="-400050" lvl="8" marL="41148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0099"/>
              </a:buClr>
              <a:buSzPts val="2700"/>
              <a:buChar char="»"/>
              <a:defRPr sz="2100"/>
            </a:lvl9pPr>
          </a:lstStyle>
          <a:p/>
        </p:txBody>
      </p:sp>
      <p:sp>
        <p:nvSpPr>
          <p:cNvPr id="33" name="Google Shape;33;g3f876a7ffbd_0_748"/>
          <p:cNvSpPr txBox="1"/>
          <p:nvPr>
            <p:ph idx="11" type="ftr"/>
          </p:nvPr>
        </p:nvSpPr>
        <p:spPr>
          <a:xfrm>
            <a:off x="13684101" y="9539765"/>
            <a:ext cx="4287600" cy="54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50" lIns="137150" spcFirstLastPara="1" rIns="137150" wrap="square" tIns="6855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pic>
        <p:nvPicPr>
          <p:cNvPr descr="A picture containing text, clipart&#10;&#10;Description automatically generated" id="34" name="Google Shape;34;g3f876a7ffbd_0_74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25279" y="9576033"/>
            <a:ext cx="1207008" cy="46303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980">
          <p15:clr>
            <a:srgbClr val="FBAE40"/>
          </p15:clr>
        </p15:guide>
        <p15:guide id="2" pos="5760">
          <p15:clr>
            <a:srgbClr val="FBAE40"/>
          </p15:clr>
        </p15:guide>
        <p15:guide id="3" pos="266">
          <p15:clr>
            <a:srgbClr val="FBAE40"/>
          </p15:clr>
        </p15:guide>
        <p15:guide id="4" pos="633">
          <p15:clr>
            <a:srgbClr val="FBAE40"/>
          </p15:clr>
        </p15:guide>
        <p15:guide id="5" orient="horz" pos="1044">
          <p15:clr>
            <a:srgbClr val="FBAE40"/>
          </p15:clr>
        </p15:guide>
        <p15:guide id="6" pos="1260">
          <p15:clr>
            <a:srgbClr val="FBAE40"/>
          </p15:clr>
        </p15:guide>
      </p15:sldGuideLst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transition spd="med">
    <p:fade/>
  </p:transition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9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9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image" Target="../media/image21.png"/><Relationship Id="rId5" Type="http://schemas.openxmlformats.org/officeDocument/2006/relationships/image" Target="../media/image10.png"/><Relationship Id="rId6" Type="http://schemas.openxmlformats.org/officeDocument/2006/relationships/image" Target="../media/image8.png"/><Relationship Id="rId7" Type="http://schemas.openxmlformats.org/officeDocument/2006/relationships/image" Target="../media/image18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4.png"/><Relationship Id="rId4" Type="http://schemas.openxmlformats.org/officeDocument/2006/relationships/image" Target="../media/image7.png"/><Relationship Id="rId5" Type="http://schemas.openxmlformats.org/officeDocument/2006/relationships/image" Target="../media/image11.png"/><Relationship Id="rId6" Type="http://schemas.openxmlformats.org/officeDocument/2006/relationships/image" Target="../media/image6.png"/><Relationship Id="rId7" Type="http://schemas.openxmlformats.org/officeDocument/2006/relationships/image" Target="../media/image4.png"/><Relationship Id="rId8" Type="http://schemas.openxmlformats.org/officeDocument/2006/relationships/image" Target="../media/image13.png"/><Relationship Id="rId9" Type="http://schemas.openxmlformats.org/officeDocument/2006/relationships/image" Target="../media/image12.png"/><Relationship Id="rId10" Type="http://schemas.openxmlformats.org/officeDocument/2006/relationships/image" Target="../media/image2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4.png"/><Relationship Id="rId4" Type="http://schemas.openxmlformats.org/officeDocument/2006/relationships/image" Target="../media/image7.png"/><Relationship Id="rId5" Type="http://schemas.openxmlformats.org/officeDocument/2006/relationships/image" Target="../media/image11.png"/><Relationship Id="rId6" Type="http://schemas.openxmlformats.org/officeDocument/2006/relationships/image" Target="../media/image6.png"/><Relationship Id="rId7" Type="http://schemas.openxmlformats.org/officeDocument/2006/relationships/image" Target="../media/image4.png"/><Relationship Id="rId8" Type="http://schemas.openxmlformats.org/officeDocument/2006/relationships/image" Target="../media/image13.png"/><Relationship Id="rId9" Type="http://schemas.openxmlformats.org/officeDocument/2006/relationships/image" Target="../media/image12.png"/><Relationship Id="rId10" Type="http://schemas.openxmlformats.org/officeDocument/2006/relationships/image" Target="../media/image2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4.png"/><Relationship Id="rId4" Type="http://schemas.openxmlformats.org/officeDocument/2006/relationships/image" Target="../media/image7.png"/><Relationship Id="rId5" Type="http://schemas.openxmlformats.org/officeDocument/2006/relationships/image" Target="../media/image11.png"/><Relationship Id="rId6" Type="http://schemas.openxmlformats.org/officeDocument/2006/relationships/image" Target="../media/image6.png"/><Relationship Id="rId7" Type="http://schemas.openxmlformats.org/officeDocument/2006/relationships/image" Target="../media/image4.png"/><Relationship Id="rId8" Type="http://schemas.openxmlformats.org/officeDocument/2006/relationships/image" Target="../media/image13.png"/><Relationship Id="rId9" Type="http://schemas.openxmlformats.org/officeDocument/2006/relationships/image" Target="../media/image12.png"/><Relationship Id="rId10" Type="http://schemas.openxmlformats.org/officeDocument/2006/relationships/image" Target="../media/image2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2.png"/><Relationship Id="rId4" Type="http://schemas.openxmlformats.org/officeDocument/2006/relationships/image" Target="../media/image14.png"/><Relationship Id="rId5" Type="http://schemas.openxmlformats.org/officeDocument/2006/relationships/image" Target="../media/image30.png"/><Relationship Id="rId6" Type="http://schemas.openxmlformats.org/officeDocument/2006/relationships/image" Target="../media/image2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4.png"/><Relationship Id="rId4" Type="http://schemas.openxmlformats.org/officeDocument/2006/relationships/image" Target="../media/image26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28.jpg"/><Relationship Id="rId4" Type="http://schemas.openxmlformats.org/officeDocument/2006/relationships/image" Target="../media/image2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26.jpg"/><Relationship Id="rId4" Type="http://schemas.openxmlformats.org/officeDocument/2006/relationships/image" Target="../media/image25.png"/><Relationship Id="rId5" Type="http://schemas.openxmlformats.org/officeDocument/2006/relationships/image" Target="../media/image2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26.jpg"/><Relationship Id="rId4" Type="http://schemas.openxmlformats.org/officeDocument/2006/relationships/image" Target="../media/image25.png"/><Relationship Id="rId5" Type="http://schemas.openxmlformats.org/officeDocument/2006/relationships/image" Target="../media/image2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26.jpg"/><Relationship Id="rId4" Type="http://schemas.openxmlformats.org/officeDocument/2006/relationships/image" Target="../media/image25.png"/><Relationship Id="rId5" Type="http://schemas.openxmlformats.org/officeDocument/2006/relationships/image" Target="../media/image2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26.jpg"/><Relationship Id="rId4" Type="http://schemas.openxmlformats.org/officeDocument/2006/relationships/image" Target="../media/image25.png"/><Relationship Id="rId5" Type="http://schemas.openxmlformats.org/officeDocument/2006/relationships/image" Target="../media/image2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26.jpg"/><Relationship Id="rId4" Type="http://schemas.openxmlformats.org/officeDocument/2006/relationships/image" Target="../media/image25.png"/><Relationship Id="rId5" Type="http://schemas.openxmlformats.org/officeDocument/2006/relationships/image" Target="../media/image24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28.jpg"/><Relationship Id="rId4" Type="http://schemas.openxmlformats.org/officeDocument/2006/relationships/image" Target="../media/image24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28.jpg"/><Relationship Id="rId4" Type="http://schemas.openxmlformats.org/officeDocument/2006/relationships/image" Target="../media/image39.png"/><Relationship Id="rId5" Type="http://schemas.openxmlformats.org/officeDocument/2006/relationships/image" Target="../media/image24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28.jpg"/><Relationship Id="rId4" Type="http://schemas.openxmlformats.org/officeDocument/2006/relationships/image" Target="../media/image39.png"/><Relationship Id="rId5" Type="http://schemas.openxmlformats.org/officeDocument/2006/relationships/image" Target="../media/image24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28.jpg"/><Relationship Id="rId4" Type="http://schemas.openxmlformats.org/officeDocument/2006/relationships/image" Target="../media/image39.png"/><Relationship Id="rId5" Type="http://schemas.openxmlformats.org/officeDocument/2006/relationships/image" Target="../media/image24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32.png"/><Relationship Id="rId4" Type="http://schemas.openxmlformats.org/officeDocument/2006/relationships/image" Target="../media/image14.png"/><Relationship Id="rId5" Type="http://schemas.openxmlformats.org/officeDocument/2006/relationships/image" Target="../media/image30.png"/><Relationship Id="rId6" Type="http://schemas.openxmlformats.org/officeDocument/2006/relationships/image" Target="../media/image24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32.png"/><Relationship Id="rId4" Type="http://schemas.openxmlformats.org/officeDocument/2006/relationships/image" Target="../media/image11.png"/><Relationship Id="rId5" Type="http://schemas.openxmlformats.org/officeDocument/2006/relationships/image" Target="../media/image30.png"/><Relationship Id="rId6" Type="http://schemas.openxmlformats.org/officeDocument/2006/relationships/image" Target="../media/image2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24.png"/><Relationship Id="rId4" Type="http://schemas.openxmlformats.org/officeDocument/2006/relationships/image" Target="../media/image34.png"/><Relationship Id="rId5" Type="http://schemas.openxmlformats.org/officeDocument/2006/relationships/image" Target="../media/image33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32.png"/><Relationship Id="rId4" Type="http://schemas.openxmlformats.org/officeDocument/2006/relationships/image" Target="../media/image11.png"/><Relationship Id="rId5" Type="http://schemas.openxmlformats.org/officeDocument/2006/relationships/image" Target="../media/image30.png"/><Relationship Id="rId6" Type="http://schemas.openxmlformats.org/officeDocument/2006/relationships/image" Target="../media/image24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24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24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24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34.png"/><Relationship Id="rId4" Type="http://schemas.openxmlformats.org/officeDocument/2006/relationships/image" Target="../media/image33.png"/><Relationship Id="rId5" Type="http://schemas.openxmlformats.org/officeDocument/2006/relationships/image" Target="../media/image24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24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3" Type="http://schemas.openxmlformats.org/officeDocument/2006/relationships/image" Target="../media/image40.png"/><Relationship Id="rId4" Type="http://schemas.openxmlformats.org/officeDocument/2006/relationships/image" Target="../media/image24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3" Type="http://schemas.openxmlformats.org/officeDocument/2006/relationships/image" Target="../media/image24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5.xml"/><Relationship Id="rId3" Type="http://schemas.openxmlformats.org/officeDocument/2006/relationships/image" Target="../media/image32.png"/><Relationship Id="rId4" Type="http://schemas.openxmlformats.org/officeDocument/2006/relationships/image" Target="../media/image11.png"/><Relationship Id="rId5" Type="http://schemas.openxmlformats.org/officeDocument/2006/relationships/image" Target="../media/image30.png"/><Relationship Id="rId6" Type="http://schemas.openxmlformats.org/officeDocument/2006/relationships/image" Target="../media/image24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6.xml"/><Relationship Id="rId3" Type="http://schemas.openxmlformats.org/officeDocument/2006/relationships/image" Target="../media/image32.png"/><Relationship Id="rId4" Type="http://schemas.openxmlformats.org/officeDocument/2006/relationships/image" Target="../media/image6.png"/><Relationship Id="rId5" Type="http://schemas.openxmlformats.org/officeDocument/2006/relationships/image" Target="../media/image30.png"/><Relationship Id="rId6" Type="http://schemas.openxmlformats.org/officeDocument/2006/relationships/image" Target="../media/image24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32.png"/><Relationship Id="rId4" Type="http://schemas.openxmlformats.org/officeDocument/2006/relationships/image" Target="../media/image6.png"/><Relationship Id="rId5" Type="http://schemas.openxmlformats.org/officeDocument/2006/relationships/image" Target="../media/image30.png"/><Relationship Id="rId6" Type="http://schemas.openxmlformats.org/officeDocument/2006/relationships/image" Target="../media/image24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24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3" Type="http://schemas.openxmlformats.org/officeDocument/2006/relationships/image" Target="../media/image24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1.xml"/><Relationship Id="rId3" Type="http://schemas.openxmlformats.org/officeDocument/2006/relationships/image" Target="../media/image32.png"/><Relationship Id="rId4" Type="http://schemas.openxmlformats.org/officeDocument/2006/relationships/image" Target="../media/image6.png"/><Relationship Id="rId5" Type="http://schemas.openxmlformats.org/officeDocument/2006/relationships/image" Target="../media/image30.png"/><Relationship Id="rId6" Type="http://schemas.openxmlformats.org/officeDocument/2006/relationships/image" Target="../media/image24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2.xml"/><Relationship Id="rId3" Type="http://schemas.openxmlformats.org/officeDocument/2006/relationships/image" Target="../media/image32.png"/><Relationship Id="rId4" Type="http://schemas.openxmlformats.org/officeDocument/2006/relationships/image" Target="../media/image14.png"/><Relationship Id="rId5" Type="http://schemas.openxmlformats.org/officeDocument/2006/relationships/image" Target="../media/image11.png"/><Relationship Id="rId6" Type="http://schemas.openxmlformats.org/officeDocument/2006/relationships/image" Target="../media/image6.png"/><Relationship Id="rId7" Type="http://schemas.openxmlformats.org/officeDocument/2006/relationships/image" Target="../media/image12.png"/><Relationship Id="rId8" Type="http://schemas.openxmlformats.org/officeDocument/2006/relationships/image" Target="../media/image24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3.xml"/><Relationship Id="rId3" Type="http://schemas.openxmlformats.org/officeDocument/2006/relationships/image" Target="../media/image32.png"/><Relationship Id="rId4" Type="http://schemas.openxmlformats.org/officeDocument/2006/relationships/image" Target="../media/image4.png"/><Relationship Id="rId5" Type="http://schemas.openxmlformats.org/officeDocument/2006/relationships/image" Target="../media/image30.png"/><Relationship Id="rId6" Type="http://schemas.openxmlformats.org/officeDocument/2006/relationships/image" Target="../media/image24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4.xml"/><Relationship Id="rId3" Type="http://schemas.openxmlformats.org/officeDocument/2006/relationships/image" Target="../media/image47.png"/><Relationship Id="rId4" Type="http://schemas.openxmlformats.org/officeDocument/2006/relationships/image" Target="../media/image24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5.xml"/><Relationship Id="rId3" Type="http://schemas.openxmlformats.org/officeDocument/2006/relationships/image" Target="../media/image32.png"/><Relationship Id="rId4" Type="http://schemas.openxmlformats.org/officeDocument/2006/relationships/image" Target="../media/image4.png"/><Relationship Id="rId5" Type="http://schemas.openxmlformats.org/officeDocument/2006/relationships/image" Target="../media/image30.png"/><Relationship Id="rId6" Type="http://schemas.openxmlformats.org/officeDocument/2006/relationships/image" Target="../media/image24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6.xml"/><Relationship Id="rId3" Type="http://schemas.openxmlformats.org/officeDocument/2006/relationships/image" Target="../media/image32.png"/><Relationship Id="rId4" Type="http://schemas.openxmlformats.org/officeDocument/2006/relationships/image" Target="../media/image13.png"/><Relationship Id="rId5" Type="http://schemas.openxmlformats.org/officeDocument/2006/relationships/image" Target="../media/image30.png"/><Relationship Id="rId6" Type="http://schemas.openxmlformats.org/officeDocument/2006/relationships/image" Target="../media/image24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3" Type="http://schemas.openxmlformats.org/officeDocument/2006/relationships/image" Target="../media/image51.jp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8.xml"/><Relationship Id="rId3" Type="http://schemas.openxmlformats.org/officeDocument/2006/relationships/image" Target="../media/image24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9.xml"/><Relationship Id="rId3" Type="http://schemas.openxmlformats.org/officeDocument/2006/relationships/image" Target="../media/image24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0.xml"/><Relationship Id="rId3" Type="http://schemas.openxmlformats.org/officeDocument/2006/relationships/image" Target="../media/image24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2.xml"/><Relationship Id="rId3" Type="http://schemas.openxmlformats.org/officeDocument/2006/relationships/image" Target="../media/image32.png"/><Relationship Id="rId4" Type="http://schemas.openxmlformats.org/officeDocument/2006/relationships/image" Target="../media/image13.png"/><Relationship Id="rId5" Type="http://schemas.openxmlformats.org/officeDocument/2006/relationships/image" Target="../media/image30.png"/><Relationship Id="rId6" Type="http://schemas.openxmlformats.org/officeDocument/2006/relationships/image" Target="../media/image24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3.xml"/><Relationship Id="rId3" Type="http://schemas.openxmlformats.org/officeDocument/2006/relationships/image" Target="../media/image54.png"/><Relationship Id="rId4" Type="http://schemas.openxmlformats.org/officeDocument/2006/relationships/image" Target="../media/image56.jp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4.xml"/><Relationship Id="rId3" Type="http://schemas.openxmlformats.org/officeDocument/2006/relationships/image" Target="../media/image24.png"/><Relationship Id="rId4" Type="http://schemas.openxmlformats.org/officeDocument/2006/relationships/image" Target="../media/image32.png"/><Relationship Id="rId5" Type="http://schemas.openxmlformats.org/officeDocument/2006/relationships/image" Target="../media/image13.png"/><Relationship Id="rId6" Type="http://schemas.openxmlformats.org/officeDocument/2006/relationships/image" Target="../media/image30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5.xml"/><Relationship Id="rId3" Type="http://schemas.openxmlformats.org/officeDocument/2006/relationships/image" Target="../media/image24.png"/><Relationship Id="rId4" Type="http://schemas.openxmlformats.org/officeDocument/2006/relationships/image" Target="../media/image32.png"/><Relationship Id="rId5" Type="http://schemas.openxmlformats.org/officeDocument/2006/relationships/image" Target="../media/image7.png"/><Relationship Id="rId6" Type="http://schemas.openxmlformats.org/officeDocument/2006/relationships/image" Target="../media/image30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3" Type="http://schemas.openxmlformats.org/officeDocument/2006/relationships/image" Target="../media/image61.jp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7.xml"/><Relationship Id="rId3" Type="http://schemas.openxmlformats.org/officeDocument/2006/relationships/image" Target="../media/image67.png"/><Relationship Id="rId4" Type="http://schemas.openxmlformats.org/officeDocument/2006/relationships/image" Target="../media/image24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8.xml"/><Relationship Id="rId3" Type="http://schemas.openxmlformats.org/officeDocument/2006/relationships/image" Target="../media/image24.png"/><Relationship Id="rId4" Type="http://schemas.openxmlformats.org/officeDocument/2006/relationships/image" Target="../media/image32.png"/><Relationship Id="rId5" Type="http://schemas.openxmlformats.org/officeDocument/2006/relationships/image" Target="../media/image7.png"/><Relationship Id="rId6" Type="http://schemas.openxmlformats.org/officeDocument/2006/relationships/image" Target="../media/image30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9.xml"/><Relationship Id="rId3" Type="http://schemas.openxmlformats.org/officeDocument/2006/relationships/image" Target="../media/image14.png"/><Relationship Id="rId4" Type="http://schemas.openxmlformats.org/officeDocument/2006/relationships/image" Target="../media/image7.png"/><Relationship Id="rId5" Type="http://schemas.openxmlformats.org/officeDocument/2006/relationships/image" Target="../media/image11.png"/><Relationship Id="rId6" Type="http://schemas.openxmlformats.org/officeDocument/2006/relationships/image" Target="../media/image6.png"/><Relationship Id="rId7" Type="http://schemas.openxmlformats.org/officeDocument/2006/relationships/image" Target="../media/image4.png"/><Relationship Id="rId8" Type="http://schemas.openxmlformats.org/officeDocument/2006/relationships/image" Target="../media/image13.png"/><Relationship Id="rId9" Type="http://schemas.openxmlformats.org/officeDocument/2006/relationships/image" Target="../media/image12.png"/><Relationship Id="rId10" Type="http://schemas.openxmlformats.org/officeDocument/2006/relationships/image" Target="../media/image24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3" Type="http://schemas.openxmlformats.org/officeDocument/2006/relationships/image" Target="../media/image9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1.xml"/><Relationship Id="rId3" Type="http://schemas.openxmlformats.org/officeDocument/2006/relationships/image" Target="../media/image24.png"/><Relationship Id="rId4" Type="http://schemas.openxmlformats.org/officeDocument/2006/relationships/image" Target="../media/image14.png"/><Relationship Id="rId5" Type="http://schemas.openxmlformats.org/officeDocument/2006/relationships/image" Target="../media/image7.png"/><Relationship Id="rId6" Type="http://schemas.openxmlformats.org/officeDocument/2006/relationships/image" Target="../media/image11.png"/><Relationship Id="rId7" Type="http://schemas.openxmlformats.org/officeDocument/2006/relationships/image" Target="../media/image6.png"/><Relationship Id="rId8" Type="http://schemas.openxmlformats.org/officeDocument/2006/relationships/image" Target="../media/image4.png"/><Relationship Id="rId9" Type="http://schemas.openxmlformats.org/officeDocument/2006/relationships/image" Target="../media/image13.png"/><Relationship Id="rId10" Type="http://schemas.openxmlformats.org/officeDocument/2006/relationships/image" Target="../media/image12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3" Type="http://schemas.openxmlformats.org/officeDocument/2006/relationships/image" Target="../media/image74.jp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3" Type="http://schemas.openxmlformats.org/officeDocument/2006/relationships/image" Target="../media/image62.jp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3" Type="http://schemas.openxmlformats.org/officeDocument/2006/relationships/image" Target="../media/image62.jpg"/><Relationship Id="rId4" Type="http://schemas.openxmlformats.org/officeDocument/2006/relationships/image" Target="../media/image66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3" Type="http://schemas.openxmlformats.org/officeDocument/2006/relationships/image" Target="../media/image9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3" Type="http://schemas.openxmlformats.org/officeDocument/2006/relationships/image" Target="../media/image9.pn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3" Type="http://schemas.openxmlformats.org/officeDocument/2006/relationships/image" Target="../media/image71.png"/><Relationship Id="rId4" Type="http://schemas.openxmlformats.org/officeDocument/2006/relationships/image" Target="../media/image78.png"/><Relationship Id="rId5" Type="http://schemas.openxmlformats.org/officeDocument/2006/relationships/image" Target="../media/image77.png"/><Relationship Id="rId6" Type="http://schemas.openxmlformats.org/officeDocument/2006/relationships/image" Target="../media/image64.png"/><Relationship Id="rId7" Type="http://schemas.openxmlformats.org/officeDocument/2006/relationships/image" Target="../media/image69.png"/><Relationship Id="rId8" Type="http://schemas.openxmlformats.org/officeDocument/2006/relationships/image" Target="../media/image79.jpg"/><Relationship Id="rId9" Type="http://schemas.openxmlformats.org/officeDocument/2006/relationships/image" Target="../media/image68.png"/><Relationship Id="rId10" Type="http://schemas.openxmlformats.org/officeDocument/2006/relationships/image" Target="../media/image63.png"/><Relationship Id="rId11" Type="http://schemas.openxmlformats.org/officeDocument/2006/relationships/image" Target="../media/image65.png"/><Relationship Id="rId12" Type="http://schemas.openxmlformats.org/officeDocument/2006/relationships/image" Target="../media/image73.png"/><Relationship Id="rId13" Type="http://schemas.openxmlformats.org/officeDocument/2006/relationships/image" Target="../media/image75.png"/><Relationship Id="rId14" Type="http://schemas.openxmlformats.org/officeDocument/2006/relationships/image" Target="../media/image70.png"/><Relationship Id="rId15" Type="http://schemas.openxmlformats.org/officeDocument/2006/relationships/image" Target="../media/image76.png"/><Relationship Id="rId16" Type="http://schemas.openxmlformats.org/officeDocument/2006/relationships/image" Target="../media/image72.png"/><Relationship Id="rId17" Type="http://schemas.openxmlformats.org/officeDocument/2006/relationships/image" Target="../media/image24.pn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3" Type="http://schemas.openxmlformats.org/officeDocument/2006/relationships/comments" Target="../comments/comment1.xml"/><Relationship Id="rId4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1"/>
          <p:cNvSpPr/>
          <p:nvPr/>
        </p:nvSpPr>
        <p:spPr>
          <a:xfrm>
            <a:off x="0" y="0"/>
            <a:ext cx="18287959" cy="10286977"/>
          </a:xfrm>
          <a:prstGeom prst="rect">
            <a:avLst/>
          </a:prstGeom>
          <a:gradFill>
            <a:gsLst>
              <a:gs pos="0">
                <a:srgbClr val="3A4759"/>
              </a:gs>
              <a:gs pos="48000">
                <a:srgbClr val="1F2C3F"/>
              </a:gs>
              <a:gs pos="100000">
                <a:srgbClr val="101B2B"/>
              </a:gs>
            </a:gsLst>
            <a:lin ang="81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41" name="Google Shape;41;p1"/>
          <p:cNvSpPr/>
          <p:nvPr/>
        </p:nvSpPr>
        <p:spPr>
          <a:xfrm>
            <a:off x="952453" y="9654885"/>
            <a:ext cx="2288780" cy="25113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A94A2"/>
              </a:buClr>
              <a:buSzPts val="1530"/>
              <a:buFont typeface="League Spartan"/>
              <a:buNone/>
            </a:pPr>
            <a:r>
              <a:rPr b="1" lang="en-US" sz="1530">
                <a:solidFill>
                  <a:srgbClr val="8A94A2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eosnorthtexas.com</a:t>
            </a:r>
            <a:endParaRPr sz="1530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42" name="Google Shape;42;p1"/>
          <p:cNvSpPr/>
          <p:nvPr/>
        </p:nvSpPr>
        <p:spPr>
          <a:xfrm>
            <a:off x="15076208" y="9654885"/>
            <a:ext cx="2485228" cy="25113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A94A2"/>
              </a:buClr>
              <a:buSzPts val="1530"/>
              <a:buFont typeface="League Spartan"/>
              <a:buNone/>
            </a:pPr>
            <a:r>
              <a:rPr b="1" lang="en-US" sz="1530">
                <a:solidFill>
                  <a:srgbClr val="8A94A2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#WeRunOnEOS2026</a:t>
            </a:r>
            <a:endParaRPr sz="1530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pic>
        <p:nvPicPr>
          <p:cNvPr descr="preencoded.png" id="43" name="Google Shape;43;p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47691" y="3215419"/>
            <a:ext cx="4095729" cy="3856071"/>
          </a:xfrm>
          <a:prstGeom prst="rect">
            <a:avLst/>
          </a:prstGeom>
          <a:noFill/>
          <a:ln>
            <a:noFill/>
          </a:ln>
        </p:spPr>
      </p:pic>
      <p:sp>
        <p:nvSpPr>
          <p:cNvPr id="44" name="Google Shape;44;p1"/>
          <p:cNvSpPr/>
          <p:nvPr/>
        </p:nvSpPr>
        <p:spPr>
          <a:xfrm>
            <a:off x="3209849" y="3300944"/>
            <a:ext cx="1898200" cy="890219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86768"/>
              </a:lnSpc>
              <a:spcBef>
                <a:spcPts val="0"/>
              </a:spcBef>
              <a:spcAft>
                <a:spcPts val="0"/>
              </a:spcAft>
              <a:buClr>
                <a:srgbClr val="FF7900"/>
              </a:buClr>
              <a:buSzPts val="6000"/>
              <a:buFont typeface="League Spartan"/>
              <a:buNone/>
            </a:pPr>
            <a:r>
              <a:rPr b="1" lang="en-US" sz="6000">
                <a:solidFill>
                  <a:srgbClr val="FF79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2026</a:t>
            </a:r>
            <a:endParaRPr sz="6000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45" name="Google Shape;45;p1"/>
          <p:cNvSpPr/>
          <p:nvPr/>
        </p:nvSpPr>
        <p:spPr>
          <a:xfrm>
            <a:off x="6191112" y="3260321"/>
            <a:ext cx="11315674" cy="338081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7900"/>
              </a:buClr>
              <a:buSzPts val="2025"/>
              <a:buFont typeface="League Spartan"/>
              <a:buNone/>
            </a:pPr>
            <a:r>
              <a:rPr b="1" lang="en-US" sz="2025">
                <a:solidFill>
                  <a:srgbClr val="FF79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FIFTH ANNUAL · SEPTEMBER 14, 2026 · THE STATLER DALLAS</a:t>
            </a:r>
            <a:endParaRPr sz="2025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46" name="Google Shape;46;p1"/>
          <p:cNvSpPr/>
          <p:nvPr/>
        </p:nvSpPr>
        <p:spPr>
          <a:xfrm>
            <a:off x="6191100" y="3598400"/>
            <a:ext cx="10595700" cy="24840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81188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600"/>
              <a:buFont typeface="League Spartan"/>
              <a:buNone/>
            </a:pPr>
            <a:r>
              <a:rPr b="1" lang="en-US" sz="6600">
                <a:solidFill>
                  <a:srgbClr val="FFFFFF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Six Keys to Getting What You Want from your Entrepreneurial Company</a:t>
            </a:r>
            <a:endParaRPr b="1" sz="6600">
              <a:solidFill>
                <a:srgbClr val="FFFFFF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47" name="Google Shape;47;p1"/>
          <p:cNvSpPr/>
          <p:nvPr/>
        </p:nvSpPr>
        <p:spPr>
          <a:xfrm>
            <a:off x="6191087" y="6253853"/>
            <a:ext cx="113157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9D0D9"/>
              </a:buClr>
              <a:buSzPts val="2677"/>
              <a:buFont typeface="League Spartan"/>
              <a:buNone/>
            </a:pPr>
            <a:r>
              <a:rPr lang="en-US" sz="2678">
                <a:solidFill>
                  <a:srgbClr val="C9D0D9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Ann Sheu</a:t>
            </a:r>
            <a:r>
              <a:rPr lang="en-US" sz="2678">
                <a:solidFill>
                  <a:srgbClr val="C9D0D9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, </a:t>
            </a:r>
            <a:r>
              <a:rPr lang="en-US" sz="2678">
                <a:solidFill>
                  <a:srgbClr val="C9D0D9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Certified EOS Implementer®</a:t>
            </a:r>
            <a:endParaRPr sz="2678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48" name="Google Shape;48;p1"/>
          <p:cNvSpPr/>
          <p:nvPr/>
        </p:nvSpPr>
        <p:spPr>
          <a:xfrm>
            <a:off x="6191112" y="6657047"/>
            <a:ext cx="11315674" cy="407642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7900"/>
              </a:buClr>
              <a:buSzPts val="2550"/>
              <a:buFont typeface="League Spartan"/>
              <a:buNone/>
            </a:pPr>
            <a:r>
              <a:rPr b="1" lang="en-US" sz="2550">
                <a:solidFill>
                  <a:srgbClr val="FF79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ann.sheu@EOSWorldwide.com</a:t>
            </a:r>
            <a:endParaRPr b="1" sz="2550">
              <a:solidFill>
                <a:srgbClr val="FF7900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2"/>
          <p:cNvSpPr/>
          <p:nvPr/>
        </p:nvSpPr>
        <p:spPr>
          <a:xfrm>
            <a:off x="952453" y="838194"/>
            <a:ext cx="1047691" cy="133347"/>
          </a:xfrm>
          <a:prstGeom prst="roundRect">
            <a:avLst>
              <a:gd fmla="val 50000" name="adj"/>
            </a:avLst>
          </a:prstGeom>
          <a:gradFill>
            <a:gsLst>
              <a:gs pos="0">
                <a:srgbClr val="F04E23"/>
              </a:gs>
              <a:gs pos="100000">
                <a:srgbClr val="FF7900"/>
              </a:gs>
            </a:gsLst>
            <a:lin ang="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55" name="Google Shape;55;p2"/>
          <p:cNvSpPr/>
          <p:nvPr/>
        </p:nvSpPr>
        <p:spPr>
          <a:xfrm>
            <a:off x="952453" y="1219147"/>
            <a:ext cx="18021359" cy="742403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42233"/>
              </a:buClr>
              <a:buSzPts val="4800"/>
              <a:buFont typeface="League Spartan"/>
              <a:buNone/>
            </a:pPr>
            <a:r>
              <a:rPr b="1" lang="en-US" sz="4800">
                <a:solidFill>
                  <a:srgbClr val="142233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Session Agenda</a:t>
            </a:r>
            <a:endParaRPr sz="4800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56" name="Google Shape;56;p2"/>
          <p:cNvSpPr/>
          <p:nvPr/>
        </p:nvSpPr>
        <p:spPr>
          <a:xfrm>
            <a:off x="952451" y="3487425"/>
            <a:ext cx="8520600" cy="17400"/>
          </a:xfrm>
          <a:prstGeom prst="rect">
            <a:avLst/>
          </a:prstGeom>
          <a:solidFill>
            <a:srgbClr val="E5E8EB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grpSp>
        <p:nvGrpSpPr>
          <p:cNvPr id="57" name="Google Shape;57;p2"/>
          <p:cNvGrpSpPr/>
          <p:nvPr/>
        </p:nvGrpSpPr>
        <p:grpSpPr>
          <a:xfrm>
            <a:off x="952453" y="2723467"/>
            <a:ext cx="6629276" cy="516330"/>
            <a:chOff x="952453" y="2723467"/>
            <a:chExt cx="6629276" cy="516330"/>
          </a:xfrm>
        </p:grpSpPr>
        <p:sp>
          <p:nvSpPr>
            <p:cNvPr id="58" name="Google Shape;58;p2"/>
            <p:cNvSpPr/>
            <p:nvPr/>
          </p:nvSpPr>
          <p:spPr>
            <a:xfrm>
              <a:off x="952453" y="2723467"/>
              <a:ext cx="838176" cy="51633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25400" lIns="25400" spcFirstLastPara="1" rIns="25400" wrap="square" tIns="25400">
              <a:normAutofit/>
            </a:bodyPr>
            <a:lstStyle/>
            <a:p>
              <a:pPr indent="0" lvl="0" marL="0" marR="0" rtl="0"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7900"/>
                </a:buClr>
                <a:buSzPts val="3300"/>
                <a:buFont typeface="League Spartan"/>
                <a:buNone/>
              </a:pPr>
              <a:r>
                <a:rPr b="1" lang="en-US" sz="3300">
                  <a:solidFill>
                    <a:srgbClr val="FF7900"/>
                  </a:solidFill>
                  <a:latin typeface="League Spartan"/>
                  <a:ea typeface="League Spartan"/>
                  <a:cs typeface="League Spartan"/>
                  <a:sym typeface="League Spartan"/>
                </a:rPr>
                <a:t>01</a:t>
              </a:r>
              <a:endParaRPr sz="3300">
                <a:solidFill>
                  <a:schemeClr val="dk1"/>
                </a:solidFill>
                <a:latin typeface="League Spartan"/>
                <a:ea typeface="League Spartan"/>
                <a:cs typeface="League Spartan"/>
                <a:sym typeface="League Spartan"/>
              </a:endParaRPr>
            </a:p>
          </p:txBody>
        </p:sp>
        <p:sp>
          <p:nvSpPr>
            <p:cNvPr id="59" name="Google Shape;59;p2"/>
            <p:cNvSpPr/>
            <p:nvPr/>
          </p:nvSpPr>
          <p:spPr>
            <a:xfrm>
              <a:off x="2133491" y="2775638"/>
              <a:ext cx="5448238" cy="45546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25400" lIns="25400" spcFirstLastPara="1" rIns="25400" wrap="square" tIns="25400">
              <a:normAutofit/>
            </a:bodyPr>
            <a:lstStyle/>
            <a:p>
              <a:pPr indent="0" lvl="0" marL="0" marR="0" rtl="0"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142233"/>
                </a:buClr>
                <a:buSzPts val="2850"/>
                <a:buFont typeface="League Spartan"/>
                <a:buNone/>
              </a:pPr>
              <a:r>
                <a:rPr b="1" lang="en-US" sz="2850">
                  <a:solidFill>
                    <a:srgbClr val="142233"/>
                  </a:solidFill>
                  <a:latin typeface="League Spartan"/>
                  <a:ea typeface="League Spartan"/>
                  <a:cs typeface="League Spartan"/>
                  <a:sym typeface="League Spartan"/>
                </a:rPr>
                <a:t>Get REAL</a:t>
              </a:r>
              <a:endParaRPr sz="2850">
                <a:solidFill>
                  <a:schemeClr val="dk1"/>
                </a:solidFill>
                <a:latin typeface="League Spartan"/>
                <a:ea typeface="League Spartan"/>
                <a:cs typeface="League Spartan"/>
                <a:sym typeface="League Spartan"/>
              </a:endParaRPr>
            </a:p>
          </p:txBody>
        </p:sp>
      </p:grpSp>
      <p:sp>
        <p:nvSpPr>
          <p:cNvPr id="60" name="Google Shape;60;p2"/>
          <p:cNvSpPr/>
          <p:nvPr/>
        </p:nvSpPr>
        <p:spPr>
          <a:xfrm>
            <a:off x="952451" y="4554470"/>
            <a:ext cx="8520600" cy="17400"/>
          </a:xfrm>
          <a:prstGeom prst="rect">
            <a:avLst/>
          </a:prstGeom>
          <a:solidFill>
            <a:srgbClr val="E5E8EB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grpSp>
        <p:nvGrpSpPr>
          <p:cNvPr id="61" name="Google Shape;61;p2"/>
          <p:cNvGrpSpPr/>
          <p:nvPr/>
        </p:nvGrpSpPr>
        <p:grpSpPr>
          <a:xfrm>
            <a:off x="952453" y="3790518"/>
            <a:ext cx="6629276" cy="516330"/>
            <a:chOff x="952453" y="3790518"/>
            <a:chExt cx="6629276" cy="516330"/>
          </a:xfrm>
        </p:grpSpPr>
        <p:sp>
          <p:nvSpPr>
            <p:cNvPr id="62" name="Google Shape;62;p2"/>
            <p:cNvSpPr/>
            <p:nvPr/>
          </p:nvSpPr>
          <p:spPr>
            <a:xfrm>
              <a:off x="952453" y="3790518"/>
              <a:ext cx="838176" cy="51633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25400" lIns="25400" spcFirstLastPara="1" rIns="25400" wrap="square" tIns="25400">
              <a:normAutofit/>
            </a:bodyPr>
            <a:lstStyle/>
            <a:p>
              <a:pPr indent="0" lvl="0" marL="0" marR="0" rtl="0"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7900"/>
                </a:buClr>
                <a:buSzPts val="3300"/>
                <a:buFont typeface="League Spartan"/>
                <a:buNone/>
              </a:pPr>
              <a:r>
                <a:rPr b="1" lang="en-US" sz="3300">
                  <a:solidFill>
                    <a:srgbClr val="FF7900"/>
                  </a:solidFill>
                  <a:latin typeface="League Spartan"/>
                  <a:ea typeface="League Spartan"/>
                  <a:cs typeface="League Spartan"/>
                  <a:sym typeface="League Spartan"/>
                </a:rPr>
                <a:t>02</a:t>
              </a:r>
              <a:endParaRPr sz="3300">
                <a:solidFill>
                  <a:schemeClr val="dk1"/>
                </a:solidFill>
                <a:latin typeface="League Spartan"/>
                <a:ea typeface="League Spartan"/>
                <a:cs typeface="League Spartan"/>
                <a:sym typeface="League Spartan"/>
              </a:endParaRPr>
            </a:p>
          </p:txBody>
        </p:sp>
        <p:sp>
          <p:nvSpPr>
            <p:cNvPr id="63" name="Google Shape;63;p2"/>
            <p:cNvSpPr/>
            <p:nvPr/>
          </p:nvSpPr>
          <p:spPr>
            <a:xfrm>
              <a:off x="2133491" y="3842689"/>
              <a:ext cx="5448238" cy="45546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25400" lIns="25400" spcFirstLastPara="1" rIns="25400" wrap="square" tIns="25400">
              <a:normAutofit/>
            </a:bodyPr>
            <a:lstStyle/>
            <a:p>
              <a:pPr indent="0" lvl="0" marL="0" marR="0" rtl="0"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142233"/>
                </a:buClr>
                <a:buSzPts val="2850"/>
                <a:buFont typeface="League Spartan"/>
                <a:buNone/>
              </a:pPr>
              <a:r>
                <a:rPr b="1" lang="en-US" sz="2850">
                  <a:solidFill>
                    <a:srgbClr val="142233"/>
                  </a:solidFill>
                  <a:latin typeface="League Spartan"/>
                  <a:ea typeface="League Spartan"/>
                  <a:cs typeface="League Spartan"/>
                  <a:sym typeface="League Spartan"/>
                </a:rPr>
                <a:t>Keep it SIMPLE</a:t>
              </a:r>
              <a:endParaRPr sz="2850">
                <a:solidFill>
                  <a:schemeClr val="dk1"/>
                </a:solidFill>
                <a:latin typeface="League Spartan"/>
                <a:ea typeface="League Spartan"/>
                <a:cs typeface="League Spartan"/>
                <a:sym typeface="League Spartan"/>
              </a:endParaRPr>
            </a:p>
          </p:txBody>
        </p:sp>
      </p:grpSp>
      <p:sp>
        <p:nvSpPr>
          <p:cNvPr id="64" name="Google Shape;64;p2"/>
          <p:cNvSpPr/>
          <p:nvPr/>
        </p:nvSpPr>
        <p:spPr>
          <a:xfrm>
            <a:off x="952451" y="5621515"/>
            <a:ext cx="8520600" cy="17400"/>
          </a:xfrm>
          <a:prstGeom prst="rect">
            <a:avLst/>
          </a:prstGeom>
          <a:solidFill>
            <a:srgbClr val="E5E8EB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grpSp>
        <p:nvGrpSpPr>
          <p:cNvPr id="65" name="Google Shape;65;p2"/>
          <p:cNvGrpSpPr/>
          <p:nvPr/>
        </p:nvGrpSpPr>
        <p:grpSpPr>
          <a:xfrm>
            <a:off x="952453" y="4857569"/>
            <a:ext cx="6629276" cy="516330"/>
            <a:chOff x="952453" y="4857569"/>
            <a:chExt cx="6629276" cy="516330"/>
          </a:xfrm>
        </p:grpSpPr>
        <p:sp>
          <p:nvSpPr>
            <p:cNvPr id="66" name="Google Shape;66;p2"/>
            <p:cNvSpPr/>
            <p:nvPr/>
          </p:nvSpPr>
          <p:spPr>
            <a:xfrm>
              <a:off x="952453" y="4857569"/>
              <a:ext cx="838176" cy="51633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25400" lIns="25400" spcFirstLastPara="1" rIns="25400" wrap="square" tIns="25400">
              <a:normAutofit/>
            </a:bodyPr>
            <a:lstStyle/>
            <a:p>
              <a:pPr indent="0" lvl="0" marL="0" marR="0" rtl="0"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7900"/>
                </a:buClr>
                <a:buSzPts val="3300"/>
                <a:buFont typeface="League Spartan"/>
                <a:buNone/>
              </a:pPr>
              <a:r>
                <a:rPr b="1" lang="en-US" sz="3300">
                  <a:solidFill>
                    <a:srgbClr val="FF7900"/>
                  </a:solidFill>
                  <a:latin typeface="League Spartan"/>
                  <a:ea typeface="League Spartan"/>
                  <a:cs typeface="League Spartan"/>
                  <a:sym typeface="League Spartan"/>
                </a:rPr>
                <a:t>03</a:t>
              </a:r>
              <a:endParaRPr sz="3300">
                <a:solidFill>
                  <a:schemeClr val="dk1"/>
                </a:solidFill>
                <a:latin typeface="League Spartan"/>
                <a:ea typeface="League Spartan"/>
                <a:cs typeface="League Spartan"/>
                <a:sym typeface="League Spartan"/>
              </a:endParaRPr>
            </a:p>
          </p:txBody>
        </p:sp>
        <p:sp>
          <p:nvSpPr>
            <p:cNvPr id="67" name="Google Shape;67;p2"/>
            <p:cNvSpPr/>
            <p:nvPr/>
          </p:nvSpPr>
          <p:spPr>
            <a:xfrm>
              <a:off x="2133491" y="4909740"/>
              <a:ext cx="5448238" cy="45546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25400" lIns="25400" spcFirstLastPara="1" rIns="25400" wrap="square" tIns="25400">
              <a:normAutofit/>
            </a:bodyPr>
            <a:lstStyle/>
            <a:p>
              <a:pPr indent="0" lvl="0" marL="0" marR="0" rtl="0"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142233"/>
                </a:buClr>
                <a:buSzPts val="2850"/>
                <a:buFont typeface="League Spartan"/>
                <a:buNone/>
              </a:pPr>
              <a:r>
                <a:rPr b="1" lang="en-US" sz="2850">
                  <a:solidFill>
                    <a:srgbClr val="142233"/>
                  </a:solidFill>
                  <a:latin typeface="League Spartan"/>
                  <a:ea typeface="League Spartan"/>
                  <a:cs typeface="League Spartan"/>
                  <a:sym typeface="League Spartan"/>
                </a:rPr>
                <a:t>Get RESULTS</a:t>
              </a:r>
              <a:endParaRPr sz="2850">
                <a:solidFill>
                  <a:schemeClr val="dk1"/>
                </a:solidFill>
                <a:latin typeface="League Spartan"/>
                <a:ea typeface="League Spartan"/>
                <a:cs typeface="League Spartan"/>
                <a:sym typeface="League Spartan"/>
              </a:endParaRPr>
            </a:p>
          </p:txBody>
        </p:sp>
      </p:grpSp>
      <p:sp>
        <p:nvSpPr>
          <p:cNvPr id="68" name="Google Shape;68;p2"/>
          <p:cNvSpPr/>
          <p:nvPr/>
        </p:nvSpPr>
        <p:spPr>
          <a:xfrm>
            <a:off x="952451" y="6688560"/>
            <a:ext cx="8520600" cy="17400"/>
          </a:xfrm>
          <a:prstGeom prst="rect">
            <a:avLst/>
          </a:prstGeom>
          <a:solidFill>
            <a:srgbClr val="E5E8EB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grpSp>
        <p:nvGrpSpPr>
          <p:cNvPr id="69" name="Google Shape;69;p2"/>
          <p:cNvGrpSpPr/>
          <p:nvPr/>
        </p:nvGrpSpPr>
        <p:grpSpPr>
          <a:xfrm>
            <a:off x="952453" y="5924620"/>
            <a:ext cx="6629276" cy="516330"/>
            <a:chOff x="952453" y="5924620"/>
            <a:chExt cx="6629276" cy="516330"/>
          </a:xfrm>
        </p:grpSpPr>
        <p:sp>
          <p:nvSpPr>
            <p:cNvPr id="70" name="Google Shape;70;p2"/>
            <p:cNvSpPr/>
            <p:nvPr/>
          </p:nvSpPr>
          <p:spPr>
            <a:xfrm>
              <a:off x="952453" y="5924620"/>
              <a:ext cx="838176" cy="51633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25400" lIns="25400" spcFirstLastPara="1" rIns="25400" wrap="square" tIns="25400">
              <a:normAutofit/>
            </a:bodyPr>
            <a:lstStyle/>
            <a:p>
              <a:pPr indent="0" lvl="0" marL="0" marR="0" rtl="0"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7900"/>
                </a:buClr>
                <a:buSzPts val="3300"/>
                <a:buFont typeface="League Spartan"/>
                <a:buNone/>
              </a:pPr>
              <a:r>
                <a:rPr b="1" lang="en-US" sz="3300">
                  <a:solidFill>
                    <a:srgbClr val="FF7900"/>
                  </a:solidFill>
                  <a:latin typeface="League Spartan"/>
                  <a:ea typeface="League Spartan"/>
                  <a:cs typeface="League Spartan"/>
                  <a:sym typeface="League Spartan"/>
                </a:rPr>
                <a:t>04</a:t>
              </a:r>
              <a:endParaRPr sz="3300">
                <a:solidFill>
                  <a:schemeClr val="dk1"/>
                </a:solidFill>
                <a:latin typeface="League Spartan"/>
                <a:ea typeface="League Spartan"/>
                <a:cs typeface="League Spartan"/>
                <a:sym typeface="League Spartan"/>
              </a:endParaRPr>
            </a:p>
          </p:txBody>
        </p:sp>
        <p:sp>
          <p:nvSpPr>
            <p:cNvPr id="71" name="Google Shape;71;p2"/>
            <p:cNvSpPr/>
            <p:nvPr/>
          </p:nvSpPr>
          <p:spPr>
            <a:xfrm>
              <a:off x="2133491" y="5976791"/>
              <a:ext cx="5448238" cy="45546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25400" lIns="25400" spcFirstLastPara="1" rIns="25400" wrap="square" tIns="25400">
              <a:normAutofit/>
            </a:bodyPr>
            <a:lstStyle/>
            <a:p>
              <a:pPr indent="0" lvl="0" marL="0" marR="0" rtl="0"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142233"/>
                </a:buClr>
                <a:buSzPts val="2850"/>
                <a:buFont typeface="League Spartan"/>
                <a:buNone/>
              </a:pPr>
              <a:r>
                <a:rPr b="1" lang="en-US" sz="2850">
                  <a:solidFill>
                    <a:srgbClr val="142233"/>
                  </a:solidFill>
                  <a:latin typeface="League Spartan"/>
                  <a:ea typeface="League Spartan"/>
                  <a:cs typeface="League Spartan"/>
                  <a:sym typeface="League Spartan"/>
                </a:rPr>
                <a:t>Q&amp;A</a:t>
              </a:r>
              <a:endParaRPr sz="2850">
                <a:solidFill>
                  <a:schemeClr val="dk1"/>
                </a:solidFill>
                <a:latin typeface="League Spartan"/>
                <a:ea typeface="League Spartan"/>
                <a:cs typeface="League Spartan"/>
                <a:sym typeface="League Spartan"/>
              </a:endParaRPr>
            </a:p>
          </p:txBody>
        </p:sp>
      </p:grpSp>
      <p:sp>
        <p:nvSpPr>
          <p:cNvPr id="72" name="Google Shape;72;p2"/>
          <p:cNvSpPr/>
          <p:nvPr/>
        </p:nvSpPr>
        <p:spPr>
          <a:xfrm>
            <a:off x="952453" y="9654885"/>
            <a:ext cx="2485228" cy="25113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A5AAAF"/>
              </a:buClr>
              <a:buSzPts val="1530"/>
              <a:buFont typeface="League Spartan"/>
              <a:buNone/>
            </a:pPr>
            <a:r>
              <a:rPr b="1" lang="en-US" sz="1530">
                <a:solidFill>
                  <a:srgbClr val="A5AAAF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#WeRunOnEOS2026</a:t>
            </a:r>
            <a:endParaRPr sz="1530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pic>
        <p:nvPicPr>
          <p:cNvPr id="73" name="Google Shape;73;p2"/>
          <p:cNvPicPr preferRelativeResize="0"/>
          <p:nvPr>
            <p:ph idx="2" type="pic"/>
          </p:nvPr>
        </p:nvPicPr>
        <p:blipFill rotWithShape="1">
          <a:blip r:embed="rId3">
            <a:alphaModFix/>
          </a:blip>
          <a:srcRect b="22203" l="2657" r="0" t="4279"/>
          <a:stretch/>
        </p:blipFill>
        <p:spPr>
          <a:xfrm>
            <a:off x="9211060" y="1"/>
            <a:ext cx="9076941" cy="10272072"/>
          </a:xfrm>
          <a:prstGeom prst="rect">
            <a:avLst/>
          </a:prstGeom>
          <a:noFill/>
          <a:ln>
            <a:noFill/>
          </a:ln>
        </p:spPr>
      </p:pic>
      <p:sp>
        <p:nvSpPr>
          <p:cNvPr id="74" name="Google Shape;74;p2"/>
          <p:cNvSpPr/>
          <p:nvPr/>
        </p:nvSpPr>
        <p:spPr>
          <a:xfrm>
            <a:off x="9211060" y="1"/>
            <a:ext cx="9076800" cy="10287000"/>
          </a:xfrm>
          <a:prstGeom prst="rect">
            <a:avLst/>
          </a:prstGeom>
          <a:gradFill>
            <a:gsLst>
              <a:gs pos="0">
                <a:srgbClr val="313B4F">
                  <a:alpha val="78039"/>
                </a:srgbClr>
              </a:gs>
              <a:gs pos="56000">
                <a:srgbClr val="12161D">
                  <a:alpha val="12157"/>
                </a:srgbClr>
              </a:gs>
              <a:gs pos="100000">
                <a:srgbClr val="12161D">
                  <a:alpha val="16078"/>
                </a:srgbClr>
              </a:gs>
            </a:gsLst>
            <a:lin ang="16200038" scaled="0"/>
          </a:gradFill>
          <a:ln>
            <a:noFill/>
          </a:ln>
        </p:spPr>
        <p:txBody>
          <a:bodyPr anchorCtr="0" anchor="ctr" bIns="75600" lIns="151250" spcFirstLastPara="1" rIns="151250" wrap="square" tIns="756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294"/>
              <a:buFont typeface="Arial"/>
              <a:buNone/>
            </a:pPr>
            <a:r>
              <a:t/>
            </a:r>
            <a:endParaRPr b="0" i="0" sz="5294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3"/>
          <p:cNvSpPr/>
          <p:nvPr/>
        </p:nvSpPr>
        <p:spPr>
          <a:xfrm>
            <a:off x="0" y="0"/>
            <a:ext cx="18287959" cy="10286977"/>
          </a:xfrm>
          <a:prstGeom prst="rect">
            <a:avLst/>
          </a:prstGeom>
          <a:gradFill>
            <a:gsLst>
              <a:gs pos="0">
                <a:srgbClr val="3A4759"/>
              </a:gs>
              <a:gs pos="48000">
                <a:srgbClr val="1F2C3F"/>
              </a:gs>
              <a:gs pos="100000">
                <a:srgbClr val="101B2B"/>
              </a:gs>
            </a:gsLst>
            <a:lin ang="81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pic>
        <p:nvPicPr>
          <p:cNvPr descr="preencoded.png" id="81" name="Google Shape;81;p3"/>
          <p:cNvPicPr preferRelativeResize="0"/>
          <p:nvPr/>
        </p:nvPicPr>
        <p:blipFill rotWithShape="1">
          <a:blip r:embed="rId3">
            <a:alphaModFix amt="6000"/>
          </a:blip>
          <a:srcRect b="0" l="0" r="0" t="0"/>
          <a:stretch/>
        </p:blipFill>
        <p:spPr>
          <a:xfrm>
            <a:off x="9153558" y="762790"/>
            <a:ext cx="9305858" cy="8761395"/>
          </a:xfrm>
          <a:prstGeom prst="rect">
            <a:avLst/>
          </a:prstGeom>
          <a:noFill/>
          <a:ln>
            <a:noFill/>
          </a:ln>
        </p:spPr>
      </p:pic>
      <p:sp>
        <p:nvSpPr>
          <p:cNvPr id="82" name="Google Shape;82;p3"/>
          <p:cNvSpPr/>
          <p:nvPr/>
        </p:nvSpPr>
        <p:spPr>
          <a:xfrm>
            <a:off x="14068392" y="1067526"/>
            <a:ext cx="4318419" cy="1771617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77062"/>
              </a:lnSpc>
              <a:spcBef>
                <a:spcPts val="0"/>
              </a:spcBef>
              <a:spcAft>
                <a:spcPts val="0"/>
              </a:spcAft>
              <a:buClr>
                <a:srgbClr val="FF7900"/>
              </a:buClr>
              <a:buSzPts val="13650"/>
              <a:buFont typeface="League Spartan"/>
              <a:buNone/>
            </a:pPr>
            <a:r>
              <a:rPr b="1" lang="en-US" sz="13650">
                <a:solidFill>
                  <a:srgbClr val="FF79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2026</a:t>
            </a:r>
            <a:endParaRPr sz="13650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83" name="Google Shape;83;p3"/>
          <p:cNvSpPr/>
          <p:nvPr/>
        </p:nvSpPr>
        <p:spPr>
          <a:xfrm>
            <a:off x="1238236" y="3783385"/>
            <a:ext cx="17392636" cy="1398203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78629"/>
              </a:lnSpc>
              <a:spcBef>
                <a:spcPts val="0"/>
              </a:spcBef>
              <a:spcAft>
                <a:spcPts val="0"/>
              </a:spcAft>
              <a:buClr>
                <a:srgbClr val="F04E23"/>
              </a:buClr>
              <a:buSzPts val="10500"/>
              <a:buFont typeface="League Spartan"/>
              <a:buNone/>
            </a:pPr>
            <a:r>
              <a:rPr b="1" lang="en-US" sz="10500">
                <a:solidFill>
                  <a:srgbClr val="F04E23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Get</a:t>
            </a:r>
            <a:endParaRPr sz="10500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84" name="Google Shape;84;p3"/>
          <p:cNvSpPr/>
          <p:nvPr/>
        </p:nvSpPr>
        <p:spPr>
          <a:xfrm>
            <a:off x="1238236" y="5143488"/>
            <a:ext cx="17392636" cy="1398203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78629"/>
              </a:lnSpc>
              <a:spcBef>
                <a:spcPts val="0"/>
              </a:spcBef>
              <a:spcAft>
                <a:spcPts val="0"/>
              </a:spcAft>
              <a:buClr>
                <a:srgbClr val="FF7900"/>
              </a:buClr>
              <a:buSzPts val="10500"/>
              <a:buFont typeface="League Spartan"/>
              <a:buNone/>
            </a:pPr>
            <a:r>
              <a:rPr b="1" lang="en-US" sz="10500">
                <a:solidFill>
                  <a:srgbClr val="FF79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REAL</a:t>
            </a:r>
            <a:endParaRPr sz="10500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85" name="Google Shape;85;p3"/>
          <p:cNvSpPr/>
          <p:nvPr/>
        </p:nvSpPr>
        <p:spPr>
          <a:xfrm>
            <a:off x="952453" y="9654885"/>
            <a:ext cx="2485228" cy="25113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A94A2"/>
              </a:buClr>
              <a:buSzPts val="1530"/>
              <a:buFont typeface="League Spartan"/>
              <a:buNone/>
            </a:pPr>
            <a:r>
              <a:rPr b="1" lang="en-US" sz="1530">
                <a:solidFill>
                  <a:srgbClr val="8A94A2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#WeRunOnEOS2026</a:t>
            </a:r>
            <a:endParaRPr sz="1530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g3f84f4156c2_0_6"/>
          <p:cNvSpPr/>
          <p:nvPr/>
        </p:nvSpPr>
        <p:spPr>
          <a:xfrm>
            <a:off x="952453" y="838194"/>
            <a:ext cx="1047600" cy="133200"/>
          </a:xfrm>
          <a:prstGeom prst="roundRect">
            <a:avLst>
              <a:gd fmla="val 50000" name="adj"/>
            </a:avLst>
          </a:prstGeom>
          <a:gradFill>
            <a:gsLst>
              <a:gs pos="0">
                <a:srgbClr val="F04E23"/>
              </a:gs>
              <a:gs pos="100000">
                <a:srgbClr val="FF7900"/>
              </a:gs>
            </a:gsLst>
            <a:lin ang="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92" name="Google Shape;92;g3f84f4156c2_0_6"/>
          <p:cNvSpPr/>
          <p:nvPr/>
        </p:nvSpPr>
        <p:spPr>
          <a:xfrm>
            <a:off x="952453" y="1219147"/>
            <a:ext cx="8679600" cy="7425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42233"/>
              </a:buClr>
              <a:buSzPts val="4800"/>
              <a:buFont typeface="League Spartan"/>
              <a:buNone/>
            </a:pPr>
            <a:r>
              <a:rPr b="1" lang="en-US" sz="4800">
                <a:solidFill>
                  <a:srgbClr val="142233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Get REAL</a:t>
            </a:r>
            <a:endParaRPr sz="4800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93" name="Google Shape;93;g3f84f4156c2_0_6"/>
          <p:cNvSpPr/>
          <p:nvPr/>
        </p:nvSpPr>
        <p:spPr>
          <a:xfrm>
            <a:off x="952453" y="9654885"/>
            <a:ext cx="2485200" cy="2511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A5AAAF"/>
              </a:buClr>
              <a:buSzPts val="1530"/>
              <a:buFont typeface="League Spartan"/>
              <a:buNone/>
            </a:pPr>
            <a:r>
              <a:rPr b="1" lang="en-US" sz="1530">
                <a:solidFill>
                  <a:srgbClr val="A5AAAF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#WeRunOnEOS2026</a:t>
            </a:r>
            <a:endParaRPr sz="1530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94" name="Google Shape;94;g3f84f4156c2_0_6"/>
          <p:cNvSpPr/>
          <p:nvPr/>
        </p:nvSpPr>
        <p:spPr>
          <a:xfrm>
            <a:off x="933433" y="2339614"/>
            <a:ext cx="8210700" cy="63252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-452120" lvl="0" marL="457200" rtl="0" algn="l">
              <a:spcBef>
                <a:spcPts val="0"/>
              </a:spcBef>
              <a:spcAft>
                <a:spcPts val="0"/>
              </a:spcAft>
              <a:buClr>
                <a:srgbClr val="FF7900"/>
              </a:buClr>
              <a:buSzPts val="3520"/>
              <a:buFont typeface="Noto Sans Symbols"/>
              <a:buChar char="▪"/>
            </a:pPr>
            <a:r>
              <a:rPr b="1" lang="en-US" sz="3200">
                <a:solidFill>
                  <a:srgbClr val="142233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You</a:t>
            </a:r>
            <a:endParaRPr>
              <a:solidFill>
                <a:schemeClr val="dk1"/>
              </a:solidFill>
            </a:endParaRPr>
          </a:p>
          <a:p>
            <a:pPr indent="-452120" lvl="0" marL="457200" rtl="0" algn="l">
              <a:spcBef>
                <a:spcPts val="2400"/>
              </a:spcBef>
              <a:spcAft>
                <a:spcPts val="0"/>
              </a:spcAft>
              <a:buClr>
                <a:srgbClr val="FF7900"/>
              </a:buClr>
              <a:buSzPts val="3520"/>
              <a:buFont typeface="Noto Sans Symbols"/>
              <a:buChar char="▪"/>
            </a:pPr>
            <a:r>
              <a:rPr b="1" lang="en-US" sz="3200">
                <a:solidFill>
                  <a:srgbClr val="142233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Me</a:t>
            </a:r>
            <a:endParaRPr>
              <a:solidFill>
                <a:schemeClr val="dk1"/>
              </a:solidFill>
            </a:endParaRPr>
          </a:p>
          <a:p>
            <a:pPr indent="-452120" lvl="1" marL="914400" rtl="0" algn="l">
              <a:spcBef>
                <a:spcPts val="2400"/>
              </a:spcBef>
              <a:spcAft>
                <a:spcPts val="0"/>
              </a:spcAft>
              <a:buClr>
                <a:srgbClr val="FF7900"/>
              </a:buClr>
              <a:buSzPts val="3520"/>
              <a:buFont typeface="Noto Sans Symbols"/>
              <a:buChar char="▪"/>
            </a:pPr>
            <a:r>
              <a:rPr lang="en-US" sz="3200">
                <a:solidFill>
                  <a:srgbClr val="5A6472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Brief history</a:t>
            </a:r>
            <a:endParaRPr sz="3200">
              <a:solidFill>
                <a:srgbClr val="5A6472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  <a:p>
            <a:pPr indent="-452120" lvl="1" marL="914400" rtl="0" algn="l">
              <a:spcBef>
                <a:spcPts val="2400"/>
              </a:spcBef>
              <a:spcAft>
                <a:spcPts val="0"/>
              </a:spcAft>
              <a:buClr>
                <a:srgbClr val="FF7900"/>
              </a:buClr>
              <a:buSzPts val="3520"/>
              <a:buFont typeface="Noto Sans Symbols"/>
              <a:buChar char="▪"/>
            </a:pPr>
            <a:r>
              <a:rPr lang="en-US" sz="3200">
                <a:solidFill>
                  <a:srgbClr val="5A6472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Discoveries</a:t>
            </a:r>
            <a:endParaRPr b="1" sz="3200">
              <a:solidFill>
                <a:srgbClr val="142233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pic>
        <p:nvPicPr>
          <p:cNvPr descr="A group of people in a room&#10;&#10;Description automatically generated with low confidence" id="95" name="Google Shape;95;g3f84f4156c2_0_6"/>
          <p:cNvPicPr preferRelativeResize="0"/>
          <p:nvPr>
            <p:ph idx="2" type="pic"/>
          </p:nvPr>
        </p:nvPicPr>
        <p:blipFill rotWithShape="1">
          <a:blip r:embed="rId3">
            <a:alphaModFix/>
          </a:blip>
          <a:srcRect b="0" l="26644" r="14488" t="0"/>
          <a:stretch/>
        </p:blipFill>
        <p:spPr>
          <a:xfrm>
            <a:off x="9204900" y="-62"/>
            <a:ext cx="9083041" cy="10286756"/>
          </a:xfrm>
          <a:prstGeom prst="rect">
            <a:avLst/>
          </a:prstGeom>
          <a:noFill/>
          <a:ln>
            <a:noFill/>
          </a:ln>
        </p:spPr>
      </p:pic>
      <p:sp>
        <p:nvSpPr>
          <p:cNvPr id="96" name="Google Shape;96;g3f84f4156c2_0_6"/>
          <p:cNvSpPr/>
          <p:nvPr/>
        </p:nvSpPr>
        <p:spPr>
          <a:xfrm>
            <a:off x="9204900" y="2461"/>
            <a:ext cx="9083100" cy="10284600"/>
          </a:xfrm>
          <a:prstGeom prst="rect">
            <a:avLst/>
          </a:prstGeom>
          <a:gradFill>
            <a:gsLst>
              <a:gs pos="0">
                <a:srgbClr val="313B4F">
                  <a:alpha val="78039"/>
                </a:srgbClr>
              </a:gs>
              <a:gs pos="56000">
                <a:srgbClr val="12161D">
                  <a:alpha val="12157"/>
                </a:srgbClr>
              </a:gs>
              <a:gs pos="100000">
                <a:srgbClr val="12161D">
                  <a:alpha val="16078"/>
                </a:srgbClr>
              </a:gs>
            </a:gsLst>
            <a:lin ang="16200038" scaled="0"/>
          </a:gradFill>
          <a:ln>
            <a:noFill/>
          </a:ln>
        </p:spPr>
        <p:txBody>
          <a:bodyPr anchorCtr="0" anchor="ctr" bIns="75650" lIns="151350" spcFirstLastPara="1" rIns="151350" wrap="square" tIns="756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298"/>
              <a:buFont typeface="Arial"/>
              <a:buNone/>
            </a:pPr>
            <a:r>
              <a:t/>
            </a:r>
            <a:endParaRPr b="0" i="0" sz="5298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9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9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9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3f84f4156c2_1_6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2" name="Google Shape;102;g3f84f4156c2_1_6"/>
          <p:cNvSpPr/>
          <p:nvPr/>
        </p:nvSpPr>
        <p:spPr>
          <a:xfrm>
            <a:off x="9200244" y="0"/>
            <a:ext cx="9087900" cy="10287000"/>
          </a:xfrm>
          <a:prstGeom prst="rect">
            <a:avLst/>
          </a:prstGeom>
          <a:gradFill>
            <a:gsLst>
              <a:gs pos="0">
                <a:schemeClr val="dk2"/>
              </a:gs>
              <a:gs pos="100000">
                <a:schemeClr val="dk1"/>
              </a:gs>
            </a:gsLst>
            <a:lin ang="16200038" scaled="0"/>
          </a:gradFill>
          <a:ln>
            <a:noFill/>
          </a:ln>
        </p:spPr>
        <p:txBody>
          <a:bodyPr anchorCtr="0" anchor="ctr" bIns="75700" lIns="151450" spcFirstLastPara="1" rIns="151450" wrap="square" tIns="7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301"/>
              <a:buFont typeface="Arial"/>
              <a:buNone/>
            </a:pPr>
            <a:r>
              <a:t/>
            </a:r>
            <a:endParaRPr b="0" i="0" sz="5301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3" name="Google Shape;103;g3f84f4156c2_1_6"/>
          <p:cNvSpPr/>
          <p:nvPr/>
        </p:nvSpPr>
        <p:spPr>
          <a:xfrm>
            <a:off x="10868791" y="1765314"/>
            <a:ext cx="5736600" cy="5736600"/>
          </a:xfrm>
          <a:prstGeom prst="ellipse">
            <a:avLst/>
          </a:prstGeom>
          <a:noFill/>
          <a:ln cap="flat" cmpd="sng" w="420725">
            <a:solidFill>
              <a:schemeClr val="lt1">
                <a:alpha val="18040"/>
              </a:scheme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700" lIns="151450" spcFirstLastPara="1" rIns="151450" wrap="square" tIns="7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301"/>
              <a:buFont typeface="Arial"/>
              <a:buNone/>
            </a:pPr>
            <a:r>
              <a:t/>
            </a:r>
            <a:endParaRPr b="0" i="0" sz="5301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04" name="Google Shape;104;g3f84f4156c2_1_6"/>
          <p:cNvGrpSpPr/>
          <p:nvPr/>
        </p:nvGrpSpPr>
        <p:grpSpPr>
          <a:xfrm>
            <a:off x="12549066" y="613751"/>
            <a:ext cx="2314358" cy="2314358"/>
            <a:chOff x="2209800" y="558518"/>
            <a:chExt cx="1209300" cy="1209300"/>
          </a:xfrm>
        </p:grpSpPr>
        <p:sp>
          <p:nvSpPr>
            <p:cNvPr id="105" name="Google Shape;105;g3f84f4156c2_1_6"/>
            <p:cNvSpPr/>
            <p:nvPr/>
          </p:nvSpPr>
          <p:spPr>
            <a:xfrm>
              <a:off x="2209800" y="558518"/>
              <a:ext cx="1209300" cy="1209300"/>
            </a:xfrm>
            <a:prstGeom prst="ellipse">
              <a:avLst/>
            </a:prstGeom>
            <a:gradFill>
              <a:gsLst>
                <a:gs pos="0">
                  <a:srgbClr val="F04E23"/>
                </a:gs>
                <a:gs pos="89000">
                  <a:srgbClr val="FF7900"/>
                </a:gs>
                <a:gs pos="100000">
                  <a:srgbClr val="FF7900"/>
                </a:gs>
              </a:gsLst>
              <a:lin ang="0" scaled="0"/>
            </a:gradFill>
            <a:ln>
              <a:noFill/>
            </a:ln>
            <a:effectLst>
              <a:outerShdw blurRad="84146" rotWithShape="0" algn="tl" dir="2700000" dist="63109">
                <a:srgbClr val="000000">
                  <a:alpha val="40000"/>
                </a:srgbClr>
              </a:outerShdw>
            </a:effectLst>
          </p:spPr>
          <p:txBody>
            <a:bodyPr anchorCtr="0" anchor="ctr" bIns="75700" lIns="151450" spcFirstLastPara="1" rIns="151450" wrap="square" tIns="7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5301"/>
                <a:buFont typeface="Arial"/>
                <a:buNone/>
              </a:pPr>
              <a:r>
                <a:t/>
              </a:r>
              <a:endParaRPr b="0" i="0" sz="5301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descr="Icon&#10;&#10;Description automatically generated" id="106" name="Google Shape;106;g3f84f4156c2_1_6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2479040" y="842998"/>
              <a:ext cx="692695" cy="538763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107" name="Google Shape;107;g3f84f4156c2_1_6"/>
          <p:cNvGrpSpPr/>
          <p:nvPr/>
        </p:nvGrpSpPr>
        <p:grpSpPr>
          <a:xfrm>
            <a:off x="10874640" y="5662749"/>
            <a:ext cx="2314358" cy="2314358"/>
            <a:chOff x="1290320" y="3220720"/>
            <a:chExt cx="1209300" cy="1209300"/>
          </a:xfrm>
        </p:grpSpPr>
        <p:sp>
          <p:nvSpPr>
            <p:cNvPr id="108" name="Google Shape;108;g3f84f4156c2_1_6"/>
            <p:cNvSpPr/>
            <p:nvPr/>
          </p:nvSpPr>
          <p:spPr>
            <a:xfrm>
              <a:off x="1290320" y="3220720"/>
              <a:ext cx="1209300" cy="1209300"/>
            </a:xfrm>
            <a:prstGeom prst="ellipse">
              <a:avLst/>
            </a:prstGeom>
            <a:gradFill>
              <a:gsLst>
                <a:gs pos="0">
                  <a:srgbClr val="F04E23"/>
                </a:gs>
                <a:gs pos="89000">
                  <a:srgbClr val="FF7900"/>
                </a:gs>
                <a:gs pos="100000">
                  <a:srgbClr val="FF7900"/>
                </a:gs>
              </a:gsLst>
              <a:lin ang="0" scaled="0"/>
            </a:gradFill>
            <a:ln>
              <a:noFill/>
            </a:ln>
            <a:effectLst>
              <a:outerShdw blurRad="84146" rotWithShape="0" algn="tl" dir="2700000" dist="63109">
                <a:srgbClr val="000000">
                  <a:alpha val="40000"/>
                </a:srgbClr>
              </a:outerShdw>
            </a:effectLst>
          </p:spPr>
          <p:txBody>
            <a:bodyPr anchorCtr="0" anchor="ctr" bIns="75700" lIns="151450" spcFirstLastPara="1" rIns="151450" wrap="square" tIns="7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5301"/>
                <a:buFont typeface="Arial"/>
                <a:buNone/>
              </a:pPr>
              <a:r>
                <a:t/>
              </a:r>
              <a:endParaRPr b="0" i="0" sz="5301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descr="Icon&#10;&#10;Description automatically generated" id="109" name="Google Shape;109;g3f84f4156c2_1_6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635760" y="3540760"/>
              <a:ext cx="492035" cy="57404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110" name="Google Shape;110;g3f84f4156c2_1_6"/>
          <p:cNvGrpSpPr/>
          <p:nvPr/>
        </p:nvGrpSpPr>
        <p:grpSpPr>
          <a:xfrm>
            <a:off x="15098573" y="2591563"/>
            <a:ext cx="2314358" cy="2314358"/>
            <a:chOff x="3576320" y="1559560"/>
            <a:chExt cx="1209300" cy="1209300"/>
          </a:xfrm>
        </p:grpSpPr>
        <p:sp>
          <p:nvSpPr>
            <p:cNvPr id="111" name="Google Shape;111;g3f84f4156c2_1_6"/>
            <p:cNvSpPr/>
            <p:nvPr/>
          </p:nvSpPr>
          <p:spPr>
            <a:xfrm>
              <a:off x="3576320" y="1559560"/>
              <a:ext cx="1209300" cy="1209300"/>
            </a:xfrm>
            <a:prstGeom prst="ellipse">
              <a:avLst/>
            </a:prstGeom>
            <a:gradFill>
              <a:gsLst>
                <a:gs pos="0">
                  <a:srgbClr val="F04E23"/>
                </a:gs>
                <a:gs pos="89000">
                  <a:srgbClr val="FF7900"/>
                </a:gs>
                <a:gs pos="100000">
                  <a:srgbClr val="FF7900"/>
                </a:gs>
              </a:gsLst>
              <a:lin ang="0" scaled="0"/>
            </a:gradFill>
            <a:ln>
              <a:noFill/>
            </a:ln>
            <a:effectLst>
              <a:outerShdw blurRad="84146" rotWithShape="0" algn="tl" dir="2700000" dist="63109">
                <a:srgbClr val="000000">
                  <a:alpha val="40000"/>
                </a:srgbClr>
              </a:outerShdw>
            </a:effectLst>
          </p:spPr>
          <p:txBody>
            <a:bodyPr anchorCtr="0" anchor="ctr" bIns="75700" lIns="151450" spcFirstLastPara="1" rIns="151450" wrap="square" tIns="7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5301"/>
                <a:buFont typeface="Arial"/>
                <a:buNone/>
              </a:pPr>
              <a:r>
                <a:t/>
              </a:r>
              <a:endParaRPr b="0" i="0" sz="5301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descr="Icon&#10;&#10;Description automatically generated" id="112" name="Google Shape;112;g3f84f4156c2_1_6"/>
            <p:cNvPicPr preferRelativeResize="0"/>
            <p:nvPr/>
          </p:nvPicPr>
          <p:blipFill rotWithShape="1">
            <a:blip r:embed="rId5">
              <a:alphaModFix/>
            </a:blip>
            <a:srcRect b="0" l="0" r="0" t="0"/>
            <a:stretch/>
          </p:blipFill>
          <p:spPr>
            <a:xfrm>
              <a:off x="3881120" y="1940560"/>
              <a:ext cx="614679" cy="461009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113" name="Google Shape;113;g3f84f4156c2_1_6"/>
          <p:cNvGrpSpPr/>
          <p:nvPr/>
        </p:nvGrpSpPr>
        <p:grpSpPr>
          <a:xfrm>
            <a:off x="14240322" y="5662749"/>
            <a:ext cx="2314358" cy="2314358"/>
            <a:chOff x="3129280" y="3220720"/>
            <a:chExt cx="1209300" cy="1209300"/>
          </a:xfrm>
        </p:grpSpPr>
        <p:sp>
          <p:nvSpPr>
            <p:cNvPr id="114" name="Google Shape;114;g3f84f4156c2_1_6"/>
            <p:cNvSpPr/>
            <p:nvPr/>
          </p:nvSpPr>
          <p:spPr>
            <a:xfrm>
              <a:off x="3129280" y="3220720"/>
              <a:ext cx="1209300" cy="1209300"/>
            </a:xfrm>
            <a:prstGeom prst="ellipse">
              <a:avLst/>
            </a:prstGeom>
            <a:gradFill>
              <a:gsLst>
                <a:gs pos="0">
                  <a:srgbClr val="F04E23"/>
                </a:gs>
                <a:gs pos="89000">
                  <a:srgbClr val="FF7900"/>
                </a:gs>
                <a:gs pos="100000">
                  <a:srgbClr val="FF7900"/>
                </a:gs>
              </a:gsLst>
              <a:lin ang="0" scaled="0"/>
            </a:gradFill>
            <a:ln>
              <a:noFill/>
            </a:ln>
            <a:effectLst>
              <a:outerShdw blurRad="84146" rotWithShape="0" algn="tl" dir="2700000" dist="63109">
                <a:srgbClr val="000000">
                  <a:alpha val="40000"/>
                </a:srgbClr>
              </a:outerShdw>
            </a:effectLst>
          </p:spPr>
          <p:txBody>
            <a:bodyPr anchorCtr="0" anchor="ctr" bIns="75700" lIns="151450" spcFirstLastPara="1" rIns="151450" wrap="square" tIns="7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5301"/>
                <a:buFont typeface="Arial"/>
                <a:buNone/>
              </a:pPr>
              <a:r>
                <a:t/>
              </a:r>
              <a:endParaRPr b="0" i="0" sz="5301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descr="Icon&#10;&#10;Description automatically generated" id="115" name="Google Shape;115;g3f84f4156c2_1_6"/>
            <p:cNvPicPr preferRelativeResize="0"/>
            <p:nvPr/>
          </p:nvPicPr>
          <p:blipFill rotWithShape="1">
            <a:blip r:embed="rId6">
              <a:alphaModFix/>
            </a:blip>
            <a:srcRect b="0" l="0" r="0" t="0"/>
            <a:stretch/>
          </p:blipFill>
          <p:spPr>
            <a:xfrm>
              <a:off x="3386241" y="3556000"/>
              <a:ext cx="711200" cy="49784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116" name="Google Shape;116;g3f84f4156c2_1_6"/>
          <p:cNvGrpSpPr/>
          <p:nvPr/>
        </p:nvGrpSpPr>
        <p:grpSpPr>
          <a:xfrm>
            <a:off x="9932257" y="2541076"/>
            <a:ext cx="2314358" cy="2314358"/>
            <a:chOff x="680720" y="1559560"/>
            <a:chExt cx="1209300" cy="1209300"/>
          </a:xfrm>
        </p:grpSpPr>
        <p:sp>
          <p:nvSpPr>
            <p:cNvPr id="117" name="Google Shape;117;g3f84f4156c2_1_6"/>
            <p:cNvSpPr/>
            <p:nvPr/>
          </p:nvSpPr>
          <p:spPr>
            <a:xfrm>
              <a:off x="680720" y="1559560"/>
              <a:ext cx="1209300" cy="1209300"/>
            </a:xfrm>
            <a:prstGeom prst="ellipse">
              <a:avLst/>
            </a:prstGeom>
            <a:gradFill>
              <a:gsLst>
                <a:gs pos="0">
                  <a:srgbClr val="F04E23"/>
                </a:gs>
                <a:gs pos="89000">
                  <a:srgbClr val="FF7900"/>
                </a:gs>
                <a:gs pos="100000">
                  <a:srgbClr val="FF7900"/>
                </a:gs>
              </a:gsLst>
              <a:lin ang="0" scaled="0"/>
            </a:gradFill>
            <a:ln>
              <a:noFill/>
            </a:ln>
            <a:effectLst>
              <a:outerShdw blurRad="84146" rotWithShape="0" algn="tl" dir="2700000" dist="63109">
                <a:srgbClr val="000000">
                  <a:alpha val="40000"/>
                </a:srgbClr>
              </a:outerShdw>
            </a:effectLst>
          </p:spPr>
          <p:txBody>
            <a:bodyPr anchorCtr="0" anchor="ctr" bIns="75700" lIns="151450" spcFirstLastPara="1" rIns="151450" wrap="square" tIns="7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5301"/>
                <a:buFont typeface="Arial"/>
                <a:buNone/>
              </a:pPr>
              <a:r>
                <a:t/>
              </a:r>
              <a:endParaRPr b="0" i="0" sz="5301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descr="Icon&#10;&#10;Description automatically generated" id="118" name="Google Shape;118;g3f84f4156c2_1_6"/>
            <p:cNvPicPr preferRelativeResize="0"/>
            <p:nvPr/>
          </p:nvPicPr>
          <p:blipFill rotWithShape="1">
            <a:blip r:embed="rId7">
              <a:alphaModFix/>
            </a:blip>
            <a:srcRect b="0" l="0" r="0" t="0"/>
            <a:stretch/>
          </p:blipFill>
          <p:spPr>
            <a:xfrm>
              <a:off x="955040" y="1844040"/>
              <a:ext cx="634999" cy="634999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19" name="Google Shape;119;g3f84f4156c2_1_6"/>
          <p:cNvSpPr/>
          <p:nvPr/>
        </p:nvSpPr>
        <p:spPr>
          <a:xfrm>
            <a:off x="952453" y="838194"/>
            <a:ext cx="1047600" cy="133200"/>
          </a:xfrm>
          <a:prstGeom prst="roundRect">
            <a:avLst>
              <a:gd fmla="val 50000" name="adj"/>
            </a:avLst>
          </a:prstGeom>
          <a:gradFill>
            <a:gsLst>
              <a:gs pos="0">
                <a:srgbClr val="F04E23"/>
              </a:gs>
              <a:gs pos="100000">
                <a:srgbClr val="FF7900"/>
              </a:gs>
            </a:gsLst>
            <a:lin ang="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120" name="Google Shape;120;g3f84f4156c2_1_6"/>
          <p:cNvSpPr/>
          <p:nvPr/>
        </p:nvSpPr>
        <p:spPr>
          <a:xfrm>
            <a:off x="952453" y="1219147"/>
            <a:ext cx="8679600" cy="7425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42233"/>
              </a:buClr>
              <a:buSzPts val="4800"/>
              <a:buFont typeface="League Spartan"/>
              <a:buNone/>
            </a:pPr>
            <a:r>
              <a:rPr b="1" lang="en-US" sz="4800">
                <a:solidFill>
                  <a:srgbClr val="142233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Frustrations</a:t>
            </a:r>
            <a:endParaRPr sz="4800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121" name="Google Shape;121;g3f84f4156c2_1_6"/>
          <p:cNvSpPr/>
          <p:nvPr/>
        </p:nvSpPr>
        <p:spPr>
          <a:xfrm>
            <a:off x="952453" y="9654885"/>
            <a:ext cx="2485200" cy="2511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A5AAAF"/>
              </a:buClr>
              <a:buSzPts val="1530"/>
              <a:buFont typeface="League Spartan"/>
              <a:buNone/>
            </a:pPr>
            <a:r>
              <a:rPr b="1" lang="en-US" sz="1530">
                <a:solidFill>
                  <a:srgbClr val="A5AAAF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#WeRunOnEOS2026</a:t>
            </a:r>
            <a:endParaRPr sz="1530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122" name="Google Shape;122;g3f84f4156c2_1_6"/>
          <p:cNvSpPr/>
          <p:nvPr/>
        </p:nvSpPr>
        <p:spPr>
          <a:xfrm>
            <a:off x="933433" y="2339614"/>
            <a:ext cx="8210700" cy="63252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-457200" lvl="0" marL="45720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FF7900"/>
              </a:buClr>
              <a:buSzPts val="3520"/>
              <a:buFont typeface="Noto Sans Symbols"/>
              <a:buChar char="▪"/>
            </a:pPr>
            <a:r>
              <a:rPr b="1" lang="en-US" sz="3200">
                <a:solidFill>
                  <a:srgbClr val="142233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Contro</a:t>
            </a:r>
            <a:r>
              <a:rPr b="1" lang="en-US" sz="3200">
                <a:solidFill>
                  <a:srgbClr val="142233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l</a:t>
            </a:r>
            <a:endParaRPr b="1" sz="3200">
              <a:solidFill>
                <a:srgbClr val="142233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  <a:p>
            <a:pPr indent="-457200" lvl="0" marL="45720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FF7900"/>
              </a:buClr>
              <a:buSzPts val="3520"/>
              <a:buFont typeface="Noto Sans Symbols"/>
              <a:buChar char="▪"/>
            </a:pPr>
            <a:r>
              <a:rPr b="1" lang="en-US" sz="3200">
                <a:solidFill>
                  <a:srgbClr val="142233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Profit</a:t>
            </a:r>
            <a:endParaRPr b="1" sz="3200">
              <a:solidFill>
                <a:srgbClr val="142233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  <a:p>
            <a:pPr indent="-457200" lvl="0" marL="45720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FF7900"/>
              </a:buClr>
              <a:buSzPts val="3520"/>
              <a:buFont typeface="Noto Sans Symbols"/>
              <a:buChar char="▪"/>
            </a:pPr>
            <a:r>
              <a:rPr b="1" lang="en-US" sz="3200">
                <a:solidFill>
                  <a:srgbClr val="142233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People</a:t>
            </a:r>
            <a:endParaRPr b="1" sz="3200">
              <a:solidFill>
                <a:srgbClr val="142233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  <a:p>
            <a:pPr indent="-457200" lvl="0" marL="45720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FF7900"/>
              </a:buClr>
              <a:buSzPts val="3520"/>
              <a:buFont typeface="Noto Sans Symbols"/>
              <a:buChar char="▪"/>
            </a:pPr>
            <a:r>
              <a:rPr b="1" lang="en-US" sz="3200">
                <a:solidFill>
                  <a:srgbClr val="142233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Hitting the ceiling</a:t>
            </a:r>
            <a:endParaRPr b="1" sz="3200">
              <a:solidFill>
                <a:srgbClr val="142233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  <a:p>
            <a:pPr indent="-457200" lvl="0" marL="45720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FF7900"/>
              </a:buClr>
              <a:buSzPts val="3520"/>
              <a:buFont typeface="Noto Sans Symbols"/>
              <a:buChar char="▪"/>
            </a:pPr>
            <a:r>
              <a:rPr b="1" lang="en-US" sz="3200">
                <a:solidFill>
                  <a:srgbClr val="142233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Nothing’s working</a:t>
            </a:r>
            <a:endParaRPr b="1" sz="3200">
              <a:solidFill>
                <a:srgbClr val="142233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g3f84f4156c2_0_223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gradFill>
            <a:gsLst>
              <a:gs pos="0">
                <a:srgbClr val="3A4759"/>
              </a:gs>
              <a:gs pos="48000">
                <a:srgbClr val="1F2C3F"/>
              </a:gs>
              <a:gs pos="100000">
                <a:srgbClr val="101B2B"/>
              </a:gs>
            </a:gsLst>
            <a:lin ang="8100019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pic>
        <p:nvPicPr>
          <p:cNvPr descr="preencoded.png" id="129" name="Google Shape;129;g3f84f4156c2_0_223"/>
          <p:cNvPicPr preferRelativeResize="0"/>
          <p:nvPr/>
        </p:nvPicPr>
        <p:blipFill rotWithShape="1">
          <a:blip r:embed="rId3">
            <a:alphaModFix amt="6000"/>
          </a:blip>
          <a:srcRect b="0" l="0" r="0" t="0"/>
          <a:stretch/>
        </p:blipFill>
        <p:spPr>
          <a:xfrm>
            <a:off x="9153558" y="762790"/>
            <a:ext cx="9305858" cy="8761395"/>
          </a:xfrm>
          <a:prstGeom prst="rect">
            <a:avLst/>
          </a:prstGeom>
          <a:noFill/>
          <a:ln>
            <a:noFill/>
          </a:ln>
        </p:spPr>
      </p:pic>
      <p:sp>
        <p:nvSpPr>
          <p:cNvPr id="130" name="Google Shape;130;g3f84f4156c2_0_223"/>
          <p:cNvSpPr/>
          <p:nvPr/>
        </p:nvSpPr>
        <p:spPr>
          <a:xfrm>
            <a:off x="14068392" y="1067526"/>
            <a:ext cx="4318500" cy="17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77062"/>
              </a:lnSpc>
              <a:spcBef>
                <a:spcPts val="0"/>
              </a:spcBef>
              <a:spcAft>
                <a:spcPts val="0"/>
              </a:spcAft>
              <a:buClr>
                <a:srgbClr val="FF7900"/>
              </a:buClr>
              <a:buSzPts val="13650"/>
              <a:buFont typeface="League Spartan"/>
              <a:buNone/>
            </a:pPr>
            <a:r>
              <a:rPr b="1" lang="en-US" sz="13650">
                <a:solidFill>
                  <a:srgbClr val="FF79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2026</a:t>
            </a:r>
            <a:endParaRPr sz="13650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131" name="Google Shape;131;g3f84f4156c2_0_223"/>
          <p:cNvSpPr/>
          <p:nvPr/>
        </p:nvSpPr>
        <p:spPr>
          <a:xfrm>
            <a:off x="1238236" y="3783385"/>
            <a:ext cx="17392500" cy="13983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78629"/>
              </a:lnSpc>
              <a:spcBef>
                <a:spcPts val="0"/>
              </a:spcBef>
              <a:spcAft>
                <a:spcPts val="0"/>
              </a:spcAft>
              <a:buClr>
                <a:srgbClr val="F04E23"/>
              </a:buClr>
              <a:buSzPts val="10500"/>
              <a:buFont typeface="League Spartan"/>
              <a:buNone/>
            </a:pPr>
            <a:r>
              <a:rPr b="1" lang="en-US" sz="10500">
                <a:solidFill>
                  <a:srgbClr val="F04E23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Keep it</a:t>
            </a:r>
            <a:endParaRPr sz="10500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132" name="Google Shape;132;g3f84f4156c2_0_223"/>
          <p:cNvSpPr/>
          <p:nvPr/>
        </p:nvSpPr>
        <p:spPr>
          <a:xfrm>
            <a:off x="1238236" y="5143488"/>
            <a:ext cx="17392500" cy="13983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78629"/>
              </a:lnSpc>
              <a:spcBef>
                <a:spcPts val="0"/>
              </a:spcBef>
              <a:spcAft>
                <a:spcPts val="0"/>
              </a:spcAft>
              <a:buClr>
                <a:srgbClr val="FF7900"/>
              </a:buClr>
              <a:buSzPts val="10500"/>
              <a:buFont typeface="League Spartan"/>
              <a:buNone/>
            </a:pPr>
            <a:r>
              <a:rPr b="1" lang="en-US" sz="10500">
                <a:solidFill>
                  <a:srgbClr val="FF79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SIMPLE</a:t>
            </a:r>
            <a:endParaRPr sz="10500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133" name="Google Shape;133;g3f84f4156c2_0_223"/>
          <p:cNvSpPr/>
          <p:nvPr/>
        </p:nvSpPr>
        <p:spPr>
          <a:xfrm>
            <a:off x="952453" y="9654885"/>
            <a:ext cx="2485200" cy="2511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A94A2"/>
              </a:buClr>
              <a:buSzPts val="1530"/>
              <a:buFont typeface="League Spartan"/>
              <a:buNone/>
            </a:pPr>
            <a:r>
              <a:rPr b="1" lang="en-US" sz="1530">
                <a:solidFill>
                  <a:srgbClr val="8A94A2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#WeRunOnEOS2026</a:t>
            </a:r>
            <a:endParaRPr sz="1530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g3f84f4156c2_0_24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39" name="Google Shape;139;g3f84f4156c2_0_2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671997" y="521539"/>
            <a:ext cx="4063367" cy="3062248"/>
          </a:xfrm>
          <a:prstGeom prst="rect">
            <a:avLst/>
          </a:prstGeom>
          <a:noFill/>
          <a:ln>
            <a:noFill/>
          </a:ln>
        </p:spPr>
      </p:pic>
      <p:pic>
        <p:nvPicPr>
          <p:cNvPr id="140" name="Google Shape;140;g3f84f4156c2_0_24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608199" y="5849879"/>
            <a:ext cx="4190960" cy="311132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1" name="Google Shape;141;g3f84f4156c2_0_240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491487" y="1108749"/>
            <a:ext cx="3572622" cy="355299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2" name="Google Shape;142;g3f84f4156c2_0_240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11368001" y="1089118"/>
            <a:ext cx="3582439" cy="357262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g3f84f4156c2_0_240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6479912" y="4768424"/>
            <a:ext cx="3523547" cy="357262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g3f84f4156c2_0_240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11436705" y="4768423"/>
            <a:ext cx="3513734" cy="3602066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g3f84f4156c2_0_240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9436066" y="3452471"/>
            <a:ext cx="2581318" cy="2581318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g3f84f4156c2_0_240"/>
          <p:cNvSpPr/>
          <p:nvPr/>
        </p:nvSpPr>
        <p:spPr>
          <a:xfrm>
            <a:off x="952453" y="1085800"/>
            <a:ext cx="18021300" cy="7425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42233"/>
              </a:buClr>
              <a:buSzPts val="4800"/>
              <a:buFont typeface="League Spartan"/>
              <a:buNone/>
            </a:pPr>
            <a:r>
              <a:rPr b="1" lang="en-US" sz="4800">
                <a:solidFill>
                  <a:srgbClr val="142233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The </a:t>
            </a:r>
            <a:r>
              <a:rPr b="1" lang="en-US" sz="4800">
                <a:solidFill>
                  <a:srgbClr val="F04E23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EOS</a:t>
            </a:r>
            <a:r>
              <a:rPr b="1" lang="en-US" sz="4800">
                <a:solidFill>
                  <a:srgbClr val="142233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 Model®</a:t>
            </a:r>
            <a:endParaRPr sz="4800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147" name="Google Shape;147;g3f84f4156c2_0_240"/>
          <p:cNvSpPr/>
          <p:nvPr/>
        </p:nvSpPr>
        <p:spPr>
          <a:xfrm>
            <a:off x="17030702" y="9353409"/>
            <a:ext cx="356700" cy="1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76308"/>
              </a:lnSpc>
              <a:spcBef>
                <a:spcPts val="0"/>
              </a:spcBef>
              <a:spcAft>
                <a:spcPts val="0"/>
              </a:spcAft>
              <a:buClr>
                <a:srgbClr val="FF7900"/>
              </a:buClr>
              <a:buSzPts val="901"/>
              <a:buFont typeface="Arial"/>
              <a:buNone/>
            </a:pPr>
            <a:r>
              <a:rPr b="1" lang="en-US" sz="902">
                <a:solidFill>
                  <a:srgbClr val="FF7900"/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  <a:endParaRPr sz="902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8" name="Google Shape;148;g3f84f4156c2_0_240"/>
          <p:cNvSpPr/>
          <p:nvPr/>
        </p:nvSpPr>
        <p:spPr>
          <a:xfrm>
            <a:off x="952453" y="9654885"/>
            <a:ext cx="2485200" cy="2511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A5AAAF"/>
              </a:buClr>
              <a:buSzPts val="1530"/>
              <a:buFont typeface="League Spartan"/>
              <a:buNone/>
            </a:pPr>
            <a:r>
              <a:rPr b="1" lang="en-US" sz="1530">
                <a:solidFill>
                  <a:srgbClr val="A5AAAF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#WeRunOnEOS2026</a:t>
            </a:r>
            <a:endParaRPr sz="1530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pic>
        <p:nvPicPr>
          <p:cNvPr descr="preencoded.png" id="149" name="Google Shape;149;g3f84f4156c2_0_240"/>
          <p:cNvPicPr preferRelativeResize="0"/>
          <p:nvPr/>
        </p:nvPicPr>
        <p:blipFill rotWithShape="1">
          <a:blip r:embed="rId10">
            <a:alphaModFix amt="35000"/>
          </a:blip>
          <a:srcRect b="0" l="0" r="0" t="0"/>
          <a:stretch/>
        </p:blipFill>
        <p:spPr>
          <a:xfrm>
            <a:off x="16687858" y="9334388"/>
            <a:ext cx="647649" cy="6097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7"/>
          <p:cNvSpPr/>
          <p:nvPr/>
        </p:nvSpPr>
        <p:spPr>
          <a:xfrm>
            <a:off x="0" y="0"/>
            <a:ext cx="18287959" cy="10286977"/>
          </a:xfrm>
          <a:prstGeom prst="rect">
            <a:avLst/>
          </a:prstGeom>
          <a:gradFill>
            <a:gsLst>
              <a:gs pos="0">
                <a:srgbClr val="3A4759"/>
              </a:gs>
              <a:gs pos="48000">
                <a:srgbClr val="1F2C3F"/>
              </a:gs>
              <a:gs pos="100000">
                <a:srgbClr val="101B2B"/>
              </a:gs>
            </a:gsLst>
            <a:lin ang="81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156" name="Google Shape;156;p7"/>
          <p:cNvSpPr/>
          <p:nvPr/>
        </p:nvSpPr>
        <p:spPr>
          <a:xfrm>
            <a:off x="1523951" y="3491896"/>
            <a:ext cx="16764061" cy="1181097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30000"/>
              </a:lnSpc>
              <a:spcBef>
                <a:spcPts val="0"/>
              </a:spcBef>
              <a:spcAft>
                <a:spcPts val="0"/>
              </a:spcAft>
              <a:buClr>
                <a:srgbClr val="FF7900"/>
              </a:buClr>
              <a:buSzPts val="15262"/>
              <a:buFont typeface="League Spartan"/>
              <a:buNone/>
            </a:pPr>
            <a:r>
              <a:rPr b="1" lang="en-US" sz="15263">
                <a:solidFill>
                  <a:srgbClr val="FF79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“</a:t>
            </a:r>
            <a:endParaRPr sz="15263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157" name="Google Shape;157;p7"/>
          <p:cNvSpPr/>
          <p:nvPr/>
        </p:nvSpPr>
        <p:spPr>
          <a:xfrm>
            <a:off x="1523951" y="4634893"/>
            <a:ext cx="14519900" cy="1371574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98768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200"/>
              <a:buFont typeface="League Spartan"/>
              <a:buNone/>
            </a:pPr>
            <a:r>
              <a:rPr b="1" lang="en-US" sz="4200">
                <a:solidFill>
                  <a:srgbClr val="FFFFFF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Vision without traction is hallucination.</a:t>
            </a:r>
            <a:endParaRPr b="1" sz="4200">
              <a:solidFill>
                <a:srgbClr val="FFFFFF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158" name="Google Shape;158;p7"/>
          <p:cNvSpPr/>
          <p:nvPr/>
        </p:nvSpPr>
        <p:spPr>
          <a:xfrm>
            <a:off x="1523951" y="6425539"/>
            <a:ext cx="3187703" cy="407642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7900"/>
              </a:buClr>
              <a:buSzPts val="2550"/>
              <a:buFont typeface="League Spartan"/>
              <a:buNone/>
            </a:pPr>
            <a:r>
              <a:rPr b="1" lang="en-US" sz="2550">
                <a:solidFill>
                  <a:srgbClr val="FF79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— </a:t>
            </a:r>
            <a:r>
              <a:rPr b="1" lang="en-US" sz="2550">
                <a:solidFill>
                  <a:srgbClr val="FF79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GINO WICKMAN</a:t>
            </a:r>
            <a:endParaRPr sz="2550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159" name="Google Shape;159;p7"/>
          <p:cNvSpPr/>
          <p:nvPr/>
        </p:nvSpPr>
        <p:spPr>
          <a:xfrm>
            <a:off x="952453" y="9654885"/>
            <a:ext cx="2485228" cy="25113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A94A2"/>
              </a:buClr>
              <a:buSzPts val="1530"/>
              <a:buFont typeface="League Spartan"/>
              <a:buNone/>
            </a:pPr>
            <a:r>
              <a:rPr b="1" lang="en-US" sz="1530">
                <a:solidFill>
                  <a:srgbClr val="8A94A2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#WeRunOnEOS2026</a:t>
            </a:r>
            <a:endParaRPr sz="1530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g3f84f4156c2_1_182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g3f84f4156c2_1_182"/>
          <p:cNvSpPr txBox="1"/>
          <p:nvPr>
            <p:ph idx="11" type="ftr"/>
          </p:nvPr>
        </p:nvSpPr>
        <p:spPr>
          <a:xfrm>
            <a:off x="20526152" y="14309647"/>
            <a:ext cx="6431400" cy="82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50" lIns="137150" spcFirstLastPara="1" rIns="137150" wrap="square" tIns="6855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r>
              <a:rPr lang="en-US">
                <a:solidFill>
                  <a:srgbClr val="747577"/>
                </a:solidFill>
              </a:rPr>
              <a:t>#EOSWorldwide</a:t>
            </a:r>
            <a:endParaRPr>
              <a:solidFill>
                <a:srgbClr val="747577"/>
              </a:solidFill>
            </a:endParaRPr>
          </a:p>
        </p:txBody>
      </p:sp>
      <p:grpSp>
        <p:nvGrpSpPr>
          <p:cNvPr id="166" name="Google Shape;166;g3f84f4156c2_1_182"/>
          <p:cNvGrpSpPr/>
          <p:nvPr/>
        </p:nvGrpSpPr>
        <p:grpSpPr>
          <a:xfrm>
            <a:off x="15375230" y="676111"/>
            <a:ext cx="2443057" cy="8235743"/>
            <a:chOff x="10258396" y="-1314060"/>
            <a:chExt cx="1628705" cy="7240850"/>
          </a:xfrm>
        </p:grpSpPr>
        <p:sp>
          <p:nvSpPr>
            <p:cNvPr id="167" name="Google Shape;167;g3f84f4156c2_1_182"/>
            <p:cNvSpPr/>
            <p:nvPr/>
          </p:nvSpPr>
          <p:spPr>
            <a:xfrm rot="-5400000">
              <a:off x="8105301" y="2068946"/>
              <a:ext cx="7055700" cy="507900"/>
            </a:xfrm>
            <a:prstGeom prst="rect">
              <a:avLst/>
            </a:prstGeom>
            <a:solidFill>
              <a:schemeClr val="lt2"/>
            </a:solidFill>
            <a:ln cap="flat" cmpd="sng" w="14300">
              <a:solidFill>
                <a:srgbClr val="CAD0D6"/>
              </a:solidFill>
              <a:prstDash val="solid"/>
              <a:miter lim="80"/>
              <a:headEnd len="sm" w="sm" type="none"/>
              <a:tailEnd len="sm" w="sm" type="none"/>
            </a:ln>
          </p:spPr>
          <p:txBody>
            <a:bodyPr anchorCtr="0" anchor="ctr" bIns="91425" lIns="182850" spcFirstLastPara="1" rIns="182850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4800"/>
                <a:buFont typeface="Arial"/>
                <a:buNone/>
              </a:pPr>
              <a:r>
                <a:t/>
              </a:r>
              <a:endParaRPr b="0" i="0" sz="4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8" name="Google Shape;168;g3f84f4156c2_1_182"/>
            <p:cNvSpPr txBox="1"/>
            <p:nvPr/>
          </p:nvSpPr>
          <p:spPr>
            <a:xfrm>
              <a:off x="10577394" y="5325890"/>
              <a:ext cx="711000" cy="600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182850" spcFirstLastPara="1" rIns="182850" wrap="square" tIns="91425">
              <a:spAutoFit/>
            </a:bodyPr>
            <a:lstStyle/>
            <a:p>
              <a:pPr indent="0" lvl="0" marL="0" marR="0" rtl="0" algn="r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3600"/>
                <a:buFont typeface="Arial"/>
                <a:buNone/>
              </a:pPr>
              <a:r>
                <a:rPr i="0" lang="en-US" sz="3600" u="none" cap="none" strike="noStrike">
                  <a:solidFill>
                    <a:srgbClr val="7F7F7F"/>
                  </a:solidFill>
                  <a:latin typeface="League Spartan Medium"/>
                  <a:ea typeface="League Spartan Medium"/>
                  <a:cs typeface="League Spartan Medium"/>
                  <a:sym typeface="League Spartan Medium"/>
                </a:rPr>
                <a:t>0%</a:t>
              </a:r>
              <a:endParaRPr i="0" sz="2100" u="none" cap="none" strike="noStrike">
                <a:solidFill>
                  <a:srgbClr val="000000"/>
                </a:solidFill>
                <a:latin typeface="League Spartan"/>
                <a:ea typeface="League Spartan"/>
                <a:cs typeface="League Spartan"/>
                <a:sym typeface="League Spartan"/>
              </a:endParaRPr>
            </a:p>
          </p:txBody>
        </p:sp>
        <p:sp>
          <p:nvSpPr>
            <p:cNvPr id="169" name="Google Shape;169;g3f84f4156c2_1_182"/>
            <p:cNvSpPr txBox="1"/>
            <p:nvPr/>
          </p:nvSpPr>
          <p:spPr>
            <a:xfrm>
              <a:off x="10258396" y="-1314060"/>
              <a:ext cx="1030200" cy="600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182850" spcFirstLastPara="1" rIns="182850" wrap="square" tIns="91425">
              <a:spAutoFit/>
            </a:bodyPr>
            <a:lstStyle/>
            <a:p>
              <a:pPr indent="0" lvl="0" marL="0" marR="0" rtl="0" algn="r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3600"/>
                <a:buFont typeface="Arial"/>
                <a:buNone/>
              </a:pPr>
              <a:r>
                <a:rPr i="0" lang="en-US" sz="3600" u="none" cap="none" strike="noStrike">
                  <a:solidFill>
                    <a:srgbClr val="7F7F7F"/>
                  </a:solidFill>
                  <a:latin typeface="League Spartan Medium"/>
                  <a:ea typeface="League Spartan Medium"/>
                  <a:cs typeface="League Spartan Medium"/>
                  <a:sym typeface="League Spartan Medium"/>
                </a:rPr>
                <a:t>100%</a:t>
              </a:r>
              <a:endParaRPr i="0" sz="2100" u="none" cap="none" strike="noStrike">
                <a:solidFill>
                  <a:srgbClr val="000000"/>
                </a:solidFill>
                <a:latin typeface="League Spartan"/>
                <a:ea typeface="League Spartan"/>
                <a:cs typeface="League Spartan"/>
                <a:sym typeface="League Spartan"/>
              </a:endParaRPr>
            </a:p>
          </p:txBody>
        </p:sp>
      </p:grpSp>
      <p:sp>
        <p:nvSpPr>
          <p:cNvPr id="170" name="Google Shape;170;g3f84f4156c2_1_182"/>
          <p:cNvSpPr/>
          <p:nvPr/>
        </p:nvSpPr>
        <p:spPr>
          <a:xfrm rot="-5400000">
            <a:off x="14136685" y="5144245"/>
            <a:ext cx="6601500" cy="762000"/>
          </a:xfrm>
          <a:prstGeom prst="rect">
            <a:avLst/>
          </a:prstGeom>
          <a:solidFill>
            <a:srgbClr val="FF7900"/>
          </a:solidFill>
          <a:ln>
            <a:noFill/>
          </a:ln>
        </p:spPr>
        <p:txBody>
          <a:bodyPr anchorCtr="0" anchor="ctr" bIns="91425" lIns="182850" spcFirstLastPara="1" rIns="182850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Arial"/>
              <a:buNone/>
            </a:pPr>
            <a:r>
              <a:t/>
            </a:r>
            <a:endParaRPr b="0" i="0" sz="4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1" name="Google Shape;171;g3f84f4156c2_1_182"/>
          <p:cNvSpPr/>
          <p:nvPr/>
        </p:nvSpPr>
        <p:spPr>
          <a:xfrm rot="5400000">
            <a:off x="16410719" y="2066787"/>
            <a:ext cx="551400" cy="315300"/>
          </a:xfrm>
          <a:prstGeom prst="triangle">
            <a:avLst>
              <a:gd fmla="val 50000" name="adj"/>
            </a:avLst>
          </a:prstGeom>
          <a:solidFill>
            <a:srgbClr val="FF7900"/>
          </a:solidFill>
          <a:ln cap="flat" cmpd="sng" w="38100">
            <a:solidFill>
              <a:srgbClr val="FF79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50" lIns="137150" spcFirstLastPara="1" rIns="137150" wrap="square" tIns="685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Arial"/>
              <a:buNone/>
            </a:pPr>
            <a:r>
              <a:t/>
            </a:r>
            <a:endParaRPr b="0" i="0" sz="4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2" name="Google Shape;172;g3f84f4156c2_1_182"/>
          <p:cNvSpPr txBox="1"/>
          <p:nvPr/>
        </p:nvSpPr>
        <p:spPr>
          <a:xfrm>
            <a:off x="12332035" y="1649028"/>
            <a:ext cx="4127100" cy="152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182850" spcFirstLastPara="1" rIns="182850" wrap="square" tIns="91425">
            <a:spAutoFit/>
          </a:bodyPr>
          <a:lstStyle/>
          <a:p>
            <a:pPr indent="0" lvl="0" marL="0" marR="0" rtl="0" algn="r">
              <a:lnSpc>
                <a:spcPct val="107142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200"/>
              <a:buFont typeface="Arial"/>
              <a:buNone/>
            </a:pPr>
            <a:r>
              <a:rPr i="0" lang="en-US" sz="4200" u="none" cap="none" strike="noStrike">
                <a:solidFill>
                  <a:schemeClr val="dk1"/>
                </a:solidFill>
                <a:latin typeface="League Spartan ExtraBold"/>
                <a:ea typeface="League Spartan ExtraBold"/>
                <a:cs typeface="League Spartan ExtraBold"/>
                <a:sym typeface="League Spartan ExtraBold"/>
              </a:rPr>
              <a:t>Goal </a:t>
            </a:r>
            <a:br>
              <a:rPr i="0" lang="en-US" sz="4200" u="none" cap="none" strike="noStrike">
                <a:solidFill>
                  <a:schemeClr val="dk1"/>
                </a:solidFill>
                <a:latin typeface="League Spartan ExtraBold"/>
                <a:ea typeface="League Spartan ExtraBold"/>
                <a:cs typeface="League Spartan ExtraBold"/>
                <a:sym typeface="League Spartan ExtraBold"/>
              </a:rPr>
            </a:br>
            <a:r>
              <a:rPr i="0" lang="en-US" sz="4200" u="none" cap="none" strike="noStrike">
                <a:solidFill>
                  <a:schemeClr val="dk1"/>
                </a:solidFill>
                <a:latin typeface="League Spartan ExtraBold"/>
                <a:ea typeface="League Spartan ExtraBold"/>
                <a:cs typeface="League Spartan ExtraBold"/>
                <a:sym typeface="League Spartan ExtraBold"/>
              </a:rPr>
              <a:t>80%</a:t>
            </a:r>
            <a:endParaRPr i="0" sz="2100" u="none" cap="none" strike="noStrike">
              <a:solidFill>
                <a:srgbClr val="000000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grpSp>
        <p:nvGrpSpPr>
          <p:cNvPr id="173" name="Google Shape;173;g3f84f4156c2_1_182"/>
          <p:cNvGrpSpPr/>
          <p:nvPr/>
        </p:nvGrpSpPr>
        <p:grpSpPr>
          <a:xfrm>
            <a:off x="6479912" y="521540"/>
            <a:ext cx="8470527" cy="8439662"/>
            <a:chOff x="4319941" y="347693"/>
            <a:chExt cx="5647018" cy="5626441"/>
          </a:xfrm>
        </p:grpSpPr>
        <p:pic>
          <p:nvPicPr>
            <p:cNvPr id="174" name="Google Shape;174;g3f84f4156c2_1_182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5781331" y="347693"/>
              <a:ext cx="2708912" cy="2041498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75" name="Google Shape;175;g3f84f4156c2_1_182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5738799" y="3899919"/>
              <a:ext cx="2793974" cy="2074215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76" name="Google Shape;176;g3f84f4156c2_1_182"/>
            <p:cNvPicPr preferRelativeResize="0"/>
            <p:nvPr/>
          </p:nvPicPr>
          <p:blipFill rotWithShape="1">
            <a:blip r:embed="rId5">
              <a:alphaModFix/>
            </a:blip>
            <a:srcRect b="0" l="0" r="0" t="0"/>
            <a:stretch/>
          </p:blipFill>
          <p:spPr>
            <a:xfrm>
              <a:off x="4327658" y="739166"/>
              <a:ext cx="2381748" cy="2368662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77" name="Google Shape;177;g3f84f4156c2_1_182"/>
            <p:cNvPicPr preferRelativeResize="0"/>
            <p:nvPr/>
          </p:nvPicPr>
          <p:blipFill rotWithShape="1">
            <a:blip r:embed="rId6">
              <a:alphaModFix/>
            </a:blip>
            <a:srcRect b="0" l="0" r="0" t="0"/>
            <a:stretch/>
          </p:blipFill>
          <p:spPr>
            <a:xfrm>
              <a:off x="7578667" y="726079"/>
              <a:ext cx="2388292" cy="2381748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78" name="Google Shape;178;g3f84f4156c2_1_182"/>
            <p:cNvPicPr preferRelativeResize="0"/>
            <p:nvPr/>
          </p:nvPicPr>
          <p:blipFill rotWithShape="1">
            <a:blip r:embed="rId7">
              <a:alphaModFix/>
            </a:blip>
            <a:srcRect b="0" l="0" r="0" t="0"/>
            <a:stretch/>
          </p:blipFill>
          <p:spPr>
            <a:xfrm>
              <a:off x="4319941" y="3178949"/>
              <a:ext cx="2349032" cy="2381748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79" name="Google Shape;179;g3f84f4156c2_1_182"/>
            <p:cNvPicPr preferRelativeResize="0"/>
            <p:nvPr/>
          </p:nvPicPr>
          <p:blipFill rotWithShape="1">
            <a:blip r:embed="rId8">
              <a:alphaModFix/>
            </a:blip>
            <a:srcRect b="0" l="0" r="0" t="0"/>
            <a:stretch/>
          </p:blipFill>
          <p:spPr>
            <a:xfrm>
              <a:off x="7624470" y="3178949"/>
              <a:ext cx="2342489" cy="2401378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80" name="Google Shape;180;g3f84f4156c2_1_182"/>
            <p:cNvPicPr preferRelativeResize="0"/>
            <p:nvPr/>
          </p:nvPicPr>
          <p:blipFill rotWithShape="1">
            <a:blip r:embed="rId9">
              <a:alphaModFix/>
            </a:blip>
            <a:srcRect b="0" l="0" r="0" t="0"/>
            <a:stretch/>
          </p:blipFill>
          <p:spPr>
            <a:xfrm>
              <a:off x="6290711" y="2301647"/>
              <a:ext cx="1720879" cy="1720879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81" name="Google Shape;181;g3f84f4156c2_1_182"/>
          <p:cNvSpPr/>
          <p:nvPr/>
        </p:nvSpPr>
        <p:spPr>
          <a:xfrm>
            <a:off x="952453" y="1085800"/>
            <a:ext cx="18021300" cy="7425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42233"/>
              </a:buClr>
              <a:buSzPts val="4800"/>
              <a:buFont typeface="League Spartan"/>
              <a:buNone/>
            </a:pPr>
            <a:r>
              <a:rPr b="1" lang="en-US" sz="4800">
                <a:solidFill>
                  <a:srgbClr val="142233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The </a:t>
            </a:r>
            <a:r>
              <a:rPr b="1" lang="en-US" sz="4800">
                <a:solidFill>
                  <a:srgbClr val="F04E23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EOS</a:t>
            </a:r>
            <a:r>
              <a:rPr b="1" lang="en-US" sz="4800">
                <a:solidFill>
                  <a:srgbClr val="142233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 Model®</a:t>
            </a:r>
            <a:endParaRPr sz="4800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182" name="Google Shape;182;g3f84f4156c2_1_182"/>
          <p:cNvSpPr/>
          <p:nvPr/>
        </p:nvSpPr>
        <p:spPr>
          <a:xfrm>
            <a:off x="952453" y="9654885"/>
            <a:ext cx="2485200" cy="2511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A5AAAF"/>
              </a:buClr>
              <a:buSzPts val="1530"/>
              <a:buFont typeface="League Spartan"/>
              <a:buNone/>
            </a:pPr>
            <a:r>
              <a:rPr b="1" lang="en-US" sz="1530">
                <a:solidFill>
                  <a:srgbClr val="A5AAAF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#WeRunOnEOS2026</a:t>
            </a:r>
            <a:endParaRPr sz="1530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pic>
        <p:nvPicPr>
          <p:cNvPr descr="preencoded.png" id="183" name="Google Shape;183;g3f84f4156c2_1_182"/>
          <p:cNvPicPr preferRelativeResize="0"/>
          <p:nvPr/>
        </p:nvPicPr>
        <p:blipFill rotWithShape="1">
          <a:blip r:embed="rId10">
            <a:alphaModFix amt="35000"/>
          </a:blip>
          <a:srcRect b="0" l="0" r="0" t="0"/>
          <a:stretch/>
        </p:blipFill>
        <p:spPr>
          <a:xfrm>
            <a:off x="16687858" y="9334388"/>
            <a:ext cx="647649" cy="609744"/>
          </a:xfrm>
          <a:prstGeom prst="rect">
            <a:avLst/>
          </a:prstGeom>
          <a:noFill/>
          <a:ln>
            <a:noFill/>
          </a:ln>
        </p:spPr>
      </p:pic>
      <p:sp>
        <p:nvSpPr>
          <p:cNvPr id="184" name="Google Shape;184;g3f84f4156c2_1_182"/>
          <p:cNvSpPr/>
          <p:nvPr/>
        </p:nvSpPr>
        <p:spPr>
          <a:xfrm>
            <a:off x="17030702" y="9353409"/>
            <a:ext cx="356700" cy="1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76308"/>
              </a:lnSpc>
              <a:spcBef>
                <a:spcPts val="0"/>
              </a:spcBef>
              <a:spcAft>
                <a:spcPts val="0"/>
              </a:spcAft>
              <a:buClr>
                <a:srgbClr val="FF7900"/>
              </a:buClr>
              <a:buSzPts val="901"/>
              <a:buFont typeface="League Spartan"/>
              <a:buNone/>
            </a:pPr>
            <a:r>
              <a:rPr b="1" lang="en-US" sz="902">
                <a:solidFill>
                  <a:srgbClr val="FF79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2026</a:t>
            </a:r>
            <a:endParaRPr sz="902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g3f84f4156c2_1_203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g3f84f4156c2_1_203"/>
          <p:cNvSpPr txBox="1"/>
          <p:nvPr>
            <p:ph idx="11" type="ftr"/>
          </p:nvPr>
        </p:nvSpPr>
        <p:spPr>
          <a:xfrm>
            <a:off x="20526152" y="14309647"/>
            <a:ext cx="6431400" cy="82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50" lIns="137150" spcFirstLastPara="1" rIns="137150" wrap="square" tIns="6855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r>
              <a:rPr lang="en-US">
                <a:solidFill>
                  <a:srgbClr val="747577"/>
                </a:solidFill>
              </a:rPr>
              <a:t>#EOSWorldwide</a:t>
            </a:r>
            <a:endParaRPr>
              <a:solidFill>
                <a:srgbClr val="747577"/>
              </a:solidFill>
            </a:endParaRPr>
          </a:p>
        </p:txBody>
      </p:sp>
      <p:grpSp>
        <p:nvGrpSpPr>
          <p:cNvPr id="191" name="Google Shape;191;g3f84f4156c2_1_203"/>
          <p:cNvGrpSpPr/>
          <p:nvPr/>
        </p:nvGrpSpPr>
        <p:grpSpPr>
          <a:xfrm>
            <a:off x="15375230" y="676418"/>
            <a:ext cx="2443057" cy="8235436"/>
            <a:chOff x="10258396" y="-1313790"/>
            <a:chExt cx="1628705" cy="7240580"/>
          </a:xfrm>
        </p:grpSpPr>
        <p:sp>
          <p:nvSpPr>
            <p:cNvPr id="192" name="Google Shape;192;g3f84f4156c2_1_203"/>
            <p:cNvSpPr/>
            <p:nvPr/>
          </p:nvSpPr>
          <p:spPr>
            <a:xfrm rot="-5400000">
              <a:off x="8105301" y="2068947"/>
              <a:ext cx="7055700" cy="507900"/>
            </a:xfrm>
            <a:prstGeom prst="rect">
              <a:avLst/>
            </a:prstGeom>
            <a:solidFill>
              <a:schemeClr val="lt2"/>
            </a:solidFill>
            <a:ln cap="flat" cmpd="sng" w="14300">
              <a:solidFill>
                <a:srgbClr val="CAD0D6"/>
              </a:solidFill>
              <a:prstDash val="solid"/>
              <a:miter lim="80"/>
              <a:headEnd len="sm" w="sm" type="none"/>
              <a:tailEnd len="sm" w="sm" type="none"/>
            </a:ln>
          </p:spPr>
          <p:txBody>
            <a:bodyPr anchorCtr="0" anchor="ctr" bIns="91425" lIns="182850" spcFirstLastPara="1" rIns="182850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4800"/>
                <a:buFont typeface="Arial"/>
                <a:buNone/>
              </a:pPr>
              <a:r>
                <a:t/>
              </a:r>
              <a:endParaRPr b="0" i="0" sz="4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3" name="Google Shape;193;g3f84f4156c2_1_203"/>
            <p:cNvSpPr txBox="1"/>
            <p:nvPr/>
          </p:nvSpPr>
          <p:spPr>
            <a:xfrm>
              <a:off x="10577394" y="5325890"/>
              <a:ext cx="711000" cy="600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182850" spcFirstLastPara="1" rIns="182850" wrap="square" tIns="91425">
              <a:spAutoFit/>
            </a:bodyPr>
            <a:lstStyle/>
            <a:p>
              <a:pPr indent="0" lvl="0" marL="0" marR="0" rtl="0" algn="r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3600"/>
                <a:buFont typeface="Arial"/>
                <a:buNone/>
              </a:pPr>
              <a:r>
                <a:rPr b="0" i="0" lang="en-US" sz="3600" u="none" cap="none" strike="noStrike">
                  <a:solidFill>
                    <a:srgbClr val="7F7F7F"/>
                  </a:solidFill>
                  <a:latin typeface="Montserrat Medium"/>
                  <a:ea typeface="Montserrat Medium"/>
                  <a:cs typeface="Montserrat Medium"/>
                  <a:sym typeface="Montserrat Medium"/>
                </a:rPr>
                <a:t>0%</a:t>
              </a:r>
              <a:endParaRPr b="0" i="0" sz="2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4" name="Google Shape;194;g3f84f4156c2_1_203"/>
            <p:cNvSpPr txBox="1"/>
            <p:nvPr/>
          </p:nvSpPr>
          <p:spPr>
            <a:xfrm>
              <a:off x="10258396" y="-1313790"/>
              <a:ext cx="1030200" cy="600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182850" spcFirstLastPara="1" rIns="182850" wrap="square" tIns="91425">
              <a:spAutoFit/>
            </a:bodyPr>
            <a:lstStyle/>
            <a:p>
              <a:pPr indent="0" lvl="0" marL="0" marR="0" rtl="0" algn="r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3600"/>
                <a:buFont typeface="Arial"/>
                <a:buNone/>
              </a:pPr>
              <a:r>
                <a:rPr b="0" i="0" lang="en-US" sz="3600" u="none" cap="none" strike="noStrike">
                  <a:solidFill>
                    <a:srgbClr val="7F7F7F"/>
                  </a:solidFill>
                  <a:latin typeface="Montserrat Medium"/>
                  <a:ea typeface="Montserrat Medium"/>
                  <a:cs typeface="Montserrat Medium"/>
                  <a:sym typeface="Montserrat Medium"/>
                </a:rPr>
                <a:t>100%</a:t>
              </a:r>
              <a:endParaRPr b="0" i="0" sz="2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95" name="Google Shape;195;g3f84f4156c2_1_203"/>
          <p:cNvSpPr/>
          <p:nvPr/>
        </p:nvSpPr>
        <p:spPr>
          <a:xfrm rot="-5400000">
            <a:off x="16725085" y="7732643"/>
            <a:ext cx="1424700" cy="762000"/>
          </a:xfrm>
          <a:prstGeom prst="rect">
            <a:avLst/>
          </a:prstGeom>
          <a:solidFill>
            <a:srgbClr val="FF7900"/>
          </a:solidFill>
          <a:ln>
            <a:noFill/>
          </a:ln>
        </p:spPr>
        <p:txBody>
          <a:bodyPr anchorCtr="0" anchor="ctr" bIns="91425" lIns="182850" spcFirstLastPara="1" rIns="182850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Arial"/>
              <a:buNone/>
            </a:pPr>
            <a:r>
              <a:t/>
            </a:r>
            <a:endParaRPr b="0" i="0" sz="4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g3f84f4156c2_1_203"/>
          <p:cNvSpPr/>
          <p:nvPr/>
        </p:nvSpPr>
        <p:spPr>
          <a:xfrm rot="5400000">
            <a:off x="16410719" y="7252818"/>
            <a:ext cx="551400" cy="315300"/>
          </a:xfrm>
          <a:prstGeom prst="triangle">
            <a:avLst>
              <a:gd fmla="val 50000" name="adj"/>
            </a:avLst>
          </a:prstGeom>
          <a:solidFill>
            <a:srgbClr val="A3AEB8"/>
          </a:solidFill>
          <a:ln cap="flat" cmpd="sng" w="38100">
            <a:solidFill>
              <a:srgbClr val="A3AEB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50" lIns="137150" spcFirstLastPara="1" rIns="137150" wrap="square" tIns="685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Arial"/>
              <a:buNone/>
            </a:pPr>
            <a:r>
              <a:t/>
            </a:r>
            <a:endParaRPr b="0" i="0" sz="4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7" name="Google Shape;197;g3f84f4156c2_1_203"/>
          <p:cNvSpPr txBox="1"/>
          <p:nvPr/>
        </p:nvSpPr>
        <p:spPr>
          <a:xfrm>
            <a:off x="12332035" y="6895571"/>
            <a:ext cx="4127100" cy="152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182850" spcFirstLastPara="1" rIns="182850" wrap="square" tIns="91425">
            <a:spAutoFit/>
          </a:bodyPr>
          <a:lstStyle/>
          <a:p>
            <a:pPr indent="0" lvl="0" marL="0" marR="0" rtl="0" algn="r">
              <a:lnSpc>
                <a:spcPct val="107142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200"/>
              <a:buFont typeface="Arial"/>
              <a:buNone/>
            </a:pPr>
            <a:r>
              <a:rPr i="0" lang="en-US" sz="4200" u="none" cap="none" strike="noStrike">
                <a:solidFill>
                  <a:schemeClr val="dk1"/>
                </a:solidFill>
                <a:latin typeface="League Spartan ExtraBold"/>
                <a:ea typeface="League Spartan ExtraBold"/>
                <a:cs typeface="League Spartan ExtraBold"/>
                <a:sym typeface="League Spartan ExtraBold"/>
              </a:rPr>
              <a:t>Most </a:t>
            </a:r>
            <a:endParaRPr i="0" sz="2100" u="none" cap="none" strike="noStrike">
              <a:solidFill>
                <a:srgbClr val="000000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  <a:p>
            <a:pPr indent="0" lvl="0" marL="0" marR="0" rtl="0" algn="r">
              <a:lnSpc>
                <a:spcPct val="107142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200"/>
              <a:buFont typeface="Arial"/>
              <a:buNone/>
            </a:pPr>
            <a:r>
              <a:rPr i="0" lang="en-US" sz="4200" u="none" cap="none" strike="noStrike">
                <a:solidFill>
                  <a:schemeClr val="dk1"/>
                </a:solidFill>
                <a:latin typeface="League Spartan ExtraBold"/>
                <a:ea typeface="League Spartan ExtraBold"/>
                <a:cs typeface="League Spartan ExtraBold"/>
                <a:sym typeface="League Spartan ExtraBold"/>
              </a:rPr>
              <a:t>20%</a:t>
            </a:r>
            <a:endParaRPr i="0" sz="2100" u="none" cap="none" strike="noStrike">
              <a:solidFill>
                <a:srgbClr val="000000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grpSp>
        <p:nvGrpSpPr>
          <p:cNvPr id="198" name="Google Shape;198;g3f84f4156c2_1_203"/>
          <p:cNvGrpSpPr/>
          <p:nvPr/>
        </p:nvGrpSpPr>
        <p:grpSpPr>
          <a:xfrm>
            <a:off x="6479912" y="521540"/>
            <a:ext cx="8470527" cy="8439662"/>
            <a:chOff x="4319941" y="347693"/>
            <a:chExt cx="5647018" cy="5626441"/>
          </a:xfrm>
        </p:grpSpPr>
        <p:pic>
          <p:nvPicPr>
            <p:cNvPr id="199" name="Google Shape;199;g3f84f4156c2_1_203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5781331" y="347693"/>
              <a:ext cx="2708912" cy="2041498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00" name="Google Shape;200;g3f84f4156c2_1_203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5738799" y="3899919"/>
              <a:ext cx="2793974" cy="2074215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01" name="Google Shape;201;g3f84f4156c2_1_203"/>
            <p:cNvPicPr preferRelativeResize="0"/>
            <p:nvPr/>
          </p:nvPicPr>
          <p:blipFill rotWithShape="1">
            <a:blip r:embed="rId5">
              <a:alphaModFix/>
            </a:blip>
            <a:srcRect b="0" l="0" r="0" t="0"/>
            <a:stretch/>
          </p:blipFill>
          <p:spPr>
            <a:xfrm>
              <a:off x="4327658" y="739166"/>
              <a:ext cx="2381748" cy="2368662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02" name="Google Shape;202;g3f84f4156c2_1_203"/>
            <p:cNvPicPr preferRelativeResize="0"/>
            <p:nvPr/>
          </p:nvPicPr>
          <p:blipFill rotWithShape="1">
            <a:blip r:embed="rId6">
              <a:alphaModFix/>
            </a:blip>
            <a:srcRect b="0" l="0" r="0" t="0"/>
            <a:stretch/>
          </p:blipFill>
          <p:spPr>
            <a:xfrm>
              <a:off x="7578667" y="726079"/>
              <a:ext cx="2388292" cy="2381748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03" name="Google Shape;203;g3f84f4156c2_1_203"/>
            <p:cNvPicPr preferRelativeResize="0"/>
            <p:nvPr/>
          </p:nvPicPr>
          <p:blipFill rotWithShape="1">
            <a:blip r:embed="rId7">
              <a:alphaModFix/>
            </a:blip>
            <a:srcRect b="0" l="0" r="0" t="0"/>
            <a:stretch/>
          </p:blipFill>
          <p:spPr>
            <a:xfrm>
              <a:off x="4319941" y="3178949"/>
              <a:ext cx="2349032" cy="2381748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04" name="Google Shape;204;g3f84f4156c2_1_203"/>
            <p:cNvPicPr preferRelativeResize="0"/>
            <p:nvPr/>
          </p:nvPicPr>
          <p:blipFill rotWithShape="1">
            <a:blip r:embed="rId8">
              <a:alphaModFix/>
            </a:blip>
            <a:srcRect b="0" l="0" r="0" t="0"/>
            <a:stretch/>
          </p:blipFill>
          <p:spPr>
            <a:xfrm>
              <a:off x="7624470" y="3178949"/>
              <a:ext cx="2342489" cy="2401378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05" name="Google Shape;205;g3f84f4156c2_1_203"/>
            <p:cNvPicPr preferRelativeResize="0"/>
            <p:nvPr/>
          </p:nvPicPr>
          <p:blipFill rotWithShape="1">
            <a:blip r:embed="rId9">
              <a:alphaModFix/>
            </a:blip>
            <a:srcRect b="0" l="0" r="0" t="0"/>
            <a:stretch/>
          </p:blipFill>
          <p:spPr>
            <a:xfrm>
              <a:off x="6290711" y="2301647"/>
              <a:ext cx="1720879" cy="1720879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206" name="Google Shape;206;g3f84f4156c2_1_203"/>
          <p:cNvSpPr/>
          <p:nvPr/>
        </p:nvSpPr>
        <p:spPr>
          <a:xfrm>
            <a:off x="952453" y="1085800"/>
            <a:ext cx="18021300" cy="7425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42233"/>
              </a:buClr>
              <a:buSzPts val="4800"/>
              <a:buFont typeface="League Spartan"/>
              <a:buNone/>
            </a:pPr>
            <a:r>
              <a:rPr b="1" lang="en-US" sz="4800">
                <a:solidFill>
                  <a:srgbClr val="142233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The </a:t>
            </a:r>
            <a:r>
              <a:rPr b="1" lang="en-US" sz="4800">
                <a:solidFill>
                  <a:srgbClr val="F04E23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EOS</a:t>
            </a:r>
            <a:r>
              <a:rPr b="1" lang="en-US" sz="4800">
                <a:solidFill>
                  <a:srgbClr val="142233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 Model®</a:t>
            </a:r>
            <a:endParaRPr sz="4800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207" name="Google Shape;207;g3f84f4156c2_1_203"/>
          <p:cNvSpPr/>
          <p:nvPr/>
        </p:nvSpPr>
        <p:spPr>
          <a:xfrm>
            <a:off x="952453" y="9654885"/>
            <a:ext cx="2485200" cy="2511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A5AAAF"/>
              </a:buClr>
              <a:buSzPts val="1530"/>
              <a:buFont typeface="League Spartan"/>
              <a:buNone/>
            </a:pPr>
            <a:r>
              <a:rPr b="1" lang="en-US" sz="1530">
                <a:solidFill>
                  <a:srgbClr val="A5AAAF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#WeRunOnEOS2026</a:t>
            </a:r>
            <a:endParaRPr sz="1530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pic>
        <p:nvPicPr>
          <p:cNvPr descr="preencoded.png" id="208" name="Google Shape;208;g3f84f4156c2_1_203"/>
          <p:cNvPicPr preferRelativeResize="0"/>
          <p:nvPr/>
        </p:nvPicPr>
        <p:blipFill rotWithShape="1">
          <a:blip r:embed="rId10">
            <a:alphaModFix amt="35000"/>
          </a:blip>
          <a:srcRect b="0" l="0" r="0" t="0"/>
          <a:stretch/>
        </p:blipFill>
        <p:spPr>
          <a:xfrm>
            <a:off x="16687858" y="9334388"/>
            <a:ext cx="647649" cy="609744"/>
          </a:xfrm>
          <a:prstGeom prst="rect">
            <a:avLst/>
          </a:prstGeom>
          <a:noFill/>
          <a:ln>
            <a:noFill/>
          </a:ln>
        </p:spPr>
      </p:pic>
      <p:sp>
        <p:nvSpPr>
          <p:cNvPr id="209" name="Google Shape;209;g3f84f4156c2_1_203"/>
          <p:cNvSpPr/>
          <p:nvPr/>
        </p:nvSpPr>
        <p:spPr>
          <a:xfrm>
            <a:off x="17030702" y="9353409"/>
            <a:ext cx="356700" cy="1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76308"/>
              </a:lnSpc>
              <a:spcBef>
                <a:spcPts val="0"/>
              </a:spcBef>
              <a:spcAft>
                <a:spcPts val="0"/>
              </a:spcAft>
              <a:buClr>
                <a:srgbClr val="FF7900"/>
              </a:buClr>
              <a:buSzPts val="901"/>
              <a:buFont typeface="League Spartan"/>
              <a:buNone/>
            </a:pPr>
            <a:r>
              <a:rPr b="1" lang="en-US" sz="902">
                <a:solidFill>
                  <a:srgbClr val="FF79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2026</a:t>
            </a:r>
            <a:endParaRPr sz="902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9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g3f84f4156c2_1_224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g3f84f4156c2_1_224"/>
          <p:cNvSpPr txBox="1"/>
          <p:nvPr>
            <p:ph idx="11" type="ftr"/>
          </p:nvPr>
        </p:nvSpPr>
        <p:spPr>
          <a:xfrm>
            <a:off x="20526152" y="14309647"/>
            <a:ext cx="6431400" cy="82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50" lIns="137150" spcFirstLastPara="1" rIns="137150" wrap="square" tIns="6855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r>
              <a:rPr lang="en-US">
                <a:solidFill>
                  <a:srgbClr val="747577"/>
                </a:solidFill>
              </a:rPr>
              <a:t>#EOSWorldwide</a:t>
            </a:r>
            <a:endParaRPr>
              <a:solidFill>
                <a:srgbClr val="747577"/>
              </a:solidFill>
            </a:endParaRPr>
          </a:p>
        </p:txBody>
      </p:sp>
      <p:pic>
        <p:nvPicPr>
          <p:cNvPr id="216" name="Google Shape;216;g3f84f4156c2_1_2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866308" y="919215"/>
            <a:ext cx="7694681" cy="7686102"/>
          </a:xfrm>
          <a:prstGeom prst="rect">
            <a:avLst/>
          </a:prstGeom>
          <a:noFill/>
          <a:ln>
            <a:noFill/>
          </a:ln>
        </p:spPr>
      </p:pic>
      <p:pic>
        <p:nvPicPr>
          <p:cNvPr id="217" name="Google Shape;217;g3f84f4156c2_1_2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476629" y="437322"/>
            <a:ext cx="4470244" cy="3368878"/>
          </a:xfrm>
          <a:prstGeom prst="rect">
            <a:avLst/>
          </a:prstGeom>
          <a:noFill/>
          <a:ln>
            <a:noFill/>
          </a:ln>
        </p:spPr>
      </p:pic>
      <p:pic>
        <p:nvPicPr>
          <p:cNvPr id="218" name="Google Shape;218;g3f84f4156c2_1_224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9600651" y="3630218"/>
            <a:ext cx="2254568" cy="2254568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g3f84f4156c2_1_224"/>
          <p:cNvSpPr txBox="1"/>
          <p:nvPr/>
        </p:nvSpPr>
        <p:spPr>
          <a:xfrm>
            <a:off x="9444374" y="1708869"/>
            <a:ext cx="2985000" cy="5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50" lIns="137150" spcFirstLastPara="1" rIns="137150" wrap="square" tIns="68550">
            <a:spAutoFit/>
          </a:bodyPr>
          <a:lstStyle/>
          <a:p>
            <a:pPr indent="-177800" lvl="0" marL="177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League Spartan"/>
              <a:buChar char="•"/>
            </a:pPr>
            <a:r>
              <a:rPr i="0" lang="en-US" sz="2400" u="none" cap="none" strike="noStrike">
                <a:solidFill>
                  <a:schemeClr val="lt1"/>
                </a:solidFill>
                <a:latin typeface="League Spartan Medium"/>
                <a:ea typeface="League Spartan Medium"/>
                <a:cs typeface="League Spartan Medium"/>
                <a:sym typeface="League Spartan Medium"/>
              </a:rPr>
              <a:t>8 Questions</a:t>
            </a:r>
            <a:endParaRPr i="0" sz="2100" u="none" cap="none" strike="noStrike">
              <a:solidFill>
                <a:srgbClr val="000000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220" name="Google Shape;220;g3f84f4156c2_1_224"/>
          <p:cNvSpPr/>
          <p:nvPr/>
        </p:nvSpPr>
        <p:spPr>
          <a:xfrm>
            <a:off x="952453" y="1085800"/>
            <a:ext cx="18021300" cy="7425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42233"/>
              </a:buClr>
              <a:buSzPts val="4800"/>
              <a:buFont typeface="League Spartan"/>
              <a:buNone/>
            </a:pPr>
            <a:r>
              <a:rPr b="1" lang="en-US" sz="4800">
                <a:solidFill>
                  <a:srgbClr val="142233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The </a:t>
            </a:r>
            <a:r>
              <a:rPr b="1" lang="en-US" sz="4800">
                <a:solidFill>
                  <a:srgbClr val="F04E23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EOS</a:t>
            </a:r>
            <a:r>
              <a:rPr b="1" lang="en-US" sz="4800">
                <a:solidFill>
                  <a:srgbClr val="142233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 Model®</a:t>
            </a:r>
            <a:endParaRPr sz="4800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221" name="Google Shape;221;g3f84f4156c2_1_224"/>
          <p:cNvSpPr/>
          <p:nvPr/>
        </p:nvSpPr>
        <p:spPr>
          <a:xfrm>
            <a:off x="952453" y="9654885"/>
            <a:ext cx="2485200" cy="2511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A5AAAF"/>
              </a:buClr>
              <a:buSzPts val="1530"/>
              <a:buFont typeface="League Spartan"/>
              <a:buNone/>
            </a:pPr>
            <a:r>
              <a:rPr b="1" lang="en-US" sz="1530">
                <a:solidFill>
                  <a:srgbClr val="A5AAAF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#WeRunOnEOS2026</a:t>
            </a:r>
            <a:endParaRPr sz="1530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pic>
        <p:nvPicPr>
          <p:cNvPr descr="preencoded.png" id="222" name="Google Shape;222;g3f84f4156c2_1_224"/>
          <p:cNvPicPr preferRelativeResize="0"/>
          <p:nvPr/>
        </p:nvPicPr>
        <p:blipFill rotWithShape="1">
          <a:blip r:embed="rId6">
            <a:alphaModFix amt="35000"/>
          </a:blip>
          <a:srcRect b="0" l="0" r="0" t="0"/>
          <a:stretch/>
        </p:blipFill>
        <p:spPr>
          <a:xfrm>
            <a:off x="16687858" y="9334388"/>
            <a:ext cx="647649" cy="609744"/>
          </a:xfrm>
          <a:prstGeom prst="rect">
            <a:avLst/>
          </a:prstGeom>
          <a:noFill/>
          <a:ln>
            <a:noFill/>
          </a:ln>
        </p:spPr>
      </p:pic>
      <p:sp>
        <p:nvSpPr>
          <p:cNvPr id="223" name="Google Shape;223;g3f84f4156c2_1_224"/>
          <p:cNvSpPr/>
          <p:nvPr/>
        </p:nvSpPr>
        <p:spPr>
          <a:xfrm>
            <a:off x="17030702" y="9353409"/>
            <a:ext cx="356700" cy="1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76308"/>
              </a:lnSpc>
              <a:spcBef>
                <a:spcPts val="0"/>
              </a:spcBef>
              <a:spcAft>
                <a:spcPts val="0"/>
              </a:spcAft>
              <a:buClr>
                <a:srgbClr val="FF7900"/>
              </a:buClr>
              <a:buSzPts val="901"/>
              <a:buFont typeface="League Spartan"/>
              <a:buNone/>
            </a:pPr>
            <a:r>
              <a:rPr b="1" lang="en-US" sz="902">
                <a:solidFill>
                  <a:srgbClr val="FF79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2026</a:t>
            </a:r>
            <a:endParaRPr sz="902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g3f84f4156c2_1_391"/>
          <p:cNvSpPr/>
          <p:nvPr/>
        </p:nvSpPr>
        <p:spPr>
          <a:xfrm>
            <a:off x="952453" y="1085800"/>
            <a:ext cx="18021300" cy="7425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42233"/>
              </a:buClr>
              <a:buSzPts val="4800"/>
              <a:buFont typeface="League Spartan"/>
              <a:buNone/>
            </a:pPr>
            <a:r>
              <a:rPr b="1" lang="en-US" sz="4800">
                <a:solidFill>
                  <a:srgbClr val="142233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The Vision/Traction Organizer™</a:t>
            </a:r>
            <a:endParaRPr b="1" sz="4800">
              <a:solidFill>
                <a:srgbClr val="142233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230" name="Google Shape;230;g3f84f4156c2_1_391"/>
          <p:cNvSpPr/>
          <p:nvPr/>
        </p:nvSpPr>
        <p:spPr>
          <a:xfrm>
            <a:off x="17030702" y="9353409"/>
            <a:ext cx="356700" cy="1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76308"/>
              </a:lnSpc>
              <a:spcBef>
                <a:spcPts val="0"/>
              </a:spcBef>
              <a:spcAft>
                <a:spcPts val="0"/>
              </a:spcAft>
              <a:buClr>
                <a:srgbClr val="FF7900"/>
              </a:buClr>
              <a:buSzPts val="901"/>
              <a:buFont typeface="Arial"/>
              <a:buNone/>
            </a:pPr>
            <a:r>
              <a:rPr b="1" lang="en-US" sz="902">
                <a:solidFill>
                  <a:srgbClr val="FF7900"/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  <a:endParaRPr sz="902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1" name="Google Shape;231;g3f84f4156c2_1_391"/>
          <p:cNvSpPr/>
          <p:nvPr/>
        </p:nvSpPr>
        <p:spPr>
          <a:xfrm>
            <a:off x="952453" y="9654885"/>
            <a:ext cx="2485200" cy="2511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A5AAAF"/>
              </a:buClr>
              <a:buSzPts val="1530"/>
              <a:buFont typeface="League Spartan"/>
              <a:buNone/>
            </a:pPr>
            <a:r>
              <a:rPr b="1" lang="en-US" sz="1530">
                <a:solidFill>
                  <a:srgbClr val="A5AAAF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#WeRunOnEOS2026</a:t>
            </a:r>
            <a:endParaRPr sz="1530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pic>
        <p:nvPicPr>
          <p:cNvPr descr="preencoded.png" id="232" name="Google Shape;232;g3f84f4156c2_1_391"/>
          <p:cNvPicPr preferRelativeResize="0"/>
          <p:nvPr/>
        </p:nvPicPr>
        <p:blipFill rotWithShape="1">
          <a:blip r:embed="rId3">
            <a:alphaModFix amt="35000"/>
          </a:blip>
          <a:srcRect b="0" l="0" r="0" t="0"/>
          <a:stretch/>
        </p:blipFill>
        <p:spPr>
          <a:xfrm>
            <a:off x="16687858" y="9334388"/>
            <a:ext cx="647649" cy="609744"/>
          </a:xfrm>
          <a:prstGeom prst="rect">
            <a:avLst/>
          </a:prstGeom>
          <a:noFill/>
          <a:ln>
            <a:noFill/>
          </a:ln>
        </p:spPr>
      </p:pic>
      <p:pic>
        <p:nvPicPr>
          <p:cNvPr id="233" name="Google Shape;233;g3f84f4156c2_1_391"/>
          <p:cNvPicPr preferRelativeResize="0"/>
          <p:nvPr/>
        </p:nvPicPr>
        <p:blipFill rotWithShape="1">
          <a:blip r:embed="rId4">
            <a:alphaModFix/>
          </a:blip>
          <a:srcRect b="3627" l="0" r="0" t="3617"/>
          <a:stretch/>
        </p:blipFill>
        <p:spPr>
          <a:xfrm>
            <a:off x="3781838" y="1828300"/>
            <a:ext cx="10724324" cy="76870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38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Google Shape;239;g3f876a7ffbd_0_1040"/>
          <p:cNvSpPr/>
          <p:nvPr/>
        </p:nvSpPr>
        <p:spPr>
          <a:xfrm>
            <a:off x="952453" y="1085800"/>
            <a:ext cx="18021300" cy="7425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42233"/>
              </a:buClr>
              <a:buSzPts val="4800"/>
              <a:buFont typeface="League Spartan"/>
              <a:buNone/>
            </a:pPr>
            <a:r>
              <a:rPr b="1" lang="en-US" sz="4800">
                <a:solidFill>
                  <a:srgbClr val="142233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V/TO™</a:t>
            </a:r>
            <a:endParaRPr b="1" sz="4800">
              <a:solidFill>
                <a:srgbClr val="142233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240" name="Google Shape;240;g3f876a7ffbd_0_1040"/>
          <p:cNvSpPr/>
          <p:nvPr/>
        </p:nvSpPr>
        <p:spPr>
          <a:xfrm>
            <a:off x="17030702" y="9353409"/>
            <a:ext cx="356700" cy="1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76308"/>
              </a:lnSpc>
              <a:spcBef>
                <a:spcPts val="0"/>
              </a:spcBef>
              <a:spcAft>
                <a:spcPts val="0"/>
              </a:spcAft>
              <a:buClr>
                <a:srgbClr val="FF7900"/>
              </a:buClr>
              <a:buSzPts val="901"/>
              <a:buFont typeface="Arial"/>
              <a:buNone/>
            </a:pPr>
            <a:r>
              <a:rPr b="1" lang="en-US" sz="902">
                <a:solidFill>
                  <a:srgbClr val="FF7900"/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  <a:endParaRPr sz="902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41" name="Google Shape;241;g3f876a7ffbd_0_1040"/>
          <p:cNvPicPr preferRelativeResize="0"/>
          <p:nvPr/>
        </p:nvPicPr>
        <p:blipFill rotWithShape="1">
          <a:blip r:embed="rId3">
            <a:alphaModFix/>
          </a:blip>
          <a:srcRect b="3840" l="0" r="0" t="3840"/>
          <a:stretch/>
        </p:blipFill>
        <p:spPr>
          <a:xfrm>
            <a:off x="3658288" y="1688750"/>
            <a:ext cx="10971424" cy="7826650"/>
          </a:xfrm>
          <a:prstGeom prst="rect">
            <a:avLst/>
          </a:prstGeom>
          <a:noFill/>
          <a:ln>
            <a:noFill/>
          </a:ln>
        </p:spPr>
      </p:pic>
      <p:sp>
        <p:nvSpPr>
          <p:cNvPr id="242" name="Google Shape;242;g3f876a7ffbd_0_1040"/>
          <p:cNvSpPr/>
          <p:nvPr/>
        </p:nvSpPr>
        <p:spPr>
          <a:xfrm>
            <a:off x="952453" y="9654885"/>
            <a:ext cx="2485200" cy="2511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A5AAAF"/>
              </a:buClr>
              <a:buSzPts val="1530"/>
              <a:buFont typeface="League Spartan"/>
              <a:buNone/>
            </a:pPr>
            <a:r>
              <a:rPr b="1" lang="en-US" sz="1530">
                <a:solidFill>
                  <a:srgbClr val="A5AAAF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#WeRunOnEOS2026</a:t>
            </a:r>
            <a:endParaRPr sz="1530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pic>
        <p:nvPicPr>
          <p:cNvPr descr="preencoded.png" id="243" name="Google Shape;243;g3f876a7ffbd_0_1040"/>
          <p:cNvPicPr preferRelativeResize="0"/>
          <p:nvPr/>
        </p:nvPicPr>
        <p:blipFill rotWithShape="1">
          <a:blip r:embed="rId4">
            <a:alphaModFix amt="35000"/>
          </a:blip>
          <a:srcRect b="0" l="0" r="0" t="0"/>
          <a:stretch/>
        </p:blipFill>
        <p:spPr>
          <a:xfrm>
            <a:off x="16687858" y="9334388"/>
            <a:ext cx="647649" cy="6097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g3f84f4156c2_1_400"/>
          <p:cNvSpPr/>
          <p:nvPr/>
        </p:nvSpPr>
        <p:spPr>
          <a:xfrm>
            <a:off x="952453" y="1085800"/>
            <a:ext cx="18021300" cy="7425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42233"/>
              </a:buClr>
              <a:buSzPts val="4800"/>
              <a:buFont typeface="League Spartan"/>
              <a:buNone/>
            </a:pPr>
            <a:r>
              <a:rPr b="1" lang="en-US" sz="4800">
                <a:solidFill>
                  <a:srgbClr val="142233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V/TO™</a:t>
            </a:r>
            <a:endParaRPr b="1" sz="4800">
              <a:solidFill>
                <a:srgbClr val="142233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pic>
        <p:nvPicPr>
          <p:cNvPr id="250" name="Google Shape;250;g3f84f4156c2_1_400"/>
          <p:cNvPicPr preferRelativeResize="0"/>
          <p:nvPr/>
        </p:nvPicPr>
        <p:blipFill rotWithShape="1">
          <a:blip r:embed="rId3">
            <a:alphaModFix amt="18000"/>
          </a:blip>
          <a:srcRect b="5120" l="540" r="-540" t="28904"/>
          <a:stretch/>
        </p:blipFill>
        <p:spPr>
          <a:xfrm>
            <a:off x="2124413" y="1828300"/>
            <a:ext cx="14454606" cy="7369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1" name="Google Shape;251;g3f84f4156c2_1_400"/>
          <p:cNvPicPr preferRelativeResize="0"/>
          <p:nvPr/>
        </p:nvPicPr>
        <p:blipFill rotWithShape="1">
          <a:blip r:embed="rId4">
            <a:alphaModFix/>
          </a:blip>
          <a:srcRect b="55396" l="3122" r="33675" t="29735"/>
          <a:stretch/>
        </p:blipFill>
        <p:spPr>
          <a:xfrm>
            <a:off x="1922415" y="2477227"/>
            <a:ext cx="14858610" cy="2701494"/>
          </a:xfrm>
          <a:prstGeom prst="rect">
            <a:avLst/>
          </a:prstGeom>
          <a:noFill/>
          <a:ln>
            <a:noFill/>
          </a:ln>
        </p:spPr>
      </p:pic>
      <p:sp>
        <p:nvSpPr>
          <p:cNvPr id="252" name="Google Shape;252;g3f84f4156c2_1_400"/>
          <p:cNvSpPr/>
          <p:nvPr/>
        </p:nvSpPr>
        <p:spPr>
          <a:xfrm>
            <a:off x="1782100" y="5980050"/>
            <a:ext cx="8498400" cy="29112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-508000" lvl="0" marL="457200" marR="0" rtl="0" algn="l">
              <a:spcBef>
                <a:spcPts val="0"/>
              </a:spcBef>
              <a:spcAft>
                <a:spcPts val="0"/>
              </a:spcAft>
              <a:buClr>
                <a:srgbClr val="FF7900"/>
              </a:buClr>
              <a:buSzPts val="4320"/>
              <a:buFont typeface="Noto Sans Symbols"/>
              <a:buChar char="▪"/>
            </a:pPr>
            <a:r>
              <a:rPr b="1" lang="en-US" sz="4000">
                <a:solidFill>
                  <a:srgbClr val="142233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Discover</a:t>
            </a:r>
            <a:endParaRPr sz="2200"/>
          </a:p>
          <a:p>
            <a:pPr indent="-508000" lvl="0" marL="457200" marR="0" rtl="0" algn="l">
              <a:spcBef>
                <a:spcPts val="2400"/>
              </a:spcBef>
              <a:spcAft>
                <a:spcPts val="0"/>
              </a:spcAft>
              <a:buClr>
                <a:srgbClr val="FF7900"/>
              </a:buClr>
              <a:buSzPts val="4320"/>
              <a:buFont typeface="Noto Sans Symbols"/>
              <a:buChar char="▪"/>
            </a:pPr>
            <a:r>
              <a:rPr b="1" lang="en-US" sz="4000">
                <a:solidFill>
                  <a:srgbClr val="142233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Define</a:t>
            </a:r>
            <a:endParaRPr sz="2200"/>
          </a:p>
          <a:p>
            <a:pPr indent="-508000" lvl="0" marL="457200" marR="0" rtl="0" algn="l">
              <a:spcBef>
                <a:spcPts val="2400"/>
              </a:spcBef>
              <a:spcAft>
                <a:spcPts val="0"/>
              </a:spcAft>
              <a:buClr>
                <a:srgbClr val="FF7900"/>
              </a:buClr>
              <a:buSzPts val="4320"/>
              <a:buFont typeface="Noto Sans Symbols"/>
              <a:buChar char="▪"/>
            </a:pPr>
            <a:r>
              <a:rPr b="1" lang="en-US" sz="4000">
                <a:solidFill>
                  <a:srgbClr val="142233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Live and Breathe</a:t>
            </a:r>
            <a:endParaRPr sz="2200"/>
          </a:p>
        </p:txBody>
      </p:sp>
      <p:sp>
        <p:nvSpPr>
          <p:cNvPr id="253" name="Google Shape;253;g3f84f4156c2_1_400"/>
          <p:cNvSpPr/>
          <p:nvPr/>
        </p:nvSpPr>
        <p:spPr>
          <a:xfrm>
            <a:off x="952453" y="9654885"/>
            <a:ext cx="2485200" cy="2511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A5AAAF"/>
              </a:buClr>
              <a:buSzPts val="1530"/>
              <a:buFont typeface="League Spartan"/>
              <a:buNone/>
            </a:pPr>
            <a:r>
              <a:rPr b="1" lang="en-US" sz="1530">
                <a:solidFill>
                  <a:srgbClr val="A5AAAF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#WeRunOnEOS2026</a:t>
            </a:r>
            <a:endParaRPr sz="1530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pic>
        <p:nvPicPr>
          <p:cNvPr descr="preencoded.png" id="254" name="Google Shape;254;g3f84f4156c2_1_400"/>
          <p:cNvPicPr preferRelativeResize="0"/>
          <p:nvPr/>
        </p:nvPicPr>
        <p:blipFill rotWithShape="1">
          <a:blip r:embed="rId5">
            <a:alphaModFix amt="35000"/>
          </a:blip>
          <a:srcRect b="0" l="0" r="0" t="0"/>
          <a:stretch/>
        </p:blipFill>
        <p:spPr>
          <a:xfrm>
            <a:off x="16687858" y="9334388"/>
            <a:ext cx="647649" cy="609744"/>
          </a:xfrm>
          <a:prstGeom prst="rect">
            <a:avLst/>
          </a:prstGeom>
          <a:noFill/>
          <a:ln>
            <a:noFill/>
          </a:ln>
        </p:spPr>
      </p:pic>
      <p:sp>
        <p:nvSpPr>
          <p:cNvPr id="255" name="Google Shape;255;g3f84f4156c2_1_400"/>
          <p:cNvSpPr/>
          <p:nvPr/>
        </p:nvSpPr>
        <p:spPr>
          <a:xfrm>
            <a:off x="17030702" y="9353409"/>
            <a:ext cx="356700" cy="1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76308"/>
              </a:lnSpc>
              <a:spcBef>
                <a:spcPts val="0"/>
              </a:spcBef>
              <a:spcAft>
                <a:spcPts val="0"/>
              </a:spcAft>
              <a:buClr>
                <a:srgbClr val="FF7900"/>
              </a:buClr>
              <a:buSzPts val="901"/>
              <a:buFont typeface="League Spartan"/>
              <a:buNone/>
            </a:pPr>
            <a:r>
              <a:rPr b="1" lang="en-US" sz="902">
                <a:solidFill>
                  <a:srgbClr val="FF79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2026</a:t>
            </a:r>
            <a:endParaRPr sz="902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60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Google Shape;261;g3f84f4156c2_1_414"/>
          <p:cNvSpPr/>
          <p:nvPr/>
        </p:nvSpPr>
        <p:spPr>
          <a:xfrm>
            <a:off x="952453" y="1085800"/>
            <a:ext cx="18021300" cy="7425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42233"/>
              </a:buClr>
              <a:buSzPts val="4800"/>
              <a:buFont typeface="League Spartan"/>
              <a:buNone/>
            </a:pPr>
            <a:r>
              <a:rPr b="1" lang="en-US" sz="4800">
                <a:solidFill>
                  <a:srgbClr val="142233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V/TO™</a:t>
            </a:r>
            <a:endParaRPr b="1" sz="4800">
              <a:solidFill>
                <a:srgbClr val="142233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pic>
        <p:nvPicPr>
          <p:cNvPr id="262" name="Google Shape;262;g3f84f4156c2_1_414"/>
          <p:cNvPicPr preferRelativeResize="0"/>
          <p:nvPr/>
        </p:nvPicPr>
        <p:blipFill rotWithShape="1">
          <a:blip r:embed="rId3">
            <a:alphaModFix amt="18000"/>
          </a:blip>
          <a:srcRect b="5120" l="540" r="-540" t="28904"/>
          <a:stretch/>
        </p:blipFill>
        <p:spPr>
          <a:xfrm>
            <a:off x="2124413" y="1828300"/>
            <a:ext cx="14454606" cy="7369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63" name="Google Shape;263;g3f84f4156c2_1_414"/>
          <p:cNvPicPr preferRelativeResize="0"/>
          <p:nvPr/>
        </p:nvPicPr>
        <p:blipFill rotWithShape="1">
          <a:blip r:embed="rId4">
            <a:alphaModFix/>
          </a:blip>
          <a:srcRect b="37705" l="3177" r="33660" t="44318"/>
          <a:stretch/>
        </p:blipFill>
        <p:spPr>
          <a:xfrm>
            <a:off x="1922421" y="2497696"/>
            <a:ext cx="14858599" cy="3268389"/>
          </a:xfrm>
          <a:prstGeom prst="rect">
            <a:avLst/>
          </a:prstGeom>
          <a:noFill/>
          <a:ln>
            <a:noFill/>
          </a:ln>
        </p:spPr>
      </p:pic>
      <p:sp>
        <p:nvSpPr>
          <p:cNvPr id="264" name="Google Shape;264;g3f84f4156c2_1_414"/>
          <p:cNvSpPr/>
          <p:nvPr/>
        </p:nvSpPr>
        <p:spPr>
          <a:xfrm>
            <a:off x="952453" y="9654885"/>
            <a:ext cx="2485200" cy="2511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A5AAAF"/>
              </a:buClr>
              <a:buSzPts val="1530"/>
              <a:buFont typeface="League Spartan"/>
              <a:buNone/>
            </a:pPr>
            <a:r>
              <a:rPr b="1" lang="en-US" sz="1530">
                <a:solidFill>
                  <a:srgbClr val="A5AAAF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#WeRunOnEOS2026</a:t>
            </a:r>
            <a:endParaRPr sz="1530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pic>
        <p:nvPicPr>
          <p:cNvPr descr="preencoded.png" id="265" name="Google Shape;265;g3f84f4156c2_1_414"/>
          <p:cNvPicPr preferRelativeResize="0"/>
          <p:nvPr/>
        </p:nvPicPr>
        <p:blipFill rotWithShape="1">
          <a:blip r:embed="rId5">
            <a:alphaModFix amt="35000"/>
          </a:blip>
          <a:srcRect b="0" l="0" r="0" t="0"/>
          <a:stretch/>
        </p:blipFill>
        <p:spPr>
          <a:xfrm>
            <a:off x="16687858" y="9334388"/>
            <a:ext cx="647649" cy="609744"/>
          </a:xfrm>
          <a:prstGeom prst="rect">
            <a:avLst/>
          </a:prstGeom>
          <a:noFill/>
          <a:ln>
            <a:noFill/>
          </a:ln>
        </p:spPr>
      </p:pic>
      <p:sp>
        <p:nvSpPr>
          <p:cNvPr id="266" name="Google Shape;266;g3f84f4156c2_1_414"/>
          <p:cNvSpPr/>
          <p:nvPr/>
        </p:nvSpPr>
        <p:spPr>
          <a:xfrm>
            <a:off x="17030702" y="9353409"/>
            <a:ext cx="356700" cy="1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76308"/>
              </a:lnSpc>
              <a:spcBef>
                <a:spcPts val="0"/>
              </a:spcBef>
              <a:spcAft>
                <a:spcPts val="0"/>
              </a:spcAft>
              <a:buClr>
                <a:srgbClr val="FF7900"/>
              </a:buClr>
              <a:buSzPts val="901"/>
              <a:buFont typeface="League Spartan"/>
              <a:buNone/>
            </a:pPr>
            <a:r>
              <a:rPr b="1" lang="en-US" sz="902">
                <a:solidFill>
                  <a:srgbClr val="FF79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2026</a:t>
            </a:r>
            <a:endParaRPr sz="902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7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g3f84f4156c2_1_428"/>
          <p:cNvSpPr/>
          <p:nvPr/>
        </p:nvSpPr>
        <p:spPr>
          <a:xfrm>
            <a:off x="952453" y="1085800"/>
            <a:ext cx="18021300" cy="7425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42233"/>
              </a:buClr>
              <a:buSzPts val="4800"/>
              <a:buFont typeface="League Spartan"/>
              <a:buNone/>
            </a:pPr>
            <a:r>
              <a:rPr b="1" lang="en-US" sz="4800">
                <a:solidFill>
                  <a:srgbClr val="142233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V/TO™</a:t>
            </a:r>
            <a:endParaRPr b="1" sz="4800">
              <a:solidFill>
                <a:srgbClr val="142233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pic>
        <p:nvPicPr>
          <p:cNvPr id="273" name="Google Shape;273;g3f84f4156c2_1_428"/>
          <p:cNvPicPr preferRelativeResize="0"/>
          <p:nvPr/>
        </p:nvPicPr>
        <p:blipFill rotWithShape="1">
          <a:blip r:embed="rId3">
            <a:alphaModFix amt="18000"/>
          </a:blip>
          <a:srcRect b="5120" l="540" r="-540" t="28904"/>
          <a:stretch/>
        </p:blipFill>
        <p:spPr>
          <a:xfrm>
            <a:off x="2124413" y="1828300"/>
            <a:ext cx="14454606" cy="7369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74" name="Google Shape;274;g3f84f4156c2_1_428"/>
          <p:cNvPicPr preferRelativeResize="0"/>
          <p:nvPr/>
        </p:nvPicPr>
        <p:blipFill rotWithShape="1">
          <a:blip r:embed="rId4">
            <a:alphaModFix/>
          </a:blip>
          <a:srcRect b="30293" l="3016" r="33625" t="61977"/>
          <a:stretch/>
        </p:blipFill>
        <p:spPr>
          <a:xfrm>
            <a:off x="1922423" y="2931713"/>
            <a:ext cx="14858599" cy="1400786"/>
          </a:xfrm>
          <a:prstGeom prst="rect">
            <a:avLst/>
          </a:prstGeom>
          <a:noFill/>
          <a:ln>
            <a:noFill/>
          </a:ln>
        </p:spPr>
      </p:pic>
      <p:sp>
        <p:nvSpPr>
          <p:cNvPr id="275" name="Google Shape;275;g3f84f4156c2_1_428"/>
          <p:cNvSpPr/>
          <p:nvPr/>
        </p:nvSpPr>
        <p:spPr>
          <a:xfrm>
            <a:off x="1782100" y="5980050"/>
            <a:ext cx="11263200" cy="29112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-508000" lvl="0" marL="457200" marR="0" rtl="0" algn="l">
              <a:spcBef>
                <a:spcPts val="0"/>
              </a:spcBef>
              <a:spcAft>
                <a:spcPts val="0"/>
              </a:spcAft>
              <a:buClr>
                <a:srgbClr val="FF7900"/>
              </a:buClr>
              <a:buSzPts val="4320"/>
              <a:buFont typeface="Noto Sans Symbols"/>
              <a:buChar char="▪"/>
            </a:pPr>
            <a:r>
              <a:rPr b="1" lang="en-US" sz="4000">
                <a:solidFill>
                  <a:srgbClr val="142233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What do you want from you</a:t>
            </a:r>
            <a:r>
              <a:rPr b="1" lang="en-US" sz="4000">
                <a:solidFill>
                  <a:srgbClr val="142233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r </a:t>
            </a:r>
            <a:r>
              <a:rPr b="1" lang="en-US" sz="4000">
                <a:solidFill>
                  <a:srgbClr val="142233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business?</a:t>
            </a:r>
            <a:endParaRPr b="1" sz="4000">
              <a:solidFill>
                <a:srgbClr val="142233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  <a:p>
            <a:pPr indent="-508000" lvl="0" marL="457200" marR="0" rtl="0" algn="l">
              <a:spcBef>
                <a:spcPts val="2400"/>
              </a:spcBef>
              <a:spcAft>
                <a:spcPts val="0"/>
              </a:spcAft>
              <a:buClr>
                <a:srgbClr val="FF7900"/>
              </a:buClr>
              <a:buSzPts val="4320"/>
              <a:buFont typeface="Noto Sans Symbols"/>
              <a:buChar char="▪"/>
            </a:pPr>
            <a:r>
              <a:rPr b="1" lang="en-US" sz="4000">
                <a:solidFill>
                  <a:srgbClr val="142233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5-30 years out</a:t>
            </a:r>
            <a:endParaRPr b="1" sz="4000">
              <a:solidFill>
                <a:srgbClr val="142233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  <a:p>
            <a:pPr indent="-508000" lvl="0" marL="457200" marR="0" rtl="0" algn="l">
              <a:spcBef>
                <a:spcPts val="2400"/>
              </a:spcBef>
              <a:spcAft>
                <a:spcPts val="0"/>
              </a:spcAft>
              <a:buClr>
                <a:srgbClr val="FF7900"/>
              </a:buClr>
              <a:buSzPts val="4320"/>
              <a:buFont typeface="Noto Sans Symbols"/>
              <a:buChar char="▪"/>
            </a:pPr>
            <a:r>
              <a:rPr b="1" lang="en-US" sz="4000">
                <a:solidFill>
                  <a:srgbClr val="142233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#1 Goal</a:t>
            </a:r>
            <a:endParaRPr b="1" sz="4000">
              <a:solidFill>
                <a:srgbClr val="142233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276" name="Google Shape;276;g3f84f4156c2_1_428"/>
          <p:cNvSpPr/>
          <p:nvPr/>
        </p:nvSpPr>
        <p:spPr>
          <a:xfrm>
            <a:off x="952453" y="9654885"/>
            <a:ext cx="2485200" cy="2511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A5AAAF"/>
              </a:buClr>
              <a:buSzPts val="1530"/>
              <a:buFont typeface="League Spartan"/>
              <a:buNone/>
            </a:pPr>
            <a:r>
              <a:rPr b="1" lang="en-US" sz="1530">
                <a:solidFill>
                  <a:srgbClr val="A5AAAF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#WeRunOnEOS2026</a:t>
            </a:r>
            <a:endParaRPr sz="1530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pic>
        <p:nvPicPr>
          <p:cNvPr descr="preencoded.png" id="277" name="Google Shape;277;g3f84f4156c2_1_428"/>
          <p:cNvPicPr preferRelativeResize="0"/>
          <p:nvPr/>
        </p:nvPicPr>
        <p:blipFill rotWithShape="1">
          <a:blip r:embed="rId5">
            <a:alphaModFix amt="35000"/>
          </a:blip>
          <a:srcRect b="0" l="0" r="0" t="0"/>
          <a:stretch/>
        </p:blipFill>
        <p:spPr>
          <a:xfrm>
            <a:off x="16687858" y="9334388"/>
            <a:ext cx="647649" cy="609744"/>
          </a:xfrm>
          <a:prstGeom prst="rect">
            <a:avLst/>
          </a:prstGeom>
          <a:noFill/>
          <a:ln>
            <a:noFill/>
          </a:ln>
        </p:spPr>
      </p:pic>
      <p:sp>
        <p:nvSpPr>
          <p:cNvPr id="278" name="Google Shape;278;g3f84f4156c2_1_428"/>
          <p:cNvSpPr/>
          <p:nvPr/>
        </p:nvSpPr>
        <p:spPr>
          <a:xfrm>
            <a:off x="17030702" y="9353409"/>
            <a:ext cx="356700" cy="1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76308"/>
              </a:lnSpc>
              <a:spcBef>
                <a:spcPts val="0"/>
              </a:spcBef>
              <a:spcAft>
                <a:spcPts val="0"/>
              </a:spcAft>
              <a:buClr>
                <a:srgbClr val="FF7900"/>
              </a:buClr>
              <a:buSzPts val="901"/>
              <a:buFont typeface="League Spartan"/>
              <a:buNone/>
            </a:pPr>
            <a:r>
              <a:rPr b="1" lang="en-US" sz="902">
                <a:solidFill>
                  <a:srgbClr val="FF79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2026</a:t>
            </a:r>
            <a:endParaRPr sz="902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7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7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7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83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Google Shape;284;g3f84f4156c2_1_440"/>
          <p:cNvSpPr/>
          <p:nvPr/>
        </p:nvSpPr>
        <p:spPr>
          <a:xfrm>
            <a:off x="952453" y="1085800"/>
            <a:ext cx="18021300" cy="7425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42233"/>
              </a:buClr>
              <a:buSzPts val="4800"/>
              <a:buFont typeface="League Spartan"/>
              <a:buNone/>
            </a:pPr>
            <a:r>
              <a:rPr b="1" lang="en-US" sz="4800">
                <a:solidFill>
                  <a:srgbClr val="142233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V/TO™</a:t>
            </a:r>
            <a:endParaRPr b="1" sz="4800">
              <a:solidFill>
                <a:srgbClr val="142233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pic>
        <p:nvPicPr>
          <p:cNvPr id="285" name="Google Shape;285;g3f84f4156c2_1_440"/>
          <p:cNvPicPr preferRelativeResize="0"/>
          <p:nvPr/>
        </p:nvPicPr>
        <p:blipFill rotWithShape="1">
          <a:blip r:embed="rId3">
            <a:alphaModFix amt="18000"/>
          </a:blip>
          <a:srcRect b="5120" l="540" r="-540" t="28904"/>
          <a:stretch/>
        </p:blipFill>
        <p:spPr>
          <a:xfrm>
            <a:off x="2124413" y="1828300"/>
            <a:ext cx="14454606" cy="7369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86" name="Google Shape;286;g3f84f4156c2_1_440"/>
          <p:cNvPicPr preferRelativeResize="0"/>
          <p:nvPr/>
        </p:nvPicPr>
        <p:blipFill rotWithShape="1">
          <a:blip r:embed="rId4">
            <a:alphaModFix/>
          </a:blip>
          <a:srcRect b="5527" l="3070" r="33635" t="69327"/>
          <a:stretch/>
        </p:blipFill>
        <p:spPr>
          <a:xfrm>
            <a:off x="1922421" y="2559536"/>
            <a:ext cx="14858599" cy="4561960"/>
          </a:xfrm>
          <a:prstGeom prst="rect">
            <a:avLst/>
          </a:prstGeom>
          <a:noFill/>
          <a:ln>
            <a:noFill/>
          </a:ln>
        </p:spPr>
      </p:pic>
      <p:sp>
        <p:nvSpPr>
          <p:cNvPr id="287" name="Google Shape;287;g3f84f4156c2_1_440"/>
          <p:cNvSpPr/>
          <p:nvPr/>
        </p:nvSpPr>
        <p:spPr>
          <a:xfrm>
            <a:off x="952453" y="9654885"/>
            <a:ext cx="2485200" cy="2511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A5AAAF"/>
              </a:buClr>
              <a:buSzPts val="1530"/>
              <a:buFont typeface="League Spartan"/>
              <a:buNone/>
            </a:pPr>
            <a:r>
              <a:rPr b="1" lang="en-US" sz="1530">
                <a:solidFill>
                  <a:srgbClr val="A5AAAF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#WeRunOnEOS2026</a:t>
            </a:r>
            <a:endParaRPr sz="1530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pic>
        <p:nvPicPr>
          <p:cNvPr descr="preencoded.png" id="288" name="Google Shape;288;g3f84f4156c2_1_440"/>
          <p:cNvPicPr preferRelativeResize="0"/>
          <p:nvPr/>
        </p:nvPicPr>
        <p:blipFill rotWithShape="1">
          <a:blip r:embed="rId5">
            <a:alphaModFix amt="35000"/>
          </a:blip>
          <a:srcRect b="0" l="0" r="0" t="0"/>
          <a:stretch/>
        </p:blipFill>
        <p:spPr>
          <a:xfrm>
            <a:off x="16687858" y="9334388"/>
            <a:ext cx="647649" cy="609744"/>
          </a:xfrm>
          <a:prstGeom prst="rect">
            <a:avLst/>
          </a:prstGeom>
          <a:noFill/>
          <a:ln>
            <a:noFill/>
          </a:ln>
        </p:spPr>
      </p:pic>
      <p:sp>
        <p:nvSpPr>
          <p:cNvPr id="289" name="Google Shape;289;g3f84f4156c2_1_440"/>
          <p:cNvSpPr/>
          <p:nvPr/>
        </p:nvSpPr>
        <p:spPr>
          <a:xfrm>
            <a:off x="17030702" y="9353409"/>
            <a:ext cx="356700" cy="1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76308"/>
              </a:lnSpc>
              <a:spcBef>
                <a:spcPts val="0"/>
              </a:spcBef>
              <a:spcAft>
                <a:spcPts val="0"/>
              </a:spcAft>
              <a:buClr>
                <a:srgbClr val="FF7900"/>
              </a:buClr>
              <a:buSzPts val="901"/>
              <a:buFont typeface="League Spartan"/>
              <a:buNone/>
            </a:pPr>
            <a:r>
              <a:rPr b="1" lang="en-US" sz="902">
                <a:solidFill>
                  <a:srgbClr val="FF79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2026</a:t>
            </a:r>
            <a:endParaRPr sz="902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94" name="Shape 2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Google Shape;295;g3f84f4156c2_1_453"/>
          <p:cNvSpPr/>
          <p:nvPr/>
        </p:nvSpPr>
        <p:spPr>
          <a:xfrm>
            <a:off x="952453" y="1085800"/>
            <a:ext cx="18021300" cy="7425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42233"/>
              </a:buClr>
              <a:buSzPts val="4800"/>
              <a:buFont typeface="League Spartan"/>
              <a:buNone/>
            </a:pPr>
            <a:r>
              <a:rPr b="1" lang="en-US" sz="4800">
                <a:solidFill>
                  <a:srgbClr val="142233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V/TO™</a:t>
            </a:r>
            <a:endParaRPr b="1" sz="4800">
              <a:solidFill>
                <a:srgbClr val="142233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pic>
        <p:nvPicPr>
          <p:cNvPr id="296" name="Google Shape;296;g3f84f4156c2_1_453"/>
          <p:cNvPicPr preferRelativeResize="0"/>
          <p:nvPr/>
        </p:nvPicPr>
        <p:blipFill rotWithShape="1">
          <a:blip r:embed="rId3">
            <a:alphaModFix amt="18000"/>
          </a:blip>
          <a:srcRect b="5120" l="540" r="-540" t="28904"/>
          <a:stretch/>
        </p:blipFill>
        <p:spPr>
          <a:xfrm>
            <a:off x="2124413" y="1828300"/>
            <a:ext cx="14454606" cy="7369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97" name="Google Shape;297;g3f84f4156c2_1_453"/>
          <p:cNvPicPr preferRelativeResize="0"/>
          <p:nvPr/>
        </p:nvPicPr>
        <p:blipFill rotWithShape="1">
          <a:blip r:embed="rId4">
            <a:alphaModFix/>
          </a:blip>
          <a:srcRect b="5588" l="66116" r="3175" t="29733"/>
          <a:stretch/>
        </p:blipFill>
        <p:spPr>
          <a:xfrm>
            <a:off x="11599000" y="1774275"/>
            <a:ext cx="4593500" cy="7477150"/>
          </a:xfrm>
          <a:prstGeom prst="rect">
            <a:avLst/>
          </a:prstGeom>
          <a:noFill/>
          <a:ln>
            <a:noFill/>
          </a:ln>
        </p:spPr>
      </p:pic>
      <p:sp>
        <p:nvSpPr>
          <p:cNvPr id="298" name="Google Shape;298;g3f84f4156c2_1_453"/>
          <p:cNvSpPr/>
          <p:nvPr/>
        </p:nvSpPr>
        <p:spPr>
          <a:xfrm>
            <a:off x="952453" y="9654885"/>
            <a:ext cx="2485200" cy="2511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A5AAAF"/>
              </a:buClr>
              <a:buSzPts val="1530"/>
              <a:buFont typeface="League Spartan"/>
              <a:buNone/>
            </a:pPr>
            <a:r>
              <a:rPr b="1" lang="en-US" sz="1530">
                <a:solidFill>
                  <a:srgbClr val="A5AAAF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#WeRunOnEOS2026</a:t>
            </a:r>
            <a:endParaRPr sz="1530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pic>
        <p:nvPicPr>
          <p:cNvPr descr="preencoded.png" id="299" name="Google Shape;299;g3f84f4156c2_1_453"/>
          <p:cNvPicPr preferRelativeResize="0"/>
          <p:nvPr/>
        </p:nvPicPr>
        <p:blipFill rotWithShape="1">
          <a:blip r:embed="rId5">
            <a:alphaModFix amt="35000"/>
          </a:blip>
          <a:srcRect b="0" l="0" r="0" t="0"/>
          <a:stretch/>
        </p:blipFill>
        <p:spPr>
          <a:xfrm>
            <a:off x="16687858" y="9334388"/>
            <a:ext cx="647649" cy="609744"/>
          </a:xfrm>
          <a:prstGeom prst="rect">
            <a:avLst/>
          </a:prstGeom>
          <a:noFill/>
          <a:ln>
            <a:noFill/>
          </a:ln>
        </p:spPr>
      </p:pic>
      <p:sp>
        <p:nvSpPr>
          <p:cNvPr id="300" name="Google Shape;300;g3f84f4156c2_1_453"/>
          <p:cNvSpPr/>
          <p:nvPr/>
        </p:nvSpPr>
        <p:spPr>
          <a:xfrm>
            <a:off x="17030702" y="9353409"/>
            <a:ext cx="356700" cy="1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76308"/>
              </a:lnSpc>
              <a:spcBef>
                <a:spcPts val="0"/>
              </a:spcBef>
              <a:spcAft>
                <a:spcPts val="0"/>
              </a:spcAft>
              <a:buClr>
                <a:srgbClr val="FF7900"/>
              </a:buClr>
              <a:buSzPts val="901"/>
              <a:buFont typeface="League Spartan"/>
              <a:buNone/>
            </a:pPr>
            <a:r>
              <a:rPr b="1" lang="en-US" sz="902">
                <a:solidFill>
                  <a:srgbClr val="FF79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2026</a:t>
            </a:r>
            <a:endParaRPr sz="902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05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Google Shape;306;g3f84f4156c2_1_464"/>
          <p:cNvSpPr/>
          <p:nvPr/>
        </p:nvSpPr>
        <p:spPr>
          <a:xfrm>
            <a:off x="952453" y="1085800"/>
            <a:ext cx="18021300" cy="7425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42233"/>
              </a:buClr>
              <a:buSzPts val="4800"/>
              <a:buFont typeface="League Spartan"/>
              <a:buNone/>
            </a:pPr>
            <a:r>
              <a:rPr b="1" lang="en-US" sz="4800">
                <a:solidFill>
                  <a:srgbClr val="142233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V/TO™</a:t>
            </a:r>
            <a:endParaRPr b="1" sz="4800">
              <a:solidFill>
                <a:srgbClr val="142233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pic>
        <p:nvPicPr>
          <p:cNvPr id="307" name="Google Shape;307;g3f84f4156c2_1_464"/>
          <p:cNvPicPr preferRelativeResize="0"/>
          <p:nvPr/>
        </p:nvPicPr>
        <p:blipFill rotWithShape="1">
          <a:blip r:embed="rId3">
            <a:alphaModFix/>
          </a:blip>
          <a:srcRect b="4513" l="40" r="-40" t="28829"/>
          <a:stretch/>
        </p:blipFill>
        <p:spPr>
          <a:xfrm>
            <a:off x="1857360" y="1828306"/>
            <a:ext cx="14573279" cy="7506102"/>
          </a:xfrm>
          <a:prstGeom prst="rect">
            <a:avLst/>
          </a:prstGeom>
          <a:noFill/>
          <a:ln>
            <a:noFill/>
          </a:ln>
        </p:spPr>
      </p:pic>
      <p:sp>
        <p:nvSpPr>
          <p:cNvPr id="308" name="Google Shape;308;g3f84f4156c2_1_464"/>
          <p:cNvSpPr/>
          <p:nvPr/>
        </p:nvSpPr>
        <p:spPr>
          <a:xfrm>
            <a:off x="952453" y="9654885"/>
            <a:ext cx="2485200" cy="2511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A5AAAF"/>
              </a:buClr>
              <a:buSzPts val="1530"/>
              <a:buFont typeface="League Spartan"/>
              <a:buNone/>
            </a:pPr>
            <a:r>
              <a:rPr b="1" lang="en-US" sz="1530">
                <a:solidFill>
                  <a:srgbClr val="A5AAAF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#WeRunOnEOS2026</a:t>
            </a:r>
            <a:endParaRPr sz="1530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pic>
        <p:nvPicPr>
          <p:cNvPr descr="preencoded.png" id="309" name="Google Shape;309;g3f84f4156c2_1_464"/>
          <p:cNvPicPr preferRelativeResize="0"/>
          <p:nvPr/>
        </p:nvPicPr>
        <p:blipFill rotWithShape="1">
          <a:blip r:embed="rId4">
            <a:alphaModFix amt="35000"/>
          </a:blip>
          <a:srcRect b="0" l="0" r="0" t="0"/>
          <a:stretch/>
        </p:blipFill>
        <p:spPr>
          <a:xfrm>
            <a:off x="16687858" y="9334388"/>
            <a:ext cx="647649" cy="609744"/>
          </a:xfrm>
          <a:prstGeom prst="rect">
            <a:avLst/>
          </a:prstGeom>
          <a:noFill/>
          <a:ln>
            <a:noFill/>
          </a:ln>
        </p:spPr>
      </p:pic>
      <p:sp>
        <p:nvSpPr>
          <p:cNvPr id="310" name="Google Shape;310;g3f84f4156c2_1_464"/>
          <p:cNvSpPr/>
          <p:nvPr/>
        </p:nvSpPr>
        <p:spPr>
          <a:xfrm>
            <a:off x="17030702" y="9353409"/>
            <a:ext cx="356700" cy="1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76308"/>
              </a:lnSpc>
              <a:spcBef>
                <a:spcPts val="0"/>
              </a:spcBef>
              <a:spcAft>
                <a:spcPts val="0"/>
              </a:spcAft>
              <a:buClr>
                <a:srgbClr val="FF7900"/>
              </a:buClr>
              <a:buSzPts val="901"/>
              <a:buFont typeface="League Spartan"/>
              <a:buNone/>
            </a:pPr>
            <a:r>
              <a:rPr b="1" lang="en-US" sz="902">
                <a:solidFill>
                  <a:srgbClr val="FF79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2026</a:t>
            </a:r>
            <a:endParaRPr sz="902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g3f84f4156c2_1_475"/>
          <p:cNvSpPr/>
          <p:nvPr/>
        </p:nvSpPr>
        <p:spPr>
          <a:xfrm>
            <a:off x="952453" y="1085800"/>
            <a:ext cx="18021300" cy="7425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42233"/>
              </a:buClr>
              <a:buSzPts val="4800"/>
              <a:buFont typeface="League Spartan"/>
              <a:buNone/>
            </a:pPr>
            <a:r>
              <a:rPr b="1" lang="en-US" sz="4800">
                <a:solidFill>
                  <a:srgbClr val="142233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V/TO™</a:t>
            </a:r>
            <a:endParaRPr b="1" sz="4800">
              <a:solidFill>
                <a:srgbClr val="142233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pic>
        <p:nvPicPr>
          <p:cNvPr id="317" name="Google Shape;317;g3f84f4156c2_1_475"/>
          <p:cNvPicPr preferRelativeResize="0"/>
          <p:nvPr/>
        </p:nvPicPr>
        <p:blipFill rotWithShape="1">
          <a:blip r:embed="rId3">
            <a:alphaModFix amt="18000"/>
          </a:blip>
          <a:srcRect b="4513" l="40" r="-40" t="28829"/>
          <a:stretch/>
        </p:blipFill>
        <p:spPr>
          <a:xfrm>
            <a:off x="2092672" y="1944214"/>
            <a:ext cx="14102674" cy="7263683"/>
          </a:xfrm>
          <a:prstGeom prst="rect">
            <a:avLst/>
          </a:prstGeom>
          <a:noFill/>
          <a:ln>
            <a:noFill/>
          </a:ln>
        </p:spPr>
      </p:pic>
      <p:pic>
        <p:nvPicPr>
          <p:cNvPr id="318" name="Google Shape;318;g3f84f4156c2_1_475"/>
          <p:cNvPicPr preferRelativeResize="0"/>
          <p:nvPr/>
        </p:nvPicPr>
        <p:blipFill rotWithShape="1">
          <a:blip r:embed="rId4">
            <a:alphaModFix/>
          </a:blip>
          <a:srcRect b="5543" l="3147" r="65449" t="29319"/>
          <a:stretch/>
        </p:blipFill>
        <p:spPr>
          <a:xfrm>
            <a:off x="2418581" y="1935486"/>
            <a:ext cx="4549404" cy="7291726"/>
          </a:xfrm>
          <a:prstGeom prst="rect">
            <a:avLst/>
          </a:prstGeom>
          <a:noFill/>
          <a:ln>
            <a:noFill/>
          </a:ln>
        </p:spPr>
      </p:pic>
      <p:sp>
        <p:nvSpPr>
          <p:cNvPr id="319" name="Google Shape;319;g3f84f4156c2_1_475"/>
          <p:cNvSpPr/>
          <p:nvPr/>
        </p:nvSpPr>
        <p:spPr>
          <a:xfrm>
            <a:off x="952453" y="9654885"/>
            <a:ext cx="2485200" cy="2511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A5AAAF"/>
              </a:buClr>
              <a:buSzPts val="1530"/>
              <a:buFont typeface="League Spartan"/>
              <a:buNone/>
            </a:pPr>
            <a:r>
              <a:rPr b="1" lang="en-US" sz="1530">
                <a:solidFill>
                  <a:srgbClr val="A5AAAF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#WeRunOnEOS2026</a:t>
            </a:r>
            <a:endParaRPr sz="1530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pic>
        <p:nvPicPr>
          <p:cNvPr descr="preencoded.png" id="320" name="Google Shape;320;g3f84f4156c2_1_475"/>
          <p:cNvPicPr preferRelativeResize="0"/>
          <p:nvPr/>
        </p:nvPicPr>
        <p:blipFill rotWithShape="1">
          <a:blip r:embed="rId5">
            <a:alphaModFix amt="35000"/>
          </a:blip>
          <a:srcRect b="0" l="0" r="0" t="0"/>
          <a:stretch/>
        </p:blipFill>
        <p:spPr>
          <a:xfrm>
            <a:off x="16687858" y="9334388"/>
            <a:ext cx="647649" cy="609744"/>
          </a:xfrm>
          <a:prstGeom prst="rect">
            <a:avLst/>
          </a:prstGeom>
          <a:noFill/>
          <a:ln>
            <a:noFill/>
          </a:ln>
        </p:spPr>
      </p:pic>
      <p:sp>
        <p:nvSpPr>
          <p:cNvPr id="321" name="Google Shape;321;g3f84f4156c2_1_475"/>
          <p:cNvSpPr/>
          <p:nvPr/>
        </p:nvSpPr>
        <p:spPr>
          <a:xfrm>
            <a:off x="17030702" y="9353409"/>
            <a:ext cx="356700" cy="1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76308"/>
              </a:lnSpc>
              <a:spcBef>
                <a:spcPts val="0"/>
              </a:spcBef>
              <a:spcAft>
                <a:spcPts val="0"/>
              </a:spcAft>
              <a:buClr>
                <a:srgbClr val="FF7900"/>
              </a:buClr>
              <a:buSzPts val="901"/>
              <a:buFont typeface="League Spartan"/>
              <a:buNone/>
            </a:pPr>
            <a:r>
              <a:rPr b="1" lang="en-US" sz="902">
                <a:solidFill>
                  <a:srgbClr val="FF79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2026</a:t>
            </a:r>
            <a:endParaRPr sz="902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26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27;g3f84f4156c2_1_488"/>
          <p:cNvSpPr/>
          <p:nvPr/>
        </p:nvSpPr>
        <p:spPr>
          <a:xfrm>
            <a:off x="952453" y="1085800"/>
            <a:ext cx="18021300" cy="7425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42233"/>
              </a:buClr>
              <a:buSzPts val="4800"/>
              <a:buFont typeface="League Spartan"/>
              <a:buNone/>
            </a:pPr>
            <a:r>
              <a:rPr b="1" lang="en-US" sz="4800">
                <a:solidFill>
                  <a:srgbClr val="142233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V/TO™</a:t>
            </a:r>
            <a:endParaRPr b="1" sz="4800">
              <a:solidFill>
                <a:srgbClr val="142233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pic>
        <p:nvPicPr>
          <p:cNvPr id="328" name="Google Shape;328;g3f84f4156c2_1_488"/>
          <p:cNvPicPr preferRelativeResize="0"/>
          <p:nvPr/>
        </p:nvPicPr>
        <p:blipFill rotWithShape="1">
          <a:blip r:embed="rId3">
            <a:alphaModFix amt="18000"/>
          </a:blip>
          <a:srcRect b="4513" l="40" r="-40" t="28829"/>
          <a:stretch/>
        </p:blipFill>
        <p:spPr>
          <a:xfrm>
            <a:off x="2092672" y="1944214"/>
            <a:ext cx="14102674" cy="7263683"/>
          </a:xfrm>
          <a:prstGeom prst="rect">
            <a:avLst/>
          </a:prstGeom>
          <a:noFill/>
          <a:ln>
            <a:noFill/>
          </a:ln>
        </p:spPr>
      </p:pic>
      <p:pic>
        <p:nvPicPr>
          <p:cNvPr id="329" name="Google Shape;329;g3f84f4156c2_1_488"/>
          <p:cNvPicPr preferRelativeResize="0"/>
          <p:nvPr/>
        </p:nvPicPr>
        <p:blipFill rotWithShape="1">
          <a:blip r:embed="rId4">
            <a:alphaModFix/>
          </a:blip>
          <a:srcRect b="5749" l="34150" r="34421" t="29362"/>
          <a:stretch/>
        </p:blipFill>
        <p:spPr>
          <a:xfrm>
            <a:off x="6895013" y="1988250"/>
            <a:ext cx="4497978" cy="7175625"/>
          </a:xfrm>
          <a:prstGeom prst="rect">
            <a:avLst/>
          </a:prstGeom>
          <a:noFill/>
          <a:ln>
            <a:noFill/>
          </a:ln>
        </p:spPr>
      </p:pic>
      <p:sp>
        <p:nvSpPr>
          <p:cNvPr id="330" name="Google Shape;330;g3f84f4156c2_1_488"/>
          <p:cNvSpPr/>
          <p:nvPr/>
        </p:nvSpPr>
        <p:spPr>
          <a:xfrm>
            <a:off x="952453" y="9654885"/>
            <a:ext cx="2485200" cy="2511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A5AAAF"/>
              </a:buClr>
              <a:buSzPts val="1530"/>
              <a:buFont typeface="League Spartan"/>
              <a:buNone/>
            </a:pPr>
            <a:r>
              <a:rPr b="1" lang="en-US" sz="1530">
                <a:solidFill>
                  <a:srgbClr val="A5AAAF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#WeRunOnEOS2026</a:t>
            </a:r>
            <a:endParaRPr sz="1530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pic>
        <p:nvPicPr>
          <p:cNvPr descr="preencoded.png" id="331" name="Google Shape;331;g3f84f4156c2_1_488"/>
          <p:cNvPicPr preferRelativeResize="0"/>
          <p:nvPr/>
        </p:nvPicPr>
        <p:blipFill rotWithShape="1">
          <a:blip r:embed="rId5">
            <a:alphaModFix amt="35000"/>
          </a:blip>
          <a:srcRect b="0" l="0" r="0" t="0"/>
          <a:stretch/>
        </p:blipFill>
        <p:spPr>
          <a:xfrm>
            <a:off x="16687858" y="9334388"/>
            <a:ext cx="647649" cy="609744"/>
          </a:xfrm>
          <a:prstGeom prst="rect">
            <a:avLst/>
          </a:prstGeom>
          <a:noFill/>
          <a:ln>
            <a:noFill/>
          </a:ln>
        </p:spPr>
      </p:pic>
      <p:sp>
        <p:nvSpPr>
          <p:cNvPr id="332" name="Google Shape;332;g3f84f4156c2_1_488"/>
          <p:cNvSpPr/>
          <p:nvPr/>
        </p:nvSpPr>
        <p:spPr>
          <a:xfrm>
            <a:off x="17030702" y="9353409"/>
            <a:ext cx="356700" cy="1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76308"/>
              </a:lnSpc>
              <a:spcBef>
                <a:spcPts val="0"/>
              </a:spcBef>
              <a:spcAft>
                <a:spcPts val="0"/>
              </a:spcAft>
              <a:buClr>
                <a:srgbClr val="FF7900"/>
              </a:buClr>
              <a:buSzPts val="901"/>
              <a:buFont typeface="League Spartan"/>
              <a:buNone/>
            </a:pPr>
            <a:r>
              <a:rPr b="1" lang="en-US" sz="902">
                <a:solidFill>
                  <a:srgbClr val="FF79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2026</a:t>
            </a:r>
            <a:endParaRPr sz="902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g3f84f4156c2_1_499"/>
          <p:cNvSpPr/>
          <p:nvPr/>
        </p:nvSpPr>
        <p:spPr>
          <a:xfrm>
            <a:off x="952453" y="1085800"/>
            <a:ext cx="18021300" cy="7425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42233"/>
              </a:buClr>
              <a:buSzPts val="4800"/>
              <a:buFont typeface="League Spartan"/>
              <a:buNone/>
            </a:pPr>
            <a:r>
              <a:rPr b="1" lang="en-US" sz="4800">
                <a:solidFill>
                  <a:srgbClr val="142233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V/TO™</a:t>
            </a:r>
            <a:endParaRPr b="1" sz="4800">
              <a:solidFill>
                <a:srgbClr val="142233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pic>
        <p:nvPicPr>
          <p:cNvPr id="339" name="Google Shape;339;g3f84f4156c2_1_499"/>
          <p:cNvPicPr preferRelativeResize="0"/>
          <p:nvPr/>
        </p:nvPicPr>
        <p:blipFill rotWithShape="1">
          <a:blip r:embed="rId3">
            <a:alphaModFix amt="18000"/>
          </a:blip>
          <a:srcRect b="4513" l="40" r="-40" t="28829"/>
          <a:stretch/>
        </p:blipFill>
        <p:spPr>
          <a:xfrm>
            <a:off x="2092672" y="1944214"/>
            <a:ext cx="14102674" cy="7263683"/>
          </a:xfrm>
          <a:prstGeom prst="rect">
            <a:avLst/>
          </a:prstGeom>
          <a:noFill/>
          <a:ln>
            <a:noFill/>
          </a:ln>
        </p:spPr>
      </p:pic>
      <p:pic>
        <p:nvPicPr>
          <p:cNvPr id="340" name="Google Shape;340;g3f84f4156c2_1_499"/>
          <p:cNvPicPr preferRelativeResize="0"/>
          <p:nvPr/>
        </p:nvPicPr>
        <p:blipFill rotWithShape="1">
          <a:blip r:embed="rId4">
            <a:alphaModFix/>
          </a:blip>
          <a:srcRect b="5768" l="65360" r="3100" t="29636"/>
          <a:stretch/>
        </p:blipFill>
        <p:spPr>
          <a:xfrm>
            <a:off x="11140845" y="1944225"/>
            <a:ext cx="4589582" cy="7263675"/>
          </a:xfrm>
          <a:prstGeom prst="rect">
            <a:avLst/>
          </a:prstGeom>
          <a:noFill/>
          <a:ln>
            <a:noFill/>
          </a:ln>
        </p:spPr>
      </p:pic>
      <p:sp>
        <p:nvSpPr>
          <p:cNvPr id="341" name="Google Shape;341;g3f84f4156c2_1_499"/>
          <p:cNvSpPr/>
          <p:nvPr/>
        </p:nvSpPr>
        <p:spPr>
          <a:xfrm>
            <a:off x="952453" y="9654885"/>
            <a:ext cx="2485200" cy="2511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A5AAAF"/>
              </a:buClr>
              <a:buSzPts val="1530"/>
              <a:buFont typeface="League Spartan"/>
              <a:buNone/>
            </a:pPr>
            <a:r>
              <a:rPr b="1" lang="en-US" sz="1530">
                <a:solidFill>
                  <a:srgbClr val="A5AAAF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#WeRunOnEOS2026</a:t>
            </a:r>
            <a:endParaRPr sz="1530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pic>
        <p:nvPicPr>
          <p:cNvPr descr="preencoded.png" id="342" name="Google Shape;342;g3f84f4156c2_1_499"/>
          <p:cNvPicPr preferRelativeResize="0"/>
          <p:nvPr/>
        </p:nvPicPr>
        <p:blipFill rotWithShape="1">
          <a:blip r:embed="rId5">
            <a:alphaModFix amt="35000"/>
          </a:blip>
          <a:srcRect b="0" l="0" r="0" t="0"/>
          <a:stretch/>
        </p:blipFill>
        <p:spPr>
          <a:xfrm>
            <a:off x="16687858" y="9334388"/>
            <a:ext cx="647649" cy="609744"/>
          </a:xfrm>
          <a:prstGeom prst="rect">
            <a:avLst/>
          </a:prstGeom>
          <a:noFill/>
          <a:ln>
            <a:noFill/>
          </a:ln>
        </p:spPr>
      </p:pic>
      <p:sp>
        <p:nvSpPr>
          <p:cNvPr id="343" name="Google Shape;343;g3f84f4156c2_1_499"/>
          <p:cNvSpPr/>
          <p:nvPr/>
        </p:nvSpPr>
        <p:spPr>
          <a:xfrm>
            <a:off x="17030702" y="9353409"/>
            <a:ext cx="356700" cy="1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76308"/>
              </a:lnSpc>
              <a:spcBef>
                <a:spcPts val="0"/>
              </a:spcBef>
              <a:spcAft>
                <a:spcPts val="0"/>
              </a:spcAft>
              <a:buClr>
                <a:srgbClr val="FF7900"/>
              </a:buClr>
              <a:buSzPts val="901"/>
              <a:buFont typeface="League Spartan"/>
              <a:buNone/>
            </a:pPr>
            <a:r>
              <a:rPr b="1" lang="en-US" sz="902">
                <a:solidFill>
                  <a:srgbClr val="FF79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2026</a:t>
            </a:r>
            <a:endParaRPr sz="902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g3f84f4156c2_1_532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9" name="Google Shape;349;g3f84f4156c2_1_532"/>
          <p:cNvSpPr txBox="1"/>
          <p:nvPr>
            <p:ph idx="11" type="ftr"/>
          </p:nvPr>
        </p:nvSpPr>
        <p:spPr>
          <a:xfrm>
            <a:off x="20526152" y="14309647"/>
            <a:ext cx="6431400" cy="82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50" lIns="137150" spcFirstLastPara="1" rIns="137150" wrap="square" tIns="6855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r>
              <a:rPr lang="en-US">
                <a:solidFill>
                  <a:srgbClr val="747577"/>
                </a:solidFill>
              </a:rPr>
              <a:t>#EOSWorldwide</a:t>
            </a:r>
            <a:endParaRPr>
              <a:solidFill>
                <a:srgbClr val="747577"/>
              </a:solidFill>
            </a:endParaRPr>
          </a:p>
        </p:txBody>
      </p:sp>
      <p:pic>
        <p:nvPicPr>
          <p:cNvPr id="350" name="Google Shape;350;g3f84f4156c2_1_53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866308" y="919215"/>
            <a:ext cx="7694681" cy="7686102"/>
          </a:xfrm>
          <a:prstGeom prst="rect">
            <a:avLst/>
          </a:prstGeom>
          <a:noFill/>
          <a:ln>
            <a:noFill/>
          </a:ln>
        </p:spPr>
      </p:pic>
      <p:pic>
        <p:nvPicPr>
          <p:cNvPr id="351" name="Google Shape;351;g3f84f4156c2_1_53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476629" y="437322"/>
            <a:ext cx="4470244" cy="3368878"/>
          </a:xfrm>
          <a:prstGeom prst="rect">
            <a:avLst/>
          </a:prstGeom>
          <a:noFill/>
          <a:ln>
            <a:noFill/>
          </a:ln>
        </p:spPr>
      </p:pic>
      <p:sp>
        <p:nvSpPr>
          <p:cNvPr id="352" name="Google Shape;352;g3f84f4156c2_1_532"/>
          <p:cNvSpPr txBox="1"/>
          <p:nvPr/>
        </p:nvSpPr>
        <p:spPr>
          <a:xfrm>
            <a:off x="9444374" y="1708869"/>
            <a:ext cx="2985000" cy="5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50" lIns="137150" spcFirstLastPara="1" rIns="137150" wrap="square" tIns="68550">
            <a:spAutoFit/>
          </a:bodyPr>
          <a:lstStyle/>
          <a:p>
            <a:pPr indent="-177800" lvl="0" marL="177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League Spartan"/>
              <a:buChar char="•"/>
            </a:pPr>
            <a:r>
              <a:rPr i="0" lang="en-US" sz="2400" u="none" cap="none" strike="noStrike">
                <a:solidFill>
                  <a:schemeClr val="lt1"/>
                </a:solidFill>
                <a:latin typeface="League Spartan Medium"/>
                <a:ea typeface="League Spartan Medium"/>
                <a:cs typeface="League Spartan Medium"/>
                <a:sym typeface="League Spartan Medium"/>
              </a:rPr>
              <a:t>8 Questions</a:t>
            </a:r>
            <a:endParaRPr i="0" sz="2100" u="none" cap="none" strike="noStrike">
              <a:solidFill>
                <a:srgbClr val="000000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pic>
        <p:nvPicPr>
          <p:cNvPr id="353" name="Google Shape;353;g3f84f4156c2_1_532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9600651" y="3630218"/>
            <a:ext cx="2254568" cy="2254568"/>
          </a:xfrm>
          <a:prstGeom prst="rect">
            <a:avLst/>
          </a:prstGeom>
          <a:noFill/>
          <a:ln>
            <a:noFill/>
          </a:ln>
        </p:spPr>
      </p:pic>
      <p:sp>
        <p:nvSpPr>
          <p:cNvPr id="354" name="Google Shape;354;g3f84f4156c2_1_532"/>
          <p:cNvSpPr txBox="1"/>
          <p:nvPr/>
        </p:nvSpPr>
        <p:spPr>
          <a:xfrm>
            <a:off x="9444374" y="2182620"/>
            <a:ext cx="3522600" cy="5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50" lIns="137150" spcFirstLastPara="1" rIns="137150" wrap="square" tIns="68550">
            <a:spAutoFit/>
          </a:bodyPr>
          <a:lstStyle/>
          <a:p>
            <a:pPr indent="-177800" lvl="0" marL="177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League Spartan"/>
              <a:buChar char="•"/>
            </a:pPr>
            <a:r>
              <a:rPr i="0" lang="en-US" sz="2400" u="none" cap="none" strike="noStrike">
                <a:solidFill>
                  <a:schemeClr val="lt1"/>
                </a:solidFill>
                <a:latin typeface="League Spartan Medium"/>
                <a:ea typeface="League Spartan Medium"/>
                <a:cs typeface="League Spartan Medium"/>
                <a:sym typeface="League Spartan Medium"/>
              </a:rPr>
              <a:t>Shared by All</a:t>
            </a:r>
            <a:endParaRPr i="0" sz="2100" u="none" cap="none" strike="noStrike">
              <a:solidFill>
                <a:srgbClr val="000000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355" name="Google Shape;355;g3f84f4156c2_1_532"/>
          <p:cNvSpPr txBox="1"/>
          <p:nvPr/>
        </p:nvSpPr>
        <p:spPr>
          <a:xfrm>
            <a:off x="952458" y="1908720"/>
            <a:ext cx="4095000" cy="1055700"/>
          </a:xfrm>
          <a:prstGeom prst="rect">
            <a:avLst/>
          </a:prstGeom>
          <a:solidFill>
            <a:srgbClr val="FED7BC"/>
          </a:solidFill>
          <a:ln cap="flat" cmpd="sng" w="47625">
            <a:solidFill>
              <a:srgbClr val="FF7900"/>
            </a:solidFill>
            <a:prstDash val="solid"/>
            <a:round/>
            <a:headEnd len="sm" w="sm" type="none"/>
            <a:tailEnd len="sm" w="sm" type="none"/>
          </a:ln>
          <a:effectLst>
            <a:outerShdw blurRad="152400" rotWithShape="0" algn="tl" dir="2700000" dist="76200">
              <a:srgbClr val="000000">
                <a:alpha val="30200"/>
              </a:srgbClr>
            </a:outerShdw>
          </a:effectLst>
        </p:spPr>
        <p:txBody>
          <a:bodyPr anchorCtr="0" anchor="ctr" bIns="68550" lIns="137150" spcFirstLastPara="1" rIns="137150" wrap="square" tIns="68550">
            <a:noAutofit/>
          </a:bodyPr>
          <a:lstStyle/>
          <a:p>
            <a:pPr indent="0" lvl="0" marL="0" marR="0" rtl="0" algn="ctr">
              <a:lnSpc>
                <a:spcPct val="108333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Arial"/>
              <a:buNone/>
            </a:pPr>
            <a:r>
              <a:rPr i="0" lang="en-US" sz="3600" u="none" cap="none" strike="noStrike">
                <a:solidFill>
                  <a:schemeClr val="dk1"/>
                </a:solidFill>
                <a:latin typeface="League Spartan ExtraBold"/>
                <a:ea typeface="League Spartan ExtraBold"/>
                <a:cs typeface="League Spartan ExtraBold"/>
                <a:sym typeface="League Spartan ExtraBold"/>
              </a:rPr>
              <a:t>100% Strong</a:t>
            </a:r>
            <a:endParaRPr i="0" sz="3300" u="none" cap="none" strike="noStrike">
              <a:solidFill>
                <a:schemeClr val="accent1"/>
              </a:solidFill>
              <a:latin typeface="League Spartan ExtraBold"/>
              <a:ea typeface="League Spartan ExtraBold"/>
              <a:cs typeface="League Spartan ExtraBold"/>
              <a:sym typeface="League Spartan ExtraBold"/>
            </a:endParaRPr>
          </a:p>
        </p:txBody>
      </p:sp>
      <p:sp>
        <p:nvSpPr>
          <p:cNvPr id="356" name="Google Shape;356;g3f84f4156c2_1_532"/>
          <p:cNvSpPr/>
          <p:nvPr/>
        </p:nvSpPr>
        <p:spPr>
          <a:xfrm>
            <a:off x="952453" y="1085800"/>
            <a:ext cx="18021300" cy="7425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42233"/>
              </a:buClr>
              <a:buSzPts val="4800"/>
              <a:buFont typeface="League Spartan"/>
              <a:buNone/>
            </a:pPr>
            <a:r>
              <a:rPr b="1" lang="en-US" sz="4800">
                <a:solidFill>
                  <a:srgbClr val="142233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The </a:t>
            </a:r>
            <a:r>
              <a:rPr b="1" lang="en-US" sz="4800">
                <a:solidFill>
                  <a:srgbClr val="F04E23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EOS</a:t>
            </a:r>
            <a:r>
              <a:rPr b="1" lang="en-US" sz="4800">
                <a:solidFill>
                  <a:srgbClr val="142233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 Model®</a:t>
            </a:r>
            <a:endParaRPr sz="4800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357" name="Google Shape;357;g3f84f4156c2_1_532"/>
          <p:cNvSpPr/>
          <p:nvPr/>
        </p:nvSpPr>
        <p:spPr>
          <a:xfrm>
            <a:off x="952453" y="9654885"/>
            <a:ext cx="2485200" cy="2511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A5AAAF"/>
              </a:buClr>
              <a:buSzPts val="1530"/>
              <a:buFont typeface="League Spartan"/>
              <a:buNone/>
            </a:pPr>
            <a:r>
              <a:rPr b="1" lang="en-US" sz="1530">
                <a:solidFill>
                  <a:srgbClr val="A5AAAF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#WeRunOnEOS2026</a:t>
            </a:r>
            <a:endParaRPr sz="1530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pic>
        <p:nvPicPr>
          <p:cNvPr descr="preencoded.png" id="358" name="Google Shape;358;g3f84f4156c2_1_532"/>
          <p:cNvPicPr preferRelativeResize="0"/>
          <p:nvPr/>
        </p:nvPicPr>
        <p:blipFill rotWithShape="1">
          <a:blip r:embed="rId6">
            <a:alphaModFix amt="35000"/>
          </a:blip>
          <a:srcRect b="0" l="0" r="0" t="0"/>
          <a:stretch/>
        </p:blipFill>
        <p:spPr>
          <a:xfrm>
            <a:off x="16687858" y="9334388"/>
            <a:ext cx="647649" cy="609744"/>
          </a:xfrm>
          <a:prstGeom prst="rect">
            <a:avLst/>
          </a:prstGeom>
          <a:noFill/>
          <a:ln>
            <a:noFill/>
          </a:ln>
        </p:spPr>
      </p:pic>
      <p:sp>
        <p:nvSpPr>
          <p:cNvPr id="359" name="Google Shape;359;g3f84f4156c2_1_532"/>
          <p:cNvSpPr/>
          <p:nvPr/>
        </p:nvSpPr>
        <p:spPr>
          <a:xfrm>
            <a:off x="17030702" y="9353409"/>
            <a:ext cx="356700" cy="1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76308"/>
              </a:lnSpc>
              <a:spcBef>
                <a:spcPts val="0"/>
              </a:spcBef>
              <a:spcAft>
                <a:spcPts val="0"/>
              </a:spcAft>
              <a:buClr>
                <a:srgbClr val="FF7900"/>
              </a:buClr>
              <a:buSzPts val="901"/>
              <a:buFont typeface="League Spartan"/>
              <a:buNone/>
            </a:pPr>
            <a:r>
              <a:rPr b="1" lang="en-US" sz="902">
                <a:solidFill>
                  <a:srgbClr val="FF79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2026</a:t>
            </a:r>
            <a:endParaRPr sz="902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3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3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63" name="Shape 3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Google Shape;364;g3f84f4156c2_1_544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5" name="Google Shape;365;g3f84f4156c2_1_544"/>
          <p:cNvSpPr txBox="1"/>
          <p:nvPr>
            <p:ph idx="11" type="ftr"/>
          </p:nvPr>
        </p:nvSpPr>
        <p:spPr>
          <a:xfrm>
            <a:off x="20526152" y="14309647"/>
            <a:ext cx="6431400" cy="82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50" lIns="137150" spcFirstLastPara="1" rIns="137150" wrap="square" tIns="6855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r>
              <a:rPr lang="en-US">
                <a:solidFill>
                  <a:srgbClr val="747577"/>
                </a:solidFill>
              </a:rPr>
              <a:t>#EOSWorldwide</a:t>
            </a:r>
            <a:endParaRPr>
              <a:solidFill>
                <a:srgbClr val="747577"/>
              </a:solidFill>
            </a:endParaRPr>
          </a:p>
        </p:txBody>
      </p:sp>
      <p:pic>
        <p:nvPicPr>
          <p:cNvPr id="366" name="Google Shape;366;g3f84f4156c2_1_54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866308" y="919215"/>
            <a:ext cx="7694681" cy="7686102"/>
          </a:xfrm>
          <a:prstGeom prst="rect">
            <a:avLst/>
          </a:prstGeom>
          <a:noFill/>
          <a:ln>
            <a:noFill/>
          </a:ln>
        </p:spPr>
      </p:pic>
      <p:pic>
        <p:nvPicPr>
          <p:cNvPr id="367" name="Google Shape;367;g3f84f4156c2_1_54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45683" y="903009"/>
            <a:ext cx="3952494" cy="3930778"/>
          </a:xfrm>
          <a:prstGeom prst="rect">
            <a:avLst/>
          </a:prstGeom>
          <a:noFill/>
          <a:ln>
            <a:noFill/>
          </a:ln>
        </p:spPr>
      </p:pic>
      <p:sp>
        <p:nvSpPr>
          <p:cNvPr id="368" name="Google Shape;368;g3f84f4156c2_1_544"/>
          <p:cNvSpPr txBox="1"/>
          <p:nvPr/>
        </p:nvSpPr>
        <p:spPr>
          <a:xfrm>
            <a:off x="6894885" y="3234750"/>
            <a:ext cx="2985000" cy="5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50" lIns="137150" spcFirstLastPara="1" rIns="137150" wrap="square" tIns="68550">
            <a:spAutoFit/>
          </a:bodyPr>
          <a:lstStyle/>
          <a:p>
            <a:pPr indent="-177800" lvl="0" marL="177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League Spartan"/>
              <a:buChar char="•"/>
            </a:pPr>
            <a:r>
              <a:rPr i="0" lang="en-US" sz="2400" u="none" cap="none" strike="noStrike">
                <a:solidFill>
                  <a:schemeClr val="lt1"/>
                </a:solidFill>
                <a:latin typeface="League Spartan Medium"/>
                <a:ea typeface="League Spartan Medium"/>
                <a:cs typeface="League Spartan Medium"/>
                <a:sym typeface="League Spartan Medium"/>
              </a:rPr>
              <a:t>Right People</a:t>
            </a:r>
            <a:endParaRPr i="0" sz="2100" u="none" cap="none" strike="noStrike">
              <a:solidFill>
                <a:srgbClr val="000000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pic>
        <p:nvPicPr>
          <p:cNvPr id="369" name="Google Shape;369;g3f84f4156c2_1_544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9600651" y="3630218"/>
            <a:ext cx="2254568" cy="2254568"/>
          </a:xfrm>
          <a:prstGeom prst="rect">
            <a:avLst/>
          </a:prstGeom>
          <a:noFill/>
          <a:ln>
            <a:noFill/>
          </a:ln>
        </p:spPr>
      </p:pic>
      <p:sp>
        <p:nvSpPr>
          <p:cNvPr id="370" name="Google Shape;370;g3f84f4156c2_1_544"/>
          <p:cNvSpPr/>
          <p:nvPr/>
        </p:nvSpPr>
        <p:spPr>
          <a:xfrm>
            <a:off x="952453" y="1085800"/>
            <a:ext cx="18021300" cy="7425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42233"/>
              </a:buClr>
              <a:buSzPts val="4800"/>
              <a:buFont typeface="League Spartan"/>
              <a:buNone/>
            </a:pPr>
            <a:r>
              <a:rPr b="1" lang="en-US" sz="4800">
                <a:solidFill>
                  <a:srgbClr val="142233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The </a:t>
            </a:r>
            <a:r>
              <a:rPr b="1" lang="en-US" sz="4800">
                <a:solidFill>
                  <a:srgbClr val="F04E23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EOS</a:t>
            </a:r>
            <a:r>
              <a:rPr b="1" lang="en-US" sz="4800">
                <a:solidFill>
                  <a:srgbClr val="142233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 Model®</a:t>
            </a:r>
            <a:endParaRPr sz="4800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371" name="Google Shape;371;g3f84f4156c2_1_544"/>
          <p:cNvSpPr/>
          <p:nvPr/>
        </p:nvSpPr>
        <p:spPr>
          <a:xfrm>
            <a:off x="952453" y="9654885"/>
            <a:ext cx="2485200" cy="2511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A5AAAF"/>
              </a:buClr>
              <a:buSzPts val="1530"/>
              <a:buFont typeface="League Spartan"/>
              <a:buNone/>
            </a:pPr>
            <a:r>
              <a:rPr b="1" lang="en-US" sz="1530">
                <a:solidFill>
                  <a:srgbClr val="A5AAAF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#WeRunOnEOS2026</a:t>
            </a:r>
            <a:endParaRPr sz="1530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pic>
        <p:nvPicPr>
          <p:cNvPr descr="preencoded.png" id="372" name="Google Shape;372;g3f84f4156c2_1_544"/>
          <p:cNvPicPr preferRelativeResize="0"/>
          <p:nvPr/>
        </p:nvPicPr>
        <p:blipFill rotWithShape="1">
          <a:blip r:embed="rId6">
            <a:alphaModFix amt="35000"/>
          </a:blip>
          <a:srcRect b="0" l="0" r="0" t="0"/>
          <a:stretch/>
        </p:blipFill>
        <p:spPr>
          <a:xfrm>
            <a:off x="16687858" y="9334388"/>
            <a:ext cx="647649" cy="609744"/>
          </a:xfrm>
          <a:prstGeom prst="rect">
            <a:avLst/>
          </a:prstGeom>
          <a:noFill/>
          <a:ln>
            <a:noFill/>
          </a:ln>
        </p:spPr>
      </p:pic>
      <p:sp>
        <p:nvSpPr>
          <p:cNvPr id="373" name="Google Shape;373;g3f84f4156c2_1_544"/>
          <p:cNvSpPr/>
          <p:nvPr/>
        </p:nvSpPr>
        <p:spPr>
          <a:xfrm>
            <a:off x="17030702" y="9353409"/>
            <a:ext cx="356700" cy="1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76308"/>
              </a:lnSpc>
              <a:spcBef>
                <a:spcPts val="0"/>
              </a:spcBef>
              <a:spcAft>
                <a:spcPts val="0"/>
              </a:spcAft>
              <a:buClr>
                <a:srgbClr val="FF7900"/>
              </a:buClr>
              <a:buSzPts val="901"/>
              <a:buFont typeface="League Spartan"/>
              <a:buNone/>
            </a:pPr>
            <a:r>
              <a:rPr b="1" lang="en-US" sz="902">
                <a:solidFill>
                  <a:srgbClr val="FF79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2026</a:t>
            </a:r>
            <a:endParaRPr sz="902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6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6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3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7" name="Shape 3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" name="Google Shape;378;g3f9d525e35c_0_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9" name="Google Shape;379;g3f9d525e35c_0_0"/>
          <p:cNvSpPr/>
          <p:nvPr/>
        </p:nvSpPr>
        <p:spPr>
          <a:xfrm>
            <a:off x="952453" y="9654885"/>
            <a:ext cx="2485200" cy="2511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A5AAAF"/>
              </a:buClr>
              <a:buSzPts val="1530"/>
              <a:buFont typeface="League Spartan"/>
              <a:buNone/>
            </a:pPr>
            <a:r>
              <a:rPr b="1" lang="en-US" sz="1530">
                <a:solidFill>
                  <a:srgbClr val="A5AAAF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#WeRunOnEOS2026</a:t>
            </a:r>
            <a:endParaRPr sz="1530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pic>
        <p:nvPicPr>
          <p:cNvPr descr="preencoded.png" id="380" name="Google Shape;380;g3f9d525e35c_0_0"/>
          <p:cNvPicPr preferRelativeResize="0"/>
          <p:nvPr/>
        </p:nvPicPr>
        <p:blipFill rotWithShape="1">
          <a:blip r:embed="rId3">
            <a:alphaModFix amt="35000"/>
          </a:blip>
          <a:srcRect b="0" l="0" r="0" t="0"/>
          <a:stretch/>
        </p:blipFill>
        <p:spPr>
          <a:xfrm>
            <a:off x="16687858" y="9334388"/>
            <a:ext cx="647649" cy="609744"/>
          </a:xfrm>
          <a:prstGeom prst="rect">
            <a:avLst/>
          </a:prstGeom>
          <a:noFill/>
          <a:ln>
            <a:noFill/>
          </a:ln>
        </p:spPr>
      </p:pic>
      <p:sp>
        <p:nvSpPr>
          <p:cNvPr id="381" name="Google Shape;381;g3f9d525e35c_0_0"/>
          <p:cNvSpPr/>
          <p:nvPr/>
        </p:nvSpPr>
        <p:spPr>
          <a:xfrm>
            <a:off x="17030702" y="9353409"/>
            <a:ext cx="356700" cy="1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76308"/>
              </a:lnSpc>
              <a:spcBef>
                <a:spcPts val="0"/>
              </a:spcBef>
              <a:spcAft>
                <a:spcPts val="0"/>
              </a:spcAft>
              <a:buClr>
                <a:srgbClr val="FF7900"/>
              </a:buClr>
              <a:buSzPts val="901"/>
              <a:buFont typeface="League Spartan"/>
              <a:buNone/>
            </a:pPr>
            <a:r>
              <a:rPr b="1" lang="en-US" sz="902">
                <a:solidFill>
                  <a:srgbClr val="FF79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2026</a:t>
            </a:r>
            <a:endParaRPr sz="902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pic>
        <p:nvPicPr>
          <p:cNvPr id="382" name="Google Shape;382;g3f9d525e35c_0_0"/>
          <p:cNvPicPr preferRelativeResize="0"/>
          <p:nvPr/>
        </p:nvPicPr>
        <p:blipFill rotWithShape="1">
          <a:blip r:embed="rId4">
            <a:alphaModFix/>
          </a:blip>
          <a:srcRect b="8735" l="8630" r="11094" t="82545"/>
          <a:stretch/>
        </p:blipFill>
        <p:spPr>
          <a:xfrm>
            <a:off x="2542238" y="7691847"/>
            <a:ext cx="13569234" cy="1907222"/>
          </a:xfrm>
          <a:prstGeom prst="rect">
            <a:avLst/>
          </a:prstGeom>
          <a:noFill/>
          <a:ln>
            <a:noFill/>
          </a:ln>
        </p:spPr>
      </p:pic>
      <p:pic>
        <p:nvPicPr>
          <p:cNvPr id="383" name="Google Shape;383;g3f9d525e35c_0_0"/>
          <p:cNvPicPr preferRelativeResize="0"/>
          <p:nvPr/>
        </p:nvPicPr>
        <p:blipFill rotWithShape="1">
          <a:blip r:embed="rId5">
            <a:alphaModFix/>
          </a:blip>
          <a:srcRect b="64948" l="0" r="0" t="9288"/>
          <a:stretch/>
        </p:blipFill>
        <p:spPr>
          <a:xfrm>
            <a:off x="1131135" y="1805592"/>
            <a:ext cx="16824297" cy="5609336"/>
          </a:xfrm>
          <a:prstGeom prst="rect">
            <a:avLst/>
          </a:prstGeom>
          <a:noFill/>
          <a:ln>
            <a:noFill/>
          </a:ln>
        </p:spPr>
      </p:pic>
      <p:sp>
        <p:nvSpPr>
          <p:cNvPr id="384" name="Google Shape;384;g3f9d525e35c_0_0"/>
          <p:cNvSpPr txBox="1"/>
          <p:nvPr>
            <p:ph idx="11" type="ftr"/>
          </p:nvPr>
        </p:nvSpPr>
        <p:spPr>
          <a:xfrm>
            <a:off x="20526152" y="14309647"/>
            <a:ext cx="6431400" cy="82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50" lIns="137150" spcFirstLastPara="1" rIns="137150" wrap="square" tIns="6855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r>
              <a:rPr lang="en-US">
                <a:solidFill>
                  <a:srgbClr val="747577"/>
                </a:solidFill>
              </a:rPr>
              <a:t>#EOSWorldwide</a:t>
            </a:r>
            <a:endParaRPr/>
          </a:p>
        </p:txBody>
      </p:sp>
      <p:sp>
        <p:nvSpPr>
          <p:cNvPr id="385" name="Google Shape;385;g3f9d525e35c_0_0"/>
          <p:cNvSpPr txBox="1"/>
          <p:nvPr/>
        </p:nvSpPr>
        <p:spPr>
          <a:xfrm rot="-4189684">
            <a:off x="6960570" y="3012231"/>
            <a:ext cx="3079703" cy="507876"/>
          </a:xfrm>
          <a:prstGeom prst="rect">
            <a:avLst/>
          </a:prstGeom>
          <a:noFill/>
          <a:ln>
            <a:noFill/>
          </a:ln>
        </p:spPr>
        <p:txBody>
          <a:bodyPr anchorCtr="0" anchor="t" bIns="68550" lIns="137150" spcFirstLastPara="1" rIns="137150" wrap="square" tIns="6855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US" sz="2400" u="none" cap="none" strike="noStrike">
                <a:solidFill>
                  <a:schemeClr val="dk1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Humbly confident</a:t>
            </a:r>
            <a:endParaRPr i="0" sz="2100" u="none" cap="none" strike="noStrike">
              <a:solidFill>
                <a:srgbClr val="000000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386" name="Google Shape;386;g3f9d525e35c_0_0"/>
          <p:cNvSpPr txBox="1"/>
          <p:nvPr/>
        </p:nvSpPr>
        <p:spPr>
          <a:xfrm>
            <a:off x="3151194" y="5009021"/>
            <a:ext cx="4356000" cy="692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50" lIns="137150" spcFirstLastPara="1" rIns="137150" wrap="square" tIns="6855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chemeClr val="dk1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Maria Rodriguez</a:t>
            </a:r>
            <a:endParaRPr i="0" sz="2100" u="none" cap="none" strike="noStrike">
              <a:solidFill>
                <a:srgbClr val="000000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387" name="Google Shape;387;g3f9d525e35c_0_0"/>
          <p:cNvSpPr txBox="1"/>
          <p:nvPr/>
        </p:nvSpPr>
        <p:spPr>
          <a:xfrm>
            <a:off x="3147378" y="5893134"/>
            <a:ext cx="4532100" cy="692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50" lIns="137150" spcFirstLastPara="1" rIns="137150" wrap="square" tIns="6855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chemeClr val="dk1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John Smith</a:t>
            </a:r>
            <a:endParaRPr i="0" sz="2100" u="none" cap="none" strike="noStrike">
              <a:solidFill>
                <a:srgbClr val="000000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388" name="Google Shape;388;g3f9d525e35c_0_0"/>
          <p:cNvSpPr txBox="1"/>
          <p:nvPr/>
        </p:nvSpPr>
        <p:spPr>
          <a:xfrm>
            <a:off x="3147380" y="6716693"/>
            <a:ext cx="5004000" cy="692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50" lIns="137150" spcFirstLastPara="1" rIns="137150" wrap="square" tIns="6855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chemeClr val="dk1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George Wilson</a:t>
            </a:r>
            <a:endParaRPr i="0" sz="2100" u="none" cap="none" strike="noStrike">
              <a:solidFill>
                <a:srgbClr val="000000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389" name="Google Shape;389;g3f9d525e35c_0_0"/>
          <p:cNvSpPr txBox="1"/>
          <p:nvPr/>
        </p:nvSpPr>
        <p:spPr>
          <a:xfrm rot="-4173800">
            <a:off x="10348034" y="3298840"/>
            <a:ext cx="2629078" cy="508042"/>
          </a:xfrm>
          <a:prstGeom prst="rect">
            <a:avLst/>
          </a:prstGeom>
          <a:noFill/>
          <a:ln>
            <a:noFill/>
          </a:ln>
        </p:spPr>
        <p:txBody>
          <a:bodyPr anchorCtr="0" anchor="t" bIns="68550" lIns="137150" spcFirstLastPara="1" rIns="137150" wrap="square" tIns="6855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US" sz="2400" u="none" cap="none" strike="noStrike">
                <a:solidFill>
                  <a:schemeClr val="dk1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Do what you say</a:t>
            </a:r>
            <a:endParaRPr i="0" sz="2100" u="none" cap="none" strike="noStrike">
              <a:solidFill>
                <a:srgbClr val="000000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390" name="Google Shape;390;g3f9d525e35c_0_0"/>
          <p:cNvSpPr txBox="1"/>
          <p:nvPr/>
        </p:nvSpPr>
        <p:spPr>
          <a:xfrm rot="-4192774">
            <a:off x="9429875" y="3106098"/>
            <a:ext cx="3015746" cy="507951"/>
          </a:xfrm>
          <a:prstGeom prst="rect">
            <a:avLst/>
          </a:prstGeom>
          <a:noFill/>
          <a:ln>
            <a:noFill/>
          </a:ln>
        </p:spPr>
        <p:txBody>
          <a:bodyPr anchorCtr="0" anchor="t" bIns="68550" lIns="137150" spcFirstLastPara="1" rIns="137150" wrap="square" tIns="6855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US" sz="2400" u="none" cap="none" strike="noStrike">
                <a:solidFill>
                  <a:schemeClr val="dk1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Do the right thing</a:t>
            </a:r>
            <a:endParaRPr i="0" sz="2100" u="none" cap="none" strike="noStrike">
              <a:solidFill>
                <a:srgbClr val="000000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391" name="Google Shape;391;g3f9d525e35c_0_0"/>
          <p:cNvSpPr txBox="1"/>
          <p:nvPr/>
        </p:nvSpPr>
        <p:spPr>
          <a:xfrm rot="-4185230">
            <a:off x="8648368" y="3299058"/>
            <a:ext cx="2629356" cy="507906"/>
          </a:xfrm>
          <a:prstGeom prst="rect">
            <a:avLst/>
          </a:prstGeom>
          <a:noFill/>
          <a:ln>
            <a:noFill/>
          </a:ln>
        </p:spPr>
        <p:txBody>
          <a:bodyPr anchorCtr="0" anchor="t" bIns="68550" lIns="137150" spcFirstLastPara="1" rIns="137150" wrap="square" tIns="6855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US" sz="2400" u="none" cap="none" strike="noStrike">
                <a:solidFill>
                  <a:schemeClr val="dk1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Help First</a:t>
            </a:r>
            <a:endParaRPr i="0" sz="2100" u="none" cap="none" strike="noStrike">
              <a:solidFill>
                <a:srgbClr val="000000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392" name="Google Shape;392;g3f9d525e35c_0_0"/>
          <p:cNvSpPr txBox="1"/>
          <p:nvPr/>
        </p:nvSpPr>
        <p:spPr>
          <a:xfrm rot="-4172560">
            <a:off x="7829326" y="3298988"/>
            <a:ext cx="2629111" cy="507971"/>
          </a:xfrm>
          <a:prstGeom prst="rect">
            <a:avLst/>
          </a:prstGeom>
          <a:noFill/>
          <a:ln>
            <a:noFill/>
          </a:ln>
        </p:spPr>
        <p:txBody>
          <a:bodyPr anchorCtr="0" anchor="t" bIns="68550" lIns="137150" spcFirstLastPara="1" rIns="137150" wrap="square" tIns="6855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US" sz="2400" u="none" cap="none" strike="noStrike">
                <a:solidFill>
                  <a:schemeClr val="dk1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Grow or Die</a:t>
            </a:r>
            <a:endParaRPr i="0" sz="2100" u="none" cap="none" strike="noStrike">
              <a:solidFill>
                <a:srgbClr val="000000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393" name="Google Shape;393;g3f9d525e35c_0_0"/>
          <p:cNvSpPr txBox="1"/>
          <p:nvPr/>
        </p:nvSpPr>
        <p:spPr>
          <a:xfrm>
            <a:off x="7463088" y="5046000"/>
            <a:ext cx="4080600" cy="6003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50" lIns="137150" spcFirstLastPara="1" rIns="137150" wrap="square" tIns="6855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b="1" i="0" lang="en-US" sz="3000" u="none" cap="none" strike="noStrike">
                <a:solidFill>
                  <a:srgbClr val="A5AAAF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  +     +	    +      +      +</a:t>
            </a:r>
            <a:endParaRPr i="0" sz="2100" u="none" cap="none" strike="noStrike">
              <a:solidFill>
                <a:srgbClr val="A5AAAF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394" name="Google Shape;394;g3f9d525e35c_0_0"/>
          <p:cNvSpPr txBox="1"/>
          <p:nvPr/>
        </p:nvSpPr>
        <p:spPr>
          <a:xfrm>
            <a:off x="7453440" y="8443071"/>
            <a:ext cx="779400" cy="6003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50" lIns="137150" spcFirstLastPara="1" rIns="137150" wrap="square" tIns="6855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b="1" i="0" lang="en-US" sz="3000" u="none" cap="none" strike="noStrike">
                <a:solidFill>
                  <a:srgbClr val="FFC999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+</a:t>
            </a:r>
            <a:endParaRPr i="0" sz="2100" u="none" cap="none" strike="noStrike">
              <a:solidFill>
                <a:srgbClr val="000000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395" name="Google Shape;395;g3f9d525e35c_0_0"/>
          <p:cNvSpPr txBox="1"/>
          <p:nvPr/>
        </p:nvSpPr>
        <p:spPr>
          <a:xfrm>
            <a:off x="10550537" y="8446631"/>
            <a:ext cx="1144500" cy="6003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50" lIns="137150" spcFirstLastPara="1" rIns="137150" wrap="square" tIns="6855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b="1" i="0" lang="en-US" sz="3000" u="none" cap="none" strike="noStrike">
                <a:solidFill>
                  <a:srgbClr val="FFC999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+</a:t>
            </a:r>
            <a:endParaRPr i="0" sz="2100" u="none" cap="none" strike="noStrike">
              <a:solidFill>
                <a:srgbClr val="000000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396" name="Google Shape;396;g3f9d525e35c_0_0"/>
          <p:cNvSpPr txBox="1"/>
          <p:nvPr/>
        </p:nvSpPr>
        <p:spPr>
          <a:xfrm>
            <a:off x="9153833" y="8449424"/>
            <a:ext cx="736800" cy="6003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50" lIns="137150" spcFirstLastPara="1" rIns="137150" wrap="square" tIns="6855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b="1" i="0" lang="en-US" sz="3000" u="none" cap="none" strike="noStrike">
                <a:solidFill>
                  <a:srgbClr val="FFC999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+</a:t>
            </a:r>
            <a:endParaRPr i="0" sz="2100" u="none" cap="none" strike="noStrike">
              <a:solidFill>
                <a:srgbClr val="000000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397" name="Google Shape;397;g3f9d525e35c_0_0"/>
          <p:cNvSpPr txBox="1"/>
          <p:nvPr/>
        </p:nvSpPr>
        <p:spPr>
          <a:xfrm>
            <a:off x="8219274" y="8447709"/>
            <a:ext cx="944100" cy="6003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50" lIns="137150" spcFirstLastPara="1" rIns="137150" wrap="square" tIns="6855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b="1" i="0" lang="en-US" sz="3000" u="none" cap="none" strike="noStrike">
                <a:solidFill>
                  <a:srgbClr val="FFC999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+/–</a:t>
            </a:r>
            <a:endParaRPr i="0" sz="2100" u="none" cap="none" strike="noStrike">
              <a:solidFill>
                <a:srgbClr val="000000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398" name="Google Shape;398;g3f9d525e35c_0_0"/>
          <p:cNvSpPr txBox="1"/>
          <p:nvPr/>
        </p:nvSpPr>
        <p:spPr>
          <a:xfrm>
            <a:off x="9774956" y="8447715"/>
            <a:ext cx="1008600" cy="6003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50" lIns="137150" spcFirstLastPara="1" rIns="137150" wrap="square" tIns="6855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b="1" i="0" lang="en-US" sz="3000" u="none" cap="none" strike="noStrike">
                <a:solidFill>
                  <a:srgbClr val="FFC999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+/–</a:t>
            </a:r>
            <a:endParaRPr i="0" sz="2100" u="none" cap="none" strike="noStrike">
              <a:solidFill>
                <a:srgbClr val="000000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399" name="Google Shape;399;g3f9d525e35c_0_0"/>
          <p:cNvSpPr txBox="1"/>
          <p:nvPr/>
        </p:nvSpPr>
        <p:spPr>
          <a:xfrm>
            <a:off x="3125363" y="4177613"/>
            <a:ext cx="4197000" cy="6003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137150" lIns="137150" spcFirstLastPara="1" rIns="137150" wrap="square" tIns="13715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300"/>
              <a:buFont typeface="Arial"/>
              <a:buNone/>
            </a:pPr>
            <a:r>
              <a:rPr b="1" i="0" lang="en-US" sz="3300" u="none" cap="none" strike="noStrike">
                <a:solidFill>
                  <a:srgbClr val="E87722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NAME</a:t>
            </a:r>
            <a:endParaRPr b="1" i="0" sz="3300" u="none" cap="none" strike="noStrike">
              <a:solidFill>
                <a:srgbClr val="E87722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400" name="Google Shape;400;g3f9d525e35c_0_0"/>
          <p:cNvSpPr txBox="1"/>
          <p:nvPr/>
        </p:nvSpPr>
        <p:spPr>
          <a:xfrm>
            <a:off x="3230700" y="7700850"/>
            <a:ext cx="4197000" cy="6003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137150" lIns="137150" spcFirstLastPara="1" rIns="137150" wrap="square" tIns="13715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300"/>
              <a:buFont typeface="Arial"/>
              <a:buNone/>
            </a:pPr>
            <a:r>
              <a:rPr b="1" i="0" lang="en-US" sz="3300" u="none" cap="none" strike="noStrike">
                <a:solidFill>
                  <a:srgbClr val="E87722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THE BAR</a:t>
            </a:r>
            <a:endParaRPr b="1" i="0" sz="3300" u="none" cap="none" strike="noStrike">
              <a:solidFill>
                <a:srgbClr val="E87722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401" name="Google Shape;401;g3f9d525e35c_0_0"/>
          <p:cNvSpPr txBox="1"/>
          <p:nvPr/>
        </p:nvSpPr>
        <p:spPr>
          <a:xfrm>
            <a:off x="3230700" y="8449350"/>
            <a:ext cx="4197000" cy="6003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137150" lIns="137150" spcFirstLastPara="1" rIns="137150" wrap="square" tIns="13715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300"/>
              <a:buFont typeface="Arial"/>
              <a:buNone/>
            </a:pPr>
            <a:r>
              <a:rPr b="1" i="0" lang="en-US" sz="3300" u="none" cap="none" strike="noStrik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Rating  +   +/-   -</a:t>
            </a:r>
            <a:endParaRPr b="1" i="0" sz="3300" u="none" cap="none" strike="noStrik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402" name="Google Shape;402;g3f9d525e35c_0_0"/>
          <p:cNvSpPr txBox="1"/>
          <p:nvPr/>
        </p:nvSpPr>
        <p:spPr>
          <a:xfrm>
            <a:off x="7503000" y="5841075"/>
            <a:ext cx="4080600" cy="6003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50" lIns="137150" spcFirstLastPara="1" rIns="137150" wrap="square" tIns="6855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b="1" i="0" lang="en-US" sz="3000" u="none" cap="none" strike="noStrike">
                <a:solidFill>
                  <a:srgbClr val="A5AAAF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  -     +/-    -       -    +/-</a:t>
            </a:r>
            <a:endParaRPr i="0" sz="2100" u="none" cap="none" strike="noStrike">
              <a:solidFill>
                <a:srgbClr val="A5AAAF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403" name="Google Shape;403;g3f9d525e35c_0_0"/>
          <p:cNvSpPr txBox="1"/>
          <p:nvPr/>
        </p:nvSpPr>
        <p:spPr>
          <a:xfrm>
            <a:off x="7481763" y="6636150"/>
            <a:ext cx="4080600" cy="6003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50" lIns="137150" spcFirstLastPara="1" rIns="137150" wrap="square" tIns="6855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b="1" i="0" lang="en-US" sz="3000" u="none" cap="none" strike="noStrike">
                <a:solidFill>
                  <a:srgbClr val="A5AAAF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+/-   +/-    +     +/-    +</a:t>
            </a:r>
            <a:endParaRPr i="0" sz="2100" u="none" cap="none" strike="noStrike">
              <a:solidFill>
                <a:srgbClr val="A5AAAF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404" name="Google Shape;404;g3f9d525e35c_0_0"/>
          <p:cNvSpPr/>
          <p:nvPr/>
        </p:nvSpPr>
        <p:spPr>
          <a:xfrm>
            <a:off x="952453" y="1085800"/>
            <a:ext cx="18021300" cy="7425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42233"/>
              </a:buClr>
              <a:buSzPts val="4800"/>
              <a:buFont typeface="League Spartan"/>
              <a:buNone/>
            </a:pPr>
            <a:r>
              <a:rPr b="1" lang="en-US" sz="4800">
                <a:solidFill>
                  <a:srgbClr val="142233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THE PEOPLE ANALYZER™</a:t>
            </a:r>
            <a:endParaRPr b="1" sz="4800">
              <a:solidFill>
                <a:srgbClr val="142233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</p:spTree>
  </p:cSld>
  <p:clrMapOvr>
    <a:masterClrMapping/>
  </p:clrMapOvr>
  <p:transition spd="med">
    <p:fade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1"/>
                            </p:stCondLst>
                            <p:childTnLst>
                              <p:par>
                                <p:cTn fill="hold" nodeType="after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2"/>
                            </p:stCondLst>
                            <p:childTnLst>
                              <p:par>
                                <p:cTn fill="hold" nodeType="after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3"/>
                            </p:stCondLst>
                            <p:childTnLst>
                              <p:par>
                                <p:cTn fill="hold" nodeType="after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4"/>
                            </p:stCondLst>
                            <p:childTnLst>
                              <p:par>
                                <p:cTn fill="hold" nodeType="after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3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5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3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1005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3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1505"/>
                            </p:stCondLst>
                            <p:childTnLst>
                              <p:par>
                                <p:cTn fill="hold" nodeType="after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1506"/>
                            </p:stCondLst>
                            <p:childTnLst>
                              <p:par>
                                <p:cTn fill="hold" nodeType="after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1507"/>
                            </p:stCondLst>
                            <p:childTnLst>
                              <p:par>
                                <p:cTn fill="hold" nodeType="after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1508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3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2008"/>
                            </p:stCondLst>
                            <p:childTnLst>
                              <p:par>
                                <p:cTn fill="hold" nodeType="afterEffect" presetClass="entr" presetID="1" presetSubtype="0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2009"/>
                            </p:stCondLst>
                            <p:childTnLst>
                              <p:par>
                                <p:cTn fill="hold" nodeType="afterEffect" presetClass="entr" presetID="1" presetSubtype="0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2010"/>
                            </p:stCondLst>
                            <p:childTnLst>
                              <p:par>
                                <p:cTn fill="hold" nodeType="afterEffect" presetClass="entr" presetID="1" presetSubtype="0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2011"/>
                            </p:stCondLst>
                            <p:childTnLst>
                              <p:par>
                                <p:cTn fill="hold" nodeType="afterEffect" presetClass="entr" presetID="1" presetSubtype="0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2012"/>
                            </p:stCondLst>
                            <p:childTnLst>
                              <p:par>
                                <p:cTn fill="hold" nodeType="afterEffect" presetClass="entr" presetID="1" presetSubtype="0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08" name="Shape 4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Google Shape;409;g3f84f4156c2_1_764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0" name="Google Shape;410;g3f84f4156c2_1_764"/>
          <p:cNvSpPr txBox="1"/>
          <p:nvPr>
            <p:ph idx="11" type="ftr"/>
          </p:nvPr>
        </p:nvSpPr>
        <p:spPr>
          <a:xfrm>
            <a:off x="20526152" y="14309647"/>
            <a:ext cx="6431400" cy="82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50" lIns="137150" spcFirstLastPara="1" rIns="137150" wrap="square" tIns="6855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r>
              <a:rPr lang="en-US">
                <a:solidFill>
                  <a:srgbClr val="747577"/>
                </a:solidFill>
              </a:rPr>
              <a:t>#EOSWorldwide</a:t>
            </a:r>
            <a:endParaRPr>
              <a:solidFill>
                <a:srgbClr val="747577"/>
              </a:solidFill>
            </a:endParaRPr>
          </a:p>
        </p:txBody>
      </p:sp>
      <p:pic>
        <p:nvPicPr>
          <p:cNvPr id="411" name="Google Shape;411;g3f84f4156c2_1_76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866308" y="919215"/>
            <a:ext cx="7694681" cy="7686102"/>
          </a:xfrm>
          <a:prstGeom prst="rect">
            <a:avLst/>
          </a:prstGeom>
          <a:noFill/>
          <a:ln>
            <a:noFill/>
          </a:ln>
        </p:spPr>
      </p:pic>
      <p:pic>
        <p:nvPicPr>
          <p:cNvPr id="412" name="Google Shape;412;g3f84f4156c2_1_76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45683" y="903009"/>
            <a:ext cx="3952494" cy="3930778"/>
          </a:xfrm>
          <a:prstGeom prst="rect">
            <a:avLst/>
          </a:prstGeom>
          <a:noFill/>
          <a:ln>
            <a:noFill/>
          </a:ln>
        </p:spPr>
      </p:pic>
      <p:sp>
        <p:nvSpPr>
          <p:cNvPr id="413" name="Google Shape;413;g3f84f4156c2_1_764"/>
          <p:cNvSpPr txBox="1"/>
          <p:nvPr/>
        </p:nvSpPr>
        <p:spPr>
          <a:xfrm>
            <a:off x="6894885" y="3234750"/>
            <a:ext cx="2985000" cy="5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50" lIns="137150" spcFirstLastPara="1" rIns="137150" wrap="square" tIns="68550">
            <a:spAutoFit/>
          </a:bodyPr>
          <a:lstStyle/>
          <a:p>
            <a:pPr indent="-177800" lvl="0" marL="177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League Spartan"/>
              <a:buChar char="•"/>
            </a:pPr>
            <a:r>
              <a:rPr i="0" lang="en-US" sz="2400" u="none" cap="none" strike="noStrike">
                <a:solidFill>
                  <a:schemeClr val="lt1"/>
                </a:solidFill>
                <a:latin typeface="League Spartan Medium"/>
                <a:ea typeface="League Spartan Medium"/>
                <a:cs typeface="League Spartan Medium"/>
                <a:sym typeface="League Spartan Medium"/>
              </a:rPr>
              <a:t>Right People</a:t>
            </a:r>
            <a:endParaRPr i="0" sz="2100" u="none" cap="none" strike="noStrike">
              <a:solidFill>
                <a:srgbClr val="000000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414" name="Google Shape;414;g3f84f4156c2_1_764"/>
          <p:cNvSpPr txBox="1"/>
          <p:nvPr/>
        </p:nvSpPr>
        <p:spPr>
          <a:xfrm>
            <a:off x="6894885" y="3749099"/>
            <a:ext cx="2985000" cy="5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50" lIns="137150" spcFirstLastPara="1" rIns="137150" wrap="square" tIns="68550">
            <a:spAutoFit/>
          </a:bodyPr>
          <a:lstStyle/>
          <a:p>
            <a:pPr indent="-177800" lvl="0" marL="177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League Spartan"/>
              <a:buChar char="•"/>
            </a:pPr>
            <a:r>
              <a:rPr i="0" lang="en-US" sz="2400" u="none" cap="none" strike="noStrike">
                <a:solidFill>
                  <a:schemeClr val="lt1"/>
                </a:solidFill>
                <a:latin typeface="League Spartan Medium"/>
                <a:ea typeface="League Spartan Medium"/>
                <a:cs typeface="League Spartan Medium"/>
                <a:sym typeface="League Spartan Medium"/>
              </a:rPr>
              <a:t>Right Seats</a:t>
            </a:r>
            <a:endParaRPr i="0" sz="2100" u="none" cap="none" strike="noStrike">
              <a:solidFill>
                <a:srgbClr val="000000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pic>
        <p:nvPicPr>
          <p:cNvPr id="415" name="Google Shape;415;g3f84f4156c2_1_764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9600651" y="3630218"/>
            <a:ext cx="2254568" cy="2254568"/>
          </a:xfrm>
          <a:prstGeom prst="rect">
            <a:avLst/>
          </a:prstGeom>
          <a:noFill/>
          <a:ln>
            <a:noFill/>
          </a:ln>
        </p:spPr>
      </p:pic>
      <p:sp>
        <p:nvSpPr>
          <p:cNvPr id="416" name="Google Shape;416;g3f84f4156c2_1_764"/>
          <p:cNvSpPr/>
          <p:nvPr/>
        </p:nvSpPr>
        <p:spPr>
          <a:xfrm>
            <a:off x="952453" y="1085800"/>
            <a:ext cx="18021300" cy="7425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42233"/>
              </a:buClr>
              <a:buSzPts val="4800"/>
              <a:buFont typeface="League Spartan"/>
              <a:buNone/>
            </a:pPr>
            <a:r>
              <a:rPr b="1" lang="en-US" sz="4800">
                <a:solidFill>
                  <a:srgbClr val="142233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The </a:t>
            </a:r>
            <a:r>
              <a:rPr b="1" lang="en-US" sz="4800">
                <a:solidFill>
                  <a:srgbClr val="F04E23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EOS</a:t>
            </a:r>
            <a:r>
              <a:rPr b="1" lang="en-US" sz="4800">
                <a:solidFill>
                  <a:srgbClr val="142233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 Model®</a:t>
            </a:r>
            <a:endParaRPr sz="4800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417" name="Google Shape;417;g3f84f4156c2_1_764"/>
          <p:cNvSpPr/>
          <p:nvPr/>
        </p:nvSpPr>
        <p:spPr>
          <a:xfrm>
            <a:off x="952453" y="9654885"/>
            <a:ext cx="2485200" cy="2511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A5AAAF"/>
              </a:buClr>
              <a:buSzPts val="1530"/>
              <a:buFont typeface="League Spartan"/>
              <a:buNone/>
            </a:pPr>
            <a:r>
              <a:rPr b="1" lang="en-US" sz="1530">
                <a:solidFill>
                  <a:srgbClr val="A5AAAF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#WeRunOnEOS2026</a:t>
            </a:r>
            <a:endParaRPr sz="1530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pic>
        <p:nvPicPr>
          <p:cNvPr descr="preencoded.png" id="418" name="Google Shape;418;g3f84f4156c2_1_764"/>
          <p:cNvPicPr preferRelativeResize="0"/>
          <p:nvPr/>
        </p:nvPicPr>
        <p:blipFill rotWithShape="1">
          <a:blip r:embed="rId6">
            <a:alphaModFix amt="35000"/>
          </a:blip>
          <a:srcRect b="0" l="0" r="0" t="0"/>
          <a:stretch/>
        </p:blipFill>
        <p:spPr>
          <a:xfrm>
            <a:off x="16687858" y="9334388"/>
            <a:ext cx="647649" cy="609744"/>
          </a:xfrm>
          <a:prstGeom prst="rect">
            <a:avLst/>
          </a:prstGeom>
          <a:noFill/>
          <a:ln>
            <a:noFill/>
          </a:ln>
        </p:spPr>
      </p:pic>
      <p:sp>
        <p:nvSpPr>
          <p:cNvPr id="419" name="Google Shape;419;g3f84f4156c2_1_764"/>
          <p:cNvSpPr/>
          <p:nvPr/>
        </p:nvSpPr>
        <p:spPr>
          <a:xfrm>
            <a:off x="17030702" y="9353409"/>
            <a:ext cx="356700" cy="1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76308"/>
              </a:lnSpc>
              <a:spcBef>
                <a:spcPts val="0"/>
              </a:spcBef>
              <a:spcAft>
                <a:spcPts val="0"/>
              </a:spcAft>
              <a:buClr>
                <a:srgbClr val="FF7900"/>
              </a:buClr>
              <a:buSzPts val="901"/>
              <a:buFont typeface="League Spartan"/>
              <a:buNone/>
            </a:pPr>
            <a:r>
              <a:rPr b="1" lang="en-US" sz="902">
                <a:solidFill>
                  <a:srgbClr val="FF79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2026</a:t>
            </a:r>
            <a:endParaRPr sz="902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4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4" name="Shape 4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5" name="Google Shape;425;g3f84f4156c2_1_926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gradFill>
            <a:gsLst>
              <a:gs pos="0">
                <a:srgbClr val="3A4759"/>
              </a:gs>
              <a:gs pos="48000">
                <a:srgbClr val="1F2C3F"/>
              </a:gs>
              <a:gs pos="100000">
                <a:srgbClr val="101B2B"/>
              </a:gs>
            </a:gsLst>
            <a:lin ang="8100019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426" name="Google Shape;426;g3f84f4156c2_1_926"/>
          <p:cNvSpPr/>
          <p:nvPr/>
        </p:nvSpPr>
        <p:spPr>
          <a:xfrm>
            <a:off x="1523951" y="3491896"/>
            <a:ext cx="16764000" cy="11811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30000"/>
              </a:lnSpc>
              <a:spcBef>
                <a:spcPts val="0"/>
              </a:spcBef>
              <a:spcAft>
                <a:spcPts val="0"/>
              </a:spcAft>
              <a:buClr>
                <a:srgbClr val="FF7900"/>
              </a:buClr>
              <a:buSzPts val="15262"/>
              <a:buFont typeface="League Spartan"/>
              <a:buNone/>
            </a:pPr>
            <a:r>
              <a:rPr b="1" lang="en-US" sz="15263">
                <a:solidFill>
                  <a:srgbClr val="FF79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“</a:t>
            </a:r>
            <a:endParaRPr sz="15263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427" name="Google Shape;427;g3f84f4156c2_1_926"/>
          <p:cNvSpPr/>
          <p:nvPr/>
        </p:nvSpPr>
        <p:spPr>
          <a:xfrm>
            <a:off x="1523951" y="4634893"/>
            <a:ext cx="14520000" cy="13716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98768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200"/>
              <a:buFont typeface="League Spartan"/>
              <a:buNone/>
            </a:pPr>
            <a:r>
              <a:rPr b="1" lang="en-US" sz="4200">
                <a:solidFill>
                  <a:srgbClr val="FFFFFF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“Structure first, people second.”</a:t>
            </a:r>
            <a:endParaRPr b="1" sz="4200">
              <a:solidFill>
                <a:srgbClr val="FFFFFF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428" name="Google Shape;428;g3f84f4156c2_1_926"/>
          <p:cNvSpPr/>
          <p:nvPr/>
        </p:nvSpPr>
        <p:spPr>
          <a:xfrm>
            <a:off x="1523951" y="6425539"/>
            <a:ext cx="3187800" cy="4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7900"/>
              </a:buClr>
              <a:buSzPts val="2550"/>
              <a:buFont typeface="League Spartan"/>
              <a:buNone/>
            </a:pPr>
            <a:r>
              <a:rPr b="1" lang="en-US" sz="2550">
                <a:solidFill>
                  <a:srgbClr val="FF79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— GINO WICKMAN</a:t>
            </a:r>
            <a:endParaRPr sz="2550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429" name="Google Shape;429;g3f84f4156c2_1_926"/>
          <p:cNvSpPr/>
          <p:nvPr/>
        </p:nvSpPr>
        <p:spPr>
          <a:xfrm>
            <a:off x="952453" y="9654885"/>
            <a:ext cx="2485200" cy="2511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A94A2"/>
              </a:buClr>
              <a:buSzPts val="1530"/>
              <a:buFont typeface="League Spartan"/>
              <a:buNone/>
            </a:pPr>
            <a:r>
              <a:rPr b="1" lang="en-US" sz="1530">
                <a:solidFill>
                  <a:srgbClr val="8A94A2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#WeRunOnEOS2026</a:t>
            </a:r>
            <a:endParaRPr sz="1530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3" name="Shape 4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4" name="Google Shape;434;g3f85ecfd79d_2_63"/>
          <p:cNvSpPr/>
          <p:nvPr/>
        </p:nvSpPr>
        <p:spPr>
          <a:xfrm>
            <a:off x="952453" y="1085800"/>
            <a:ext cx="18021300" cy="7425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42233"/>
              </a:buClr>
              <a:buSzPts val="4800"/>
              <a:buFont typeface="League Spartan"/>
              <a:buNone/>
            </a:pPr>
            <a:r>
              <a:rPr b="1" lang="en-US" sz="4800">
                <a:solidFill>
                  <a:srgbClr val="142233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Accountability Chart</a:t>
            </a:r>
            <a:r>
              <a:rPr baseline="30000" lang="en-US" sz="3200">
                <a:solidFill>
                  <a:srgbClr val="142233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™</a:t>
            </a:r>
            <a:endParaRPr b="1" sz="4800">
              <a:solidFill>
                <a:srgbClr val="142233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grpSp>
        <p:nvGrpSpPr>
          <p:cNvPr id="435" name="Google Shape;435;g3f85ecfd79d_2_63"/>
          <p:cNvGrpSpPr/>
          <p:nvPr/>
        </p:nvGrpSpPr>
        <p:grpSpPr>
          <a:xfrm>
            <a:off x="2251767" y="2181154"/>
            <a:ext cx="13784449" cy="7120866"/>
            <a:chOff x="2251767" y="2181154"/>
            <a:chExt cx="13784449" cy="7120866"/>
          </a:xfrm>
        </p:grpSpPr>
        <p:grpSp>
          <p:nvGrpSpPr>
            <p:cNvPr id="436" name="Google Shape;436;g3f85ecfd79d_2_63"/>
            <p:cNvGrpSpPr/>
            <p:nvPr/>
          </p:nvGrpSpPr>
          <p:grpSpPr>
            <a:xfrm>
              <a:off x="4355869" y="6681405"/>
              <a:ext cx="9405431" cy="683855"/>
              <a:chOff x="3904167" y="3797858"/>
              <a:chExt cx="3950700" cy="298236"/>
            </a:xfrm>
          </p:grpSpPr>
          <p:cxnSp>
            <p:nvCxnSpPr>
              <p:cNvPr id="437" name="Google Shape;437;g3f85ecfd79d_2_63"/>
              <p:cNvCxnSpPr/>
              <p:nvPr/>
            </p:nvCxnSpPr>
            <p:spPr>
              <a:xfrm>
                <a:off x="5897905" y="3797858"/>
                <a:ext cx="0" cy="282300"/>
              </a:xfrm>
              <a:prstGeom prst="straightConnector1">
                <a:avLst/>
              </a:prstGeom>
              <a:noFill/>
              <a:ln cap="flat" cmpd="sng" w="44925">
                <a:solidFill>
                  <a:srgbClr val="FF7900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438" name="Google Shape;438;g3f85ecfd79d_2_63"/>
              <p:cNvCxnSpPr/>
              <p:nvPr/>
            </p:nvCxnSpPr>
            <p:spPr>
              <a:xfrm>
                <a:off x="3904167" y="3938311"/>
                <a:ext cx="3950700" cy="0"/>
              </a:xfrm>
              <a:prstGeom prst="straightConnector1">
                <a:avLst/>
              </a:prstGeom>
              <a:noFill/>
              <a:ln cap="flat" cmpd="sng" w="44925">
                <a:solidFill>
                  <a:srgbClr val="FF7900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439" name="Google Shape;439;g3f85ecfd79d_2_63"/>
              <p:cNvCxnSpPr/>
              <p:nvPr/>
            </p:nvCxnSpPr>
            <p:spPr>
              <a:xfrm>
                <a:off x="3912148" y="3945523"/>
                <a:ext cx="0" cy="148500"/>
              </a:xfrm>
              <a:prstGeom prst="straightConnector1">
                <a:avLst/>
              </a:prstGeom>
              <a:noFill/>
              <a:ln cap="flat" cmpd="sng" w="44925">
                <a:solidFill>
                  <a:srgbClr val="FF7900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440" name="Google Shape;440;g3f85ecfd79d_2_63"/>
              <p:cNvCxnSpPr/>
              <p:nvPr/>
            </p:nvCxnSpPr>
            <p:spPr>
              <a:xfrm>
                <a:off x="7847012" y="3947594"/>
                <a:ext cx="0" cy="148500"/>
              </a:xfrm>
              <a:prstGeom prst="straightConnector1">
                <a:avLst/>
              </a:prstGeom>
              <a:noFill/>
              <a:ln cap="flat" cmpd="sng" w="44925">
                <a:solidFill>
                  <a:srgbClr val="FF7900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cxnSp>
          <p:nvCxnSpPr>
            <p:cNvPr id="441" name="Google Shape;441;g3f85ecfd79d_2_63"/>
            <p:cNvCxnSpPr>
              <a:stCxn id="442" idx="2"/>
              <a:endCxn id="443" idx="0"/>
            </p:cNvCxnSpPr>
            <p:nvPr/>
          </p:nvCxnSpPr>
          <p:spPr>
            <a:xfrm>
              <a:off x="9102672" y="4203235"/>
              <a:ext cx="0" cy="510000"/>
            </a:xfrm>
            <a:prstGeom prst="straightConnector1">
              <a:avLst/>
            </a:prstGeom>
            <a:noFill/>
            <a:ln cap="flat" cmpd="sng" w="44925">
              <a:solidFill>
                <a:srgbClr val="FF7900"/>
              </a:solidFill>
              <a:prstDash val="solid"/>
              <a:round/>
              <a:headEnd len="sm" w="sm" type="none"/>
              <a:tailEnd len="sm" w="sm" type="none"/>
            </a:ln>
          </p:spPr>
        </p:cxnSp>
        <p:grpSp>
          <p:nvGrpSpPr>
            <p:cNvPr id="444" name="Google Shape;444;g3f85ecfd79d_2_63"/>
            <p:cNvGrpSpPr/>
            <p:nvPr/>
          </p:nvGrpSpPr>
          <p:grpSpPr>
            <a:xfrm>
              <a:off x="7020353" y="2181154"/>
              <a:ext cx="4164638" cy="2022081"/>
              <a:chOff x="4551487" y="1129829"/>
              <a:chExt cx="2354100" cy="1143000"/>
            </a:xfrm>
          </p:grpSpPr>
          <p:sp>
            <p:nvSpPr>
              <p:cNvPr id="442" name="Google Shape;442;g3f85ecfd79d_2_63"/>
              <p:cNvSpPr/>
              <p:nvPr/>
            </p:nvSpPr>
            <p:spPr>
              <a:xfrm>
                <a:off x="4551487" y="1129829"/>
                <a:ext cx="2354100" cy="1143000"/>
              </a:xfrm>
              <a:prstGeom prst="rect">
                <a:avLst/>
              </a:prstGeom>
              <a:solidFill>
                <a:srgbClr val="E5E8EB"/>
              </a:solidFill>
              <a:ln>
                <a:noFill/>
              </a:ln>
            </p:spPr>
            <p:txBody>
              <a:bodyPr anchorCtr="0" anchor="ctr" bIns="80850" lIns="161725" spcFirstLastPara="1" rIns="161725" wrap="square" tIns="8085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5661"/>
                  <a:buFont typeface="Arial"/>
                  <a:buNone/>
                </a:pPr>
                <a:r>
                  <a:t/>
                </a:r>
                <a:endParaRPr b="0" i="0" sz="5661" u="none" cap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45" name="Google Shape;445;g3f85ecfd79d_2_63"/>
              <p:cNvSpPr txBox="1"/>
              <p:nvPr/>
            </p:nvSpPr>
            <p:spPr>
              <a:xfrm>
                <a:off x="4864289" y="1194534"/>
                <a:ext cx="1709700" cy="323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80850" lIns="161725" spcFirstLastPara="1" rIns="161725" wrap="square" tIns="80850">
                <a:sp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54"/>
                  <a:buFont typeface="Arial"/>
                  <a:buNone/>
                </a:pPr>
                <a:r>
                  <a:rPr i="0" lang="en-US" sz="2654" u="none" cap="none" strike="noStrike">
                    <a:solidFill>
                      <a:srgbClr val="142233"/>
                    </a:solidFill>
                    <a:latin typeface="League Spartan ExtraBold"/>
                    <a:ea typeface="League Spartan ExtraBold"/>
                    <a:cs typeface="League Spartan ExtraBold"/>
                    <a:sym typeface="League Spartan ExtraBold"/>
                  </a:rPr>
                  <a:t>VISIONARY</a:t>
                </a:r>
                <a:endParaRPr i="0" sz="2477" u="none" cap="none" strike="noStrike">
                  <a:solidFill>
                    <a:srgbClr val="000000"/>
                  </a:solidFill>
                  <a:latin typeface="League Spartan"/>
                  <a:ea typeface="League Spartan"/>
                  <a:cs typeface="League Spartan"/>
                  <a:sym typeface="League Spartan"/>
                </a:endParaRPr>
              </a:p>
            </p:txBody>
          </p:sp>
        </p:grpSp>
        <p:grpSp>
          <p:nvGrpSpPr>
            <p:cNvPr id="446" name="Google Shape;446;g3f85ecfd79d_2_63"/>
            <p:cNvGrpSpPr/>
            <p:nvPr/>
          </p:nvGrpSpPr>
          <p:grpSpPr>
            <a:xfrm>
              <a:off x="7020353" y="7273453"/>
              <a:ext cx="4164638" cy="2022081"/>
              <a:chOff x="4551487" y="4418130"/>
              <a:chExt cx="2354100" cy="1143000"/>
            </a:xfrm>
          </p:grpSpPr>
          <p:sp>
            <p:nvSpPr>
              <p:cNvPr id="447" name="Google Shape;447;g3f85ecfd79d_2_63"/>
              <p:cNvSpPr/>
              <p:nvPr/>
            </p:nvSpPr>
            <p:spPr>
              <a:xfrm>
                <a:off x="4551487" y="4418130"/>
                <a:ext cx="2354100" cy="1143000"/>
              </a:xfrm>
              <a:prstGeom prst="rect">
                <a:avLst/>
              </a:prstGeom>
              <a:solidFill>
                <a:srgbClr val="E5E8EB"/>
              </a:solidFill>
              <a:ln>
                <a:noFill/>
              </a:ln>
            </p:spPr>
            <p:txBody>
              <a:bodyPr anchorCtr="0" anchor="ctr" bIns="80850" lIns="161725" spcFirstLastPara="1" rIns="161725" wrap="square" tIns="8085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5661"/>
                  <a:buFont typeface="Arial"/>
                  <a:buNone/>
                </a:pPr>
                <a:r>
                  <a:t/>
                </a:r>
                <a:endParaRPr b="0" i="0" sz="5661" u="none" cap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48" name="Google Shape;448;g3f85ecfd79d_2_63"/>
              <p:cNvSpPr txBox="1"/>
              <p:nvPr/>
            </p:nvSpPr>
            <p:spPr>
              <a:xfrm>
                <a:off x="4864290" y="4498985"/>
                <a:ext cx="1709700" cy="323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80850" lIns="161725" spcFirstLastPara="1" rIns="161725" wrap="square" tIns="80850">
                <a:sp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54"/>
                  <a:buFont typeface="Arial"/>
                  <a:buNone/>
                </a:pPr>
                <a:r>
                  <a:rPr i="0" lang="en-US" sz="2654" u="none" cap="none" strike="noStrike">
                    <a:solidFill>
                      <a:srgbClr val="142233"/>
                    </a:solidFill>
                    <a:latin typeface="League Spartan ExtraBold"/>
                    <a:ea typeface="League Spartan ExtraBold"/>
                    <a:cs typeface="League Spartan ExtraBold"/>
                    <a:sym typeface="League Spartan ExtraBold"/>
                  </a:rPr>
                  <a:t>OPERATIONS</a:t>
                </a:r>
                <a:endParaRPr i="0" sz="2477" u="none" cap="none" strike="noStrike">
                  <a:solidFill>
                    <a:srgbClr val="000000"/>
                  </a:solidFill>
                  <a:latin typeface="League Spartan"/>
                  <a:ea typeface="League Spartan"/>
                  <a:cs typeface="League Spartan"/>
                  <a:sym typeface="League Spartan"/>
                </a:endParaRPr>
              </a:p>
            </p:txBody>
          </p:sp>
        </p:grpSp>
        <p:grpSp>
          <p:nvGrpSpPr>
            <p:cNvPr id="449" name="Google Shape;449;g3f85ecfd79d_2_63"/>
            <p:cNvGrpSpPr/>
            <p:nvPr/>
          </p:nvGrpSpPr>
          <p:grpSpPr>
            <a:xfrm>
              <a:off x="2251767" y="7273453"/>
              <a:ext cx="4502713" cy="2022081"/>
              <a:chOff x="1856000" y="4418130"/>
              <a:chExt cx="2545200" cy="1143000"/>
            </a:xfrm>
          </p:grpSpPr>
          <p:sp>
            <p:nvSpPr>
              <p:cNvPr id="450" name="Google Shape;450;g3f85ecfd79d_2_63"/>
              <p:cNvSpPr/>
              <p:nvPr/>
            </p:nvSpPr>
            <p:spPr>
              <a:xfrm>
                <a:off x="1928193" y="4418130"/>
                <a:ext cx="2354100" cy="1143000"/>
              </a:xfrm>
              <a:prstGeom prst="rect">
                <a:avLst/>
              </a:prstGeom>
              <a:solidFill>
                <a:srgbClr val="E5E8EB"/>
              </a:solidFill>
              <a:ln>
                <a:noFill/>
              </a:ln>
            </p:spPr>
            <p:txBody>
              <a:bodyPr anchorCtr="0" anchor="ctr" bIns="80850" lIns="161725" spcFirstLastPara="1" rIns="161725" wrap="square" tIns="8085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5661"/>
                  <a:buFont typeface="Arial"/>
                  <a:buNone/>
                </a:pPr>
                <a:r>
                  <a:t/>
                </a:r>
                <a:endParaRPr b="0" i="0" sz="5661" u="none" cap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51" name="Google Shape;451;g3f85ecfd79d_2_63"/>
              <p:cNvSpPr txBox="1"/>
              <p:nvPr/>
            </p:nvSpPr>
            <p:spPr>
              <a:xfrm>
                <a:off x="1856000" y="4498985"/>
                <a:ext cx="2545200" cy="323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80850" lIns="161725" spcFirstLastPara="1" rIns="161725" wrap="square" tIns="80850">
                <a:sp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54"/>
                  <a:buFont typeface="Arial"/>
                  <a:buNone/>
                </a:pPr>
                <a:r>
                  <a:rPr i="0" lang="en-US" sz="2654" u="none" cap="none" strike="noStrike">
                    <a:solidFill>
                      <a:srgbClr val="142233"/>
                    </a:solidFill>
                    <a:latin typeface="League Spartan ExtraBold"/>
                    <a:ea typeface="League Spartan ExtraBold"/>
                    <a:cs typeface="League Spartan ExtraBold"/>
                    <a:sym typeface="League Spartan ExtraBold"/>
                  </a:rPr>
                  <a:t>MARKETING/SALES</a:t>
                </a:r>
                <a:endParaRPr i="0" sz="2477" u="none" cap="none" strike="noStrike">
                  <a:solidFill>
                    <a:srgbClr val="000000"/>
                  </a:solidFill>
                  <a:latin typeface="League Spartan"/>
                  <a:ea typeface="League Spartan"/>
                  <a:cs typeface="League Spartan"/>
                  <a:sym typeface="League Spartan"/>
                </a:endParaRPr>
              </a:p>
            </p:txBody>
          </p:sp>
        </p:grpSp>
        <p:grpSp>
          <p:nvGrpSpPr>
            <p:cNvPr id="452" name="Google Shape;452;g3f85ecfd79d_2_63"/>
            <p:cNvGrpSpPr/>
            <p:nvPr/>
          </p:nvGrpSpPr>
          <p:grpSpPr>
            <a:xfrm>
              <a:off x="11533502" y="7279939"/>
              <a:ext cx="4502713" cy="2022081"/>
              <a:chOff x="7102586" y="4421796"/>
              <a:chExt cx="2545200" cy="1143000"/>
            </a:xfrm>
          </p:grpSpPr>
          <p:sp>
            <p:nvSpPr>
              <p:cNvPr id="453" name="Google Shape;453;g3f85ecfd79d_2_63"/>
              <p:cNvSpPr/>
              <p:nvPr/>
            </p:nvSpPr>
            <p:spPr>
              <a:xfrm>
                <a:off x="7198829" y="4421796"/>
                <a:ext cx="2354100" cy="1143000"/>
              </a:xfrm>
              <a:prstGeom prst="rect">
                <a:avLst/>
              </a:prstGeom>
              <a:solidFill>
                <a:srgbClr val="E5E8EB"/>
              </a:solidFill>
              <a:ln>
                <a:noFill/>
              </a:ln>
            </p:spPr>
            <p:txBody>
              <a:bodyPr anchorCtr="0" anchor="ctr" bIns="80850" lIns="161725" spcFirstLastPara="1" rIns="161725" wrap="square" tIns="8085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5661"/>
                  <a:buFont typeface="Arial"/>
                  <a:buNone/>
                </a:pPr>
                <a:r>
                  <a:t/>
                </a:r>
                <a:endParaRPr b="0" i="0" sz="5661" u="none" cap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54" name="Google Shape;454;g3f85ecfd79d_2_63"/>
              <p:cNvSpPr txBox="1"/>
              <p:nvPr/>
            </p:nvSpPr>
            <p:spPr>
              <a:xfrm>
                <a:off x="7102586" y="4498985"/>
                <a:ext cx="2545200" cy="323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80850" lIns="171450" spcFirstLastPara="1" rIns="161725" wrap="square" tIns="80850">
                <a:sp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54"/>
                  <a:buFont typeface="Arial"/>
                  <a:buNone/>
                </a:pPr>
                <a:r>
                  <a:rPr i="0" lang="en-US" sz="2654" u="none" cap="none" strike="noStrike">
                    <a:solidFill>
                      <a:srgbClr val="142233"/>
                    </a:solidFill>
                    <a:latin typeface="League Spartan ExtraBold"/>
                    <a:ea typeface="League Spartan ExtraBold"/>
                    <a:cs typeface="League Spartan ExtraBold"/>
                    <a:sym typeface="League Spartan ExtraBold"/>
                  </a:rPr>
                  <a:t>FINANCE</a:t>
                </a:r>
                <a:endParaRPr i="0" sz="2477" u="none" cap="none" strike="noStrike">
                  <a:solidFill>
                    <a:srgbClr val="000000"/>
                  </a:solidFill>
                  <a:latin typeface="League Spartan"/>
                  <a:ea typeface="League Spartan"/>
                  <a:cs typeface="League Spartan"/>
                  <a:sym typeface="League Spartan"/>
                </a:endParaRPr>
              </a:p>
            </p:txBody>
          </p:sp>
        </p:grpSp>
        <p:grpSp>
          <p:nvGrpSpPr>
            <p:cNvPr id="455" name="Google Shape;455;g3f85ecfd79d_2_63"/>
            <p:cNvGrpSpPr/>
            <p:nvPr/>
          </p:nvGrpSpPr>
          <p:grpSpPr>
            <a:xfrm>
              <a:off x="7020351" y="4713270"/>
              <a:ext cx="4164638" cy="2022081"/>
              <a:chOff x="4551486" y="2766047"/>
              <a:chExt cx="2354100" cy="1143000"/>
            </a:xfrm>
          </p:grpSpPr>
          <p:sp>
            <p:nvSpPr>
              <p:cNvPr id="443" name="Google Shape;443;g3f85ecfd79d_2_63"/>
              <p:cNvSpPr/>
              <p:nvPr/>
            </p:nvSpPr>
            <p:spPr>
              <a:xfrm>
                <a:off x="4551486" y="2766047"/>
                <a:ext cx="2354100" cy="1143000"/>
              </a:xfrm>
              <a:prstGeom prst="rect">
                <a:avLst/>
              </a:prstGeom>
              <a:solidFill>
                <a:srgbClr val="E5E8EB"/>
              </a:solidFill>
              <a:ln>
                <a:noFill/>
              </a:ln>
            </p:spPr>
            <p:txBody>
              <a:bodyPr anchorCtr="0" anchor="ctr" bIns="80850" lIns="161725" spcFirstLastPara="1" rIns="161725" wrap="square" tIns="8085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5661"/>
                  <a:buFont typeface="Arial"/>
                  <a:buNone/>
                </a:pPr>
                <a:r>
                  <a:t/>
                </a:r>
                <a:endParaRPr b="0" i="0" sz="5661" u="none" cap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56" name="Google Shape;456;g3f85ecfd79d_2_63"/>
              <p:cNvSpPr txBox="1"/>
              <p:nvPr/>
            </p:nvSpPr>
            <p:spPr>
              <a:xfrm>
                <a:off x="4871460" y="2843289"/>
                <a:ext cx="1709700" cy="323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80850" lIns="161725" spcFirstLastPara="1" rIns="161725" wrap="square" tIns="80850">
                <a:sp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654"/>
                  <a:buFont typeface="Arial"/>
                  <a:buNone/>
                </a:pPr>
                <a:r>
                  <a:rPr i="0" lang="en-US" sz="2654" u="none" cap="none" strike="noStrike">
                    <a:solidFill>
                      <a:srgbClr val="142233"/>
                    </a:solidFill>
                    <a:latin typeface="League Spartan ExtraBold"/>
                    <a:ea typeface="League Spartan ExtraBold"/>
                    <a:cs typeface="League Spartan ExtraBold"/>
                    <a:sym typeface="League Spartan ExtraBold"/>
                  </a:rPr>
                  <a:t>INTEGRATOR</a:t>
                </a:r>
                <a:endParaRPr i="0" sz="2477" u="none" cap="none" strike="noStrike">
                  <a:solidFill>
                    <a:srgbClr val="000000"/>
                  </a:solidFill>
                  <a:latin typeface="League Spartan"/>
                  <a:ea typeface="League Spartan"/>
                  <a:cs typeface="League Spartan"/>
                  <a:sym typeface="League Spartan"/>
                </a:endParaRPr>
              </a:p>
            </p:txBody>
          </p:sp>
        </p:grpSp>
      </p:grpSp>
      <p:sp>
        <p:nvSpPr>
          <p:cNvPr id="457" name="Google Shape;457;g3f85ecfd79d_2_63"/>
          <p:cNvSpPr/>
          <p:nvPr/>
        </p:nvSpPr>
        <p:spPr>
          <a:xfrm>
            <a:off x="952453" y="9654885"/>
            <a:ext cx="2485200" cy="2511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A5AAAF"/>
              </a:buClr>
              <a:buSzPts val="1530"/>
              <a:buFont typeface="League Spartan"/>
              <a:buNone/>
            </a:pPr>
            <a:r>
              <a:rPr b="1" lang="en-US" sz="1530">
                <a:solidFill>
                  <a:srgbClr val="A5AAAF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#WeRunOnEOS2026</a:t>
            </a:r>
            <a:endParaRPr sz="1530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pic>
        <p:nvPicPr>
          <p:cNvPr descr="preencoded.png" id="458" name="Google Shape;458;g3f85ecfd79d_2_63"/>
          <p:cNvPicPr preferRelativeResize="0"/>
          <p:nvPr/>
        </p:nvPicPr>
        <p:blipFill rotWithShape="1">
          <a:blip r:embed="rId3">
            <a:alphaModFix amt="35000"/>
          </a:blip>
          <a:srcRect b="0" l="0" r="0" t="0"/>
          <a:stretch/>
        </p:blipFill>
        <p:spPr>
          <a:xfrm>
            <a:off x="16687858" y="9334388"/>
            <a:ext cx="647649" cy="609744"/>
          </a:xfrm>
          <a:prstGeom prst="rect">
            <a:avLst/>
          </a:prstGeom>
          <a:noFill/>
          <a:ln>
            <a:noFill/>
          </a:ln>
        </p:spPr>
      </p:pic>
      <p:sp>
        <p:nvSpPr>
          <p:cNvPr id="459" name="Google Shape;459;g3f85ecfd79d_2_63"/>
          <p:cNvSpPr/>
          <p:nvPr/>
        </p:nvSpPr>
        <p:spPr>
          <a:xfrm>
            <a:off x="17030702" y="9353409"/>
            <a:ext cx="356700" cy="1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76308"/>
              </a:lnSpc>
              <a:spcBef>
                <a:spcPts val="0"/>
              </a:spcBef>
              <a:spcAft>
                <a:spcPts val="0"/>
              </a:spcAft>
              <a:buClr>
                <a:srgbClr val="FF7900"/>
              </a:buClr>
              <a:buSzPts val="901"/>
              <a:buFont typeface="League Spartan"/>
              <a:buNone/>
            </a:pPr>
            <a:r>
              <a:rPr b="1" lang="en-US" sz="902">
                <a:solidFill>
                  <a:srgbClr val="FF79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2026</a:t>
            </a:r>
            <a:endParaRPr sz="902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4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63" name="Shape 4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4" name="Google Shape;464;g3f85ecfd79d_2_90"/>
          <p:cNvSpPr/>
          <p:nvPr/>
        </p:nvSpPr>
        <p:spPr>
          <a:xfrm>
            <a:off x="952453" y="1085800"/>
            <a:ext cx="18021300" cy="7425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42233"/>
              </a:buClr>
              <a:buSzPts val="4800"/>
              <a:buFont typeface="League Spartan"/>
              <a:buNone/>
            </a:pPr>
            <a:r>
              <a:rPr b="1" lang="en-US" sz="4800">
                <a:solidFill>
                  <a:srgbClr val="142233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Right Seats</a:t>
            </a:r>
            <a:endParaRPr b="1" sz="4800">
              <a:solidFill>
                <a:srgbClr val="142233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cxnSp>
        <p:nvCxnSpPr>
          <p:cNvPr id="465" name="Google Shape;465;g3f85ecfd79d_2_90"/>
          <p:cNvCxnSpPr/>
          <p:nvPr/>
        </p:nvCxnSpPr>
        <p:spPr>
          <a:xfrm>
            <a:off x="6249215" y="2750538"/>
            <a:ext cx="7465800" cy="0"/>
          </a:xfrm>
          <a:prstGeom prst="straightConnector1">
            <a:avLst/>
          </a:prstGeom>
          <a:noFill/>
          <a:ln cap="flat" cmpd="sng" w="27275">
            <a:solidFill>
              <a:srgbClr val="14223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66" name="Google Shape;466;g3f85ecfd79d_2_90"/>
          <p:cNvSpPr/>
          <p:nvPr/>
        </p:nvSpPr>
        <p:spPr>
          <a:xfrm>
            <a:off x="3820050" y="1963026"/>
            <a:ext cx="10647900" cy="7243800"/>
          </a:xfrm>
          <a:prstGeom prst="rect">
            <a:avLst/>
          </a:prstGeom>
          <a:solidFill>
            <a:srgbClr val="E5E8EB"/>
          </a:solidFill>
          <a:ln>
            <a:noFill/>
          </a:ln>
        </p:spPr>
        <p:txBody>
          <a:bodyPr anchorCtr="0" anchor="ctr" bIns="104725" lIns="209425" spcFirstLastPara="1" rIns="209425" wrap="square" tIns="1047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498"/>
              <a:buFont typeface="Arial"/>
              <a:buNone/>
            </a:pPr>
            <a:r>
              <a:t/>
            </a:r>
            <a:endParaRPr b="0" i="0" sz="5498" u="none" cap="none" strike="noStrike">
              <a:solidFill>
                <a:srgbClr val="FFFFD9"/>
              </a:solidFill>
              <a:latin typeface="Oswald Light"/>
              <a:ea typeface="Oswald Light"/>
              <a:cs typeface="Oswald Light"/>
              <a:sym typeface="Oswald Light"/>
            </a:endParaRPr>
          </a:p>
        </p:txBody>
      </p:sp>
      <p:sp>
        <p:nvSpPr>
          <p:cNvPr id="467" name="Google Shape;467;g3f85ecfd79d_2_90"/>
          <p:cNvSpPr txBox="1"/>
          <p:nvPr/>
        </p:nvSpPr>
        <p:spPr>
          <a:xfrm>
            <a:off x="3925538" y="4336436"/>
            <a:ext cx="10473300" cy="4717800"/>
          </a:xfrm>
          <a:prstGeom prst="rect">
            <a:avLst/>
          </a:prstGeom>
          <a:noFill/>
          <a:ln>
            <a:noFill/>
          </a:ln>
        </p:spPr>
        <p:txBody>
          <a:bodyPr anchorCtr="0" anchor="t" bIns="104725" lIns="209425" spcFirstLastPara="1" rIns="209425" wrap="square" tIns="104725">
            <a:spAutoFit/>
          </a:bodyPr>
          <a:lstStyle/>
          <a:p>
            <a:pPr indent="-392739" lvl="0" marL="589109" marR="0" rtl="0" algn="l">
              <a:lnSpc>
                <a:spcPct val="152500"/>
              </a:lnSpc>
              <a:spcBef>
                <a:spcPts val="0"/>
              </a:spcBef>
              <a:spcAft>
                <a:spcPts val="0"/>
              </a:spcAft>
              <a:buClr>
                <a:srgbClr val="FF7900"/>
              </a:buClr>
              <a:buSzPts val="4123"/>
              <a:buFont typeface="League Spartan"/>
              <a:buChar char="•"/>
            </a:pPr>
            <a:r>
              <a:rPr i="0" lang="en-US" sz="4123" u="none" cap="none" strike="noStrike">
                <a:solidFill>
                  <a:srgbClr val="142233"/>
                </a:solidFill>
                <a:latin typeface="League Spartan Medium"/>
                <a:ea typeface="League Spartan Medium"/>
                <a:cs typeface="League Spartan Medium"/>
                <a:sym typeface="League Spartan Medium"/>
              </a:rPr>
              <a:t>Role</a:t>
            </a:r>
            <a:endParaRPr i="0" sz="2405" u="none" cap="none" strike="noStrike">
              <a:solidFill>
                <a:srgbClr val="000000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  <a:p>
            <a:pPr indent="-392739" lvl="0" marL="589109" marR="0" rtl="0" algn="l">
              <a:lnSpc>
                <a:spcPct val="152500"/>
              </a:lnSpc>
              <a:spcBef>
                <a:spcPts val="0"/>
              </a:spcBef>
              <a:spcAft>
                <a:spcPts val="0"/>
              </a:spcAft>
              <a:buClr>
                <a:srgbClr val="FF7900"/>
              </a:buClr>
              <a:buSzPts val="4123"/>
              <a:buFont typeface="League Spartan"/>
              <a:buChar char="•"/>
            </a:pPr>
            <a:r>
              <a:rPr i="0" lang="en-US" sz="4123" u="none" cap="none" strike="noStrike">
                <a:solidFill>
                  <a:srgbClr val="142233"/>
                </a:solidFill>
                <a:latin typeface="League Spartan Medium"/>
                <a:ea typeface="League Spartan Medium"/>
                <a:cs typeface="League Spartan Medium"/>
                <a:sym typeface="League Spartan Medium"/>
              </a:rPr>
              <a:t>Role</a:t>
            </a:r>
            <a:endParaRPr i="0" sz="2405" u="none" cap="none" strike="noStrike">
              <a:solidFill>
                <a:srgbClr val="000000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  <a:p>
            <a:pPr indent="-392739" lvl="0" marL="589109" marR="0" rtl="0" algn="l">
              <a:lnSpc>
                <a:spcPct val="152500"/>
              </a:lnSpc>
              <a:spcBef>
                <a:spcPts val="0"/>
              </a:spcBef>
              <a:spcAft>
                <a:spcPts val="0"/>
              </a:spcAft>
              <a:buClr>
                <a:srgbClr val="FF7900"/>
              </a:buClr>
              <a:buSzPts val="4123"/>
              <a:buFont typeface="League Spartan"/>
              <a:buChar char="•"/>
            </a:pPr>
            <a:r>
              <a:rPr i="0" lang="en-US" sz="4123" u="none" cap="none" strike="noStrike">
                <a:solidFill>
                  <a:srgbClr val="142233"/>
                </a:solidFill>
                <a:latin typeface="League Spartan Medium"/>
                <a:ea typeface="League Spartan Medium"/>
                <a:cs typeface="League Spartan Medium"/>
                <a:sym typeface="League Spartan Medium"/>
              </a:rPr>
              <a:t>Role</a:t>
            </a:r>
            <a:endParaRPr i="0" sz="2405" u="none" cap="none" strike="noStrike">
              <a:solidFill>
                <a:srgbClr val="000000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  <a:p>
            <a:pPr indent="-392739" lvl="0" marL="589109" marR="0" rtl="0" algn="l">
              <a:lnSpc>
                <a:spcPct val="152500"/>
              </a:lnSpc>
              <a:spcBef>
                <a:spcPts val="0"/>
              </a:spcBef>
              <a:spcAft>
                <a:spcPts val="0"/>
              </a:spcAft>
              <a:buClr>
                <a:srgbClr val="FF7900"/>
              </a:buClr>
              <a:buSzPts val="4123"/>
              <a:buFont typeface="League Spartan"/>
              <a:buChar char="•"/>
            </a:pPr>
            <a:r>
              <a:rPr i="0" lang="en-US" sz="4123" u="none" cap="none" strike="noStrike">
                <a:solidFill>
                  <a:srgbClr val="142233"/>
                </a:solidFill>
                <a:latin typeface="League Spartan Medium"/>
                <a:ea typeface="League Spartan Medium"/>
                <a:cs typeface="League Spartan Medium"/>
                <a:sym typeface="League Spartan Medium"/>
              </a:rPr>
              <a:t>Role</a:t>
            </a:r>
            <a:endParaRPr i="0" sz="2405" u="none" cap="none" strike="noStrike">
              <a:solidFill>
                <a:srgbClr val="000000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  <a:p>
            <a:pPr indent="-392739" lvl="0" marL="589109" marR="0" rtl="0" algn="l">
              <a:lnSpc>
                <a:spcPct val="152500"/>
              </a:lnSpc>
              <a:spcBef>
                <a:spcPts val="0"/>
              </a:spcBef>
              <a:spcAft>
                <a:spcPts val="0"/>
              </a:spcAft>
              <a:buClr>
                <a:srgbClr val="FF7900"/>
              </a:buClr>
              <a:buSzPts val="4123"/>
              <a:buFont typeface="League Spartan"/>
              <a:buChar char="•"/>
            </a:pPr>
            <a:r>
              <a:rPr i="0" lang="en-US" sz="4123" u="none" cap="none" strike="noStrike">
                <a:solidFill>
                  <a:srgbClr val="142233"/>
                </a:solidFill>
                <a:latin typeface="League Spartan Medium"/>
                <a:ea typeface="League Spartan Medium"/>
                <a:cs typeface="League Spartan Medium"/>
                <a:sym typeface="League Spartan Medium"/>
              </a:rPr>
              <a:t>Role</a:t>
            </a:r>
            <a:endParaRPr i="0" sz="2405" u="none" cap="none" strike="noStrike">
              <a:solidFill>
                <a:srgbClr val="000000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468" name="Google Shape;468;g3f85ecfd79d_2_90"/>
          <p:cNvSpPr txBox="1"/>
          <p:nvPr/>
        </p:nvSpPr>
        <p:spPr>
          <a:xfrm>
            <a:off x="3925538" y="2115608"/>
            <a:ext cx="10298400" cy="2009700"/>
          </a:xfrm>
          <a:prstGeom prst="rect">
            <a:avLst/>
          </a:prstGeom>
          <a:noFill/>
          <a:ln>
            <a:noFill/>
          </a:ln>
        </p:spPr>
        <p:txBody>
          <a:bodyPr anchorCtr="0" anchor="t" bIns="104725" lIns="209425" spcFirstLastPara="1" rIns="209425" wrap="square" tIns="1047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841"/>
              <a:buFont typeface="Arial"/>
              <a:buNone/>
            </a:pPr>
            <a:r>
              <a:rPr lang="en-US" sz="5841">
                <a:solidFill>
                  <a:srgbClr val="142233"/>
                </a:solidFill>
                <a:latin typeface="League Spartan ExtraBold"/>
                <a:ea typeface="League Spartan ExtraBold"/>
                <a:cs typeface="League Spartan ExtraBold"/>
                <a:sym typeface="League Spartan ExtraBold"/>
              </a:rPr>
              <a:t>Function</a:t>
            </a:r>
            <a:endParaRPr i="0" sz="2405" u="none" cap="none" strike="noStrike">
              <a:solidFill>
                <a:srgbClr val="000000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841"/>
              <a:buFont typeface="Arial"/>
              <a:buNone/>
            </a:pPr>
            <a:r>
              <a:t/>
            </a:r>
            <a:endParaRPr i="0" sz="5841" u="none" cap="none" strike="noStrike">
              <a:solidFill>
                <a:srgbClr val="142233"/>
              </a:solidFill>
              <a:latin typeface="League Spartan ExtraBold"/>
              <a:ea typeface="League Spartan ExtraBold"/>
              <a:cs typeface="League Spartan ExtraBold"/>
              <a:sym typeface="League Spartan ExtraBold"/>
            </a:endParaRPr>
          </a:p>
        </p:txBody>
      </p:sp>
      <p:sp>
        <p:nvSpPr>
          <p:cNvPr id="469" name="Google Shape;469;g3f85ecfd79d_2_90"/>
          <p:cNvSpPr txBox="1"/>
          <p:nvPr/>
        </p:nvSpPr>
        <p:spPr>
          <a:xfrm>
            <a:off x="3889173" y="2991988"/>
            <a:ext cx="10298400" cy="1005000"/>
          </a:xfrm>
          <a:prstGeom prst="rect">
            <a:avLst/>
          </a:prstGeom>
          <a:noFill/>
          <a:ln>
            <a:noFill/>
          </a:ln>
        </p:spPr>
        <p:txBody>
          <a:bodyPr anchorCtr="0" anchor="t" bIns="104725" lIns="209425" spcFirstLastPara="1" rIns="209425" wrap="square" tIns="1047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154"/>
              <a:buFont typeface="Arial"/>
              <a:buNone/>
            </a:pPr>
            <a:r>
              <a:rPr i="0" lang="en-US" sz="5154" u="none" cap="none" strike="noStrike">
                <a:solidFill>
                  <a:srgbClr val="303B4F"/>
                </a:solidFill>
                <a:latin typeface="League Spartan Medium"/>
                <a:ea typeface="League Spartan Medium"/>
                <a:cs typeface="League Spartan Medium"/>
                <a:sym typeface="League Spartan Medium"/>
              </a:rPr>
              <a:t>Name</a:t>
            </a:r>
            <a:endParaRPr i="0" sz="2405" u="none" cap="none" strike="noStrike">
              <a:solidFill>
                <a:srgbClr val="000000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cxnSp>
        <p:nvCxnSpPr>
          <p:cNvPr id="470" name="Google Shape;470;g3f85ecfd79d_2_90"/>
          <p:cNvCxnSpPr/>
          <p:nvPr/>
        </p:nvCxnSpPr>
        <p:spPr>
          <a:xfrm>
            <a:off x="5681023" y="4102845"/>
            <a:ext cx="6787500" cy="0"/>
          </a:xfrm>
          <a:prstGeom prst="straightConnector1">
            <a:avLst/>
          </a:prstGeom>
          <a:noFill/>
          <a:ln cap="flat" cmpd="sng" w="49100">
            <a:solidFill>
              <a:srgbClr val="FF79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71" name="Google Shape;471;g3f85ecfd79d_2_90"/>
          <p:cNvSpPr/>
          <p:nvPr/>
        </p:nvSpPr>
        <p:spPr>
          <a:xfrm>
            <a:off x="952453" y="9654885"/>
            <a:ext cx="2485200" cy="2511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A5AAAF"/>
              </a:buClr>
              <a:buSzPts val="1530"/>
              <a:buFont typeface="League Spartan"/>
              <a:buNone/>
            </a:pPr>
            <a:r>
              <a:rPr b="1" lang="en-US" sz="1530">
                <a:solidFill>
                  <a:srgbClr val="A5AAAF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#WeRunOnEOS2026</a:t>
            </a:r>
            <a:endParaRPr sz="1530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pic>
        <p:nvPicPr>
          <p:cNvPr descr="preencoded.png" id="472" name="Google Shape;472;g3f85ecfd79d_2_90"/>
          <p:cNvPicPr preferRelativeResize="0"/>
          <p:nvPr/>
        </p:nvPicPr>
        <p:blipFill rotWithShape="1">
          <a:blip r:embed="rId3">
            <a:alphaModFix amt="35000"/>
          </a:blip>
          <a:srcRect b="0" l="0" r="0" t="0"/>
          <a:stretch/>
        </p:blipFill>
        <p:spPr>
          <a:xfrm>
            <a:off x="16687858" y="9334388"/>
            <a:ext cx="647649" cy="609744"/>
          </a:xfrm>
          <a:prstGeom prst="rect">
            <a:avLst/>
          </a:prstGeom>
          <a:noFill/>
          <a:ln>
            <a:noFill/>
          </a:ln>
        </p:spPr>
      </p:pic>
      <p:sp>
        <p:nvSpPr>
          <p:cNvPr id="473" name="Google Shape;473;g3f85ecfd79d_2_90"/>
          <p:cNvSpPr/>
          <p:nvPr/>
        </p:nvSpPr>
        <p:spPr>
          <a:xfrm>
            <a:off x="17030702" y="9353409"/>
            <a:ext cx="356700" cy="1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76308"/>
              </a:lnSpc>
              <a:spcBef>
                <a:spcPts val="0"/>
              </a:spcBef>
              <a:spcAft>
                <a:spcPts val="0"/>
              </a:spcAft>
              <a:buClr>
                <a:srgbClr val="FF7900"/>
              </a:buClr>
              <a:buSzPts val="901"/>
              <a:buFont typeface="League Spartan"/>
              <a:buNone/>
            </a:pPr>
            <a:r>
              <a:rPr b="1" lang="en-US" sz="902">
                <a:solidFill>
                  <a:srgbClr val="FF79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2026</a:t>
            </a:r>
            <a:endParaRPr sz="902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4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46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46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46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46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46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4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77" name="Shape 4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8" name="Google Shape;478;g3f85ecfd79d_2_135"/>
          <p:cNvSpPr/>
          <p:nvPr/>
        </p:nvSpPr>
        <p:spPr>
          <a:xfrm>
            <a:off x="933433" y="2339614"/>
            <a:ext cx="8210700" cy="63252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-494030" lvl="0" marL="457200" marR="0" rtl="0" algn="l">
              <a:spcBef>
                <a:spcPts val="0"/>
              </a:spcBef>
              <a:spcAft>
                <a:spcPts val="0"/>
              </a:spcAft>
              <a:buClr>
                <a:srgbClr val="FF7900"/>
              </a:buClr>
              <a:buSzPts val="4100"/>
              <a:buFont typeface="Noto Sans Symbols"/>
              <a:buChar char="▪"/>
            </a:pPr>
            <a:r>
              <a:rPr b="1" lang="en-US" sz="4100" u="sng">
                <a:solidFill>
                  <a:srgbClr val="FF79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G</a:t>
            </a:r>
            <a:r>
              <a:rPr b="1" lang="en-US" sz="4100">
                <a:solidFill>
                  <a:srgbClr val="142233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e</a:t>
            </a:r>
            <a:r>
              <a:rPr b="1" lang="en-US" sz="4100">
                <a:solidFill>
                  <a:srgbClr val="142233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ts It</a:t>
            </a:r>
            <a:endParaRPr b="1" sz="4100">
              <a:solidFill>
                <a:srgbClr val="142233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  <a:p>
            <a:pPr indent="0" lvl="0" marL="45720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4100">
              <a:solidFill>
                <a:srgbClr val="142233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  <a:p>
            <a:pPr indent="-494030" lvl="0" marL="457200" marR="0" rtl="0" algn="l">
              <a:spcBef>
                <a:spcPts val="0"/>
              </a:spcBef>
              <a:spcAft>
                <a:spcPts val="0"/>
              </a:spcAft>
              <a:buClr>
                <a:srgbClr val="FF7900"/>
              </a:buClr>
              <a:buSzPts val="4100"/>
              <a:buFont typeface="Noto Sans Symbols"/>
              <a:buChar char="▪"/>
            </a:pPr>
            <a:r>
              <a:rPr b="1" lang="en-US" sz="4100" u="sng">
                <a:solidFill>
                  <a:srgbClr val="FF79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W</a:t>
            </a:r>
            <a:r>
              <a:rPr b="1" lang="en-US" sz="4100">
                <a:solidFill>
                  <a:srgbClr val="142233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ants It</a:t>
            </a:r>
            <a:endParaRPr b="1" sz="4100">
              <a:solidFill>
                <a:srgbClr val="142233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  <a:p>
            <a:pPr indent="0" lvl="0" marL="45720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4100">
              <a:solidFill>
                <a:srgbClr val="142233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  <a:p>
            <a:pPr indent="-494030" lvl="0" marL="457200" marR="0" rtl="0" algn="l">
              <a:spcBef>
                <a:spcPts val="0"/>
              </a:spcBef>
              <a:spcAft>
                <a:spcPts val="0"/>
              </a:spcAft>
              <a:buClr>
                <a:srgbClr val="FF7900"/>
              </a:buClr>
              <a:buSzPts val="4100"/>
              <a:buFont typeface="Noto Sans Symbols"/>
              <a:buChar char="▪"/>
            </a:pPr>
            <a:r>
              <a:rPr b="1" lang="en-US" sz="4100" u="sng">
                <a:solidFill>
                  <a:srgbClr val="FF79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C</a:t>
            </a:r>
            <a:r>
              <a:rPr b="1" lang="en-US" sz="4100">
                <a:solidFill>
                  <a:srgbClr val="142233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apacity to Do It</a:t>
            </a:r>
            <a:endParaRPr b="1" sz="4100">
              <a:solidFill>
                <a:srgbClr val="142233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479" name="Google Shape;479;g3f85ecfd79d_2_135"/>
          <p:cNvSpPr/>
          <p:nvPr/>
        </p:nvSpPr>
        <p:spPr>
          <a:xfrm>
            <a:off x="952453" y="1085800"/>
            <a:ext cx="18021300" cy="7425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42233"/>
              </a:buClr>
              <a:buSzPts val="4800"/>
              <a:buFont typeface="League Spartan"/>
              <a:buNone/>
            </a:pPr>
            <a:r>
              <a:rPr b="1" lang="en-US" sz="4800">
                <a:solidFill>
                  <a:srgbClr val="142233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Right Seats</a:t>
            </a:r>
            <a:endParaRPr b="1" sz="4800">
              <a:solidFill>
                <a:srgbClr val="142233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480" name="Google Shape;480;g3f85ecfd79d_2_135"/>
          <p:cNvSpPr/>
          <p:nvPr/>
        </p:nvSpPr>
        <p:spPr>
          <a:xfrm>
            <a:off x="933433" y="2339614"/>
            <a:ext cx="8210700" cy="63252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-494030" lvl="0" marL="457200" marR="0" rtl="0" algn="l">
              <a:spcBef>
                <a:spcPts val="0"/>
              </a:spcBef>
              <a:spcAft>
                <a:spcPts val="0"/>
              </a:spcAft>
              <a:buClr>
                <a:srgbClr val="FF7900"/>
              </a:buClr>
              <a:buSzPts val="4100"/>
              <a:buFont typeface="Noto Sans Symbols"/>
              <a:buChar char="▪"/>
            </a:pPr>
            <a:r>
              <a:rPr b="1" lang="en-US" sz="4100" u="sng">
                <a:solidFill>
                  <a:srgbClr val="FF79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G</a:t>
            </a:r>
            <a:endParaRPr b="1" sz="4100">
              <a:solidFill>
                <a:srgbClr val="142233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  <a:p>
            <a:pPr indent="0" lvl="0" marL="45720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4100">
              <a:solidFill>
                <a:srgbClr val="142233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  <a:p>
            <a:pPr indent="-494030" lvl="0" marL="457200" marR="0" rtl="0" algn="l">
              <a:spcBef>
                <a:spcPts val="0"/>
              </a:spcBef>
              <a:spcAft>
                <a:spcPts val="0"/>
              </a:spcAft>
              <a:buClr>
                <a:srgbClr val="FF7900"/>
              </a:buClr>
              <a:buSzPts val="4100"/>
              <a:buFont typeface="Noto Sans Symbols"/>
              <a:buChar char="▪"/>
            </a:pPr>
            <a:r>
              <a:rPr b="1" lang="en-US" sz="4100" u="sng">
                <a:solidFill>
                  <a:srgbClr val="FF79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W</a:t>
            </a:r>
            <a:endParaRPr b="1" sz="4100">
              <a:solidFill>
                <a:srgbClr val="142233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  <a:p>
            <a:pPr indent="0" lvl="0" marL="45720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4100">
              <a:solidFill>
                <a:srgbClr val="142233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  <a:p>
            <a:pPr indent="-494030" lvl="0" marL="457200" marR="0" rtl="0" algn="l">
              <a:spcBef>
                <a:spcPts val="0"/>
              </a:spcBef>
              <a:spcAft>
                <a:spcPts val="0"/>
              </a:spcAft>
              <a:buClr>
                <a:srgbClr val="FF7900"/>
              </a:buClr>
              <a:buSzPts val="4100"/>
              <a:buFont typeface="Noto Sans Symbols"/>
              <a:buChar char="▪"/>
            </a:pPr>
            <a:r>
              <a:rPr b="1" lang="en-US" sz="4100" u="sng">
                <a:solidFill>
                  <a:srgbClr val="FF79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C</a:t>
            </a:r>
            <a:endParaRPr b="1" sz="4100">
              <a:solidFill>
                <a:srgbClr val="142233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481" name="Google Shape;481;g3f85ecfd79d_2_135"/>
          <p:cNvSpPr/>
          <p:nvPr/>
        </p:nvSpPr>
        <p:spPr>
          <a:xfrm>
            <a:off x="952453" y="9654885"/>
            <a:ext cx="2485200" cy="2511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A5AAAF"/>
              </a:buClr>
              <a:buSzPts val="1530"/>
              <a:buFont typeface="League Spartan"/>
              <a:buNone/>
            </a:pPr>
            <a:r>
              <a:rPr b="1" lang="en-US" sz="1530">
                <a:solidFill>
                  <a:srgbClr val="A5AAAF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#WeRunOnEOS2026</a:t>
            </a:r>
            <a:endParaRPr sz="1530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pic>
        <p:nvPicPr>
          <p:cNvPr descr="preencoded.png" id="482" name="Google Shape;482;g3f85ecfd79d_2_135"/>
          <p:cNvPicPr preferRelativeResize="0"/>
          <p:nvPr/>
        </p:nvPicPr>
        <p:blipFill rotWithShape="1">
          <a:blip r:embed="rId3">
            <a:alphaModFix amt="35000"/>
          </a:blip>
          <a:srcRect b="0" l="0" r="0" t="0"/>
          <a:stretch/>
        </p:blipFill>
        <p:spPr>
          <a:xfrm>
            <a:off x="16687858" y="9334388"/>
            <a:ext cx="647649" cy="609744"/>
          </a:xfrm>
          <a:prstGeom prst="rect">
            <a:avLst/>
          </a:prstGeom>
          <a:noFill/>
          <a:ln>
            <a:noFill/>
          </a:ln>
        </p:spPr>
      </p:pic>
      <p:sp>
        <p:nvSpPr>
          <p:cNvPr id="483" name="Google Shape;483;g3f85ecfd79d_2_135"/>
          <p:cNvSpPr/>
          <p:nvPr/>
        </p:nvSpPr>
        <p:spPr>
          <a:xfrm>
            <a:off x="17030702" y="9353409"/>
            <a:ext cx="356700" cy="1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76308"/>
              </a:lnSpc>
              <a:spcBef>
                <a:spcPts val="0"/>
              </a:spcBef>
              <a:spcAft>
                <a:spcPts val="0"/>
              </a:spcAft>
              <a:buClr>
                <a:srgbClr val="FF7900"/>
              </a:buClr>
              <a:buSzPts val="901"/>
              <a:buFont typeface="League Spartan"/>
              <a:buNone/>
            </a:pPr>
            <a:r>
              <a:rPr b="1" lang="en-US" sz="902">
                <a:solidFill>
                  <a:srgbClr val="FF79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2026</a:t>
            </a:r>
            <a:endParaRPr sz="902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484" name="Google Shape;484;g3f85ecfd79d_2_135"/>
          <p:cNvSpPr/>
          <p:nvPr/>
        </p:nvSpPr>
        <p:spPr>
          <a:xfrm>
            <a:off x="5765300" y="1595001"/>
            <a:ext cx="10647900" cy="7243800"/>
          </a:xfrm>
          <a:prstGeom prst="rect">
            <a:avLst/>
          </a:prstGeom>
          <a:solidFill>
            <a:srgbClr val="E5E8EB"/>
          </a:solidFill>
          <a:ln>
            <a:noFill/>
          </a:ln>
        </p:spPr>
        <p:txBody>
          <a:bodyPr anchorCtr="0" anchor="ctr" bIns="104725" lIns="209425" spcFirstLastPara="1" rIns="209425" wrap="square" tIns="1047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498"/>
              <a:buFont typeface="Arial"/>
              <a:buNone/>
            </a:pPr>
            <a:r>
              <a:t/>
            </a:r>
            <a:endParaRPr b="0" i="0" sz="5498" u="none" cap="none" strike="noStrike">
              <a:solidFill>
                <a:srgbClr val="FFFFD9"/>
              </a:solidFill>
              <a:latin typeface="Oswald Light"/>
              <a:ea typeface="Oswald Light"/>
              <a:cs typeface="Oswald Light"/>
              <a:sym typeface="Oswald Light"/>
            </a:endParaRPr>
          </a:p>
        </p:txBody>
      </p:sp>
      <p:sp>
        <p:nvSpPr>
          <p:cNvPr id="485" name="Google Shape;485;g3f85ecfd79d_2_135"/>
          <p:cNvSpPr txBox="1"/>
          <p:nvPr/>
        </p:nvSpPr>
        <p:spPr>
          <a:xfrm>
            <a:off x="5870788" y="3968411"/>
            <a:ext cx="10473300" cy="4717800"/>
          </a:xfrm>
          <a:prstGeom prst="rect">
            <a:avLst/>
          </a:prstGeom>
          <a:noFill/>
          <a:ln>
            <a:noFill/>
          </a:ln>
        </p:spPr>
        <p:txBody>
          <a:bodyPr anchorCtr="0" anchor="t" bIns="104725" lIns="209425" spcFirstLastPara="1" rIns="209425" wrap="square" tIns="104725">
            <a:spAutoFit/>
          </a:bodyPr>
          <a:lstStyle/>
          <a:p>
            <a:pPr indent="-392739" lvl="0" marL="589109" marR="0" rtl="0" algn="l">
              <a:lnSpc>
                <a:spcPct val="152500"/>
              </a:lnSpc>
              <a:spcBef>
                <a:spcPts val="0"/>
              </a:spcBef>
              <a:spcAft>
                <a:spcPts val="0"/>
              </a:spcAft>
              <a:buClr>
                <a:srgbClr val="FF7900"/>
              </a:buClr>
              <a:buSzPts val="4123"/>
              <a:buFont typeface="League Spartan"/>
              <a:buChar char="•"/>
            </a:pPr>
            <a:r>
              <a:rPr lang="en-US" sz="4123">
                <a:solidFill>
                  <a:srgbClr val="142233"/>
                </a:solidFill>
                <a:latin typeface="League Spartan Medium"/>
                <a:ea typeface="League Spartan Medium"/>
                <a:cs typeface="League Spartan Medium"/>
                <a:sym typeface="League Spartan Medium"/>
              </a:rPr>
              <a:t>LMA™</a:t>
            </a:r>
            <a:endParaRPr sz="4123">
              <a:solidFill>
                <a:srgbClr val="142233"/>
              </a:solidFill>
              <a:latin typeface="League Spartan Medium"/>
              <a:ea typeface="League Spartan Medium"/>
              <a:cs typeface="League Spartan Medium"/>
              <a:sym typeface="League Spartan Medium"/>
            </a:endParaRPr>
          </a:p>
          <a:p>
            <a:pPr indent="-392739" lvl="0" marL="589109" marR="0" rtl="0" algn="l">
              <a:lnSpc>
                <a:spcPct val="152500"/>
              </a:lnSpc>
              <a:spcBef>
                <a:spcPts val="0"/>
              </a:spcBef>
              <a:spcAft>
                <a:spcPts val="0"/>
              </a:spcAft>
              <a:buClr>
                <a:srgbClr val="FF7900"/>
              </a:buClr>
              <a:buSzPts val="4123"/>
              <a:buFont typeface="League Spartan"/>
              <a:buChar char="•"/>
            </a:pPr>
            <a:r>
              <a:rPr lang="en-US" sz="4123">
                <a:solidFill>
                  <a:srgbClr val="142233"/>
                </a:solidFill>
                <a:latin typeface="League Spartan Medium"/>
                <a:ea typeface="League Spartan Medium"/>
                <a:cs typeface="League Spartan Medium"/>
                <a:sym typeface="League Spartan Medium"/>
              </a:rPr>
              <a:t>Marketing</a:t>
            </a:r>
            <a:endParaRPr sz="4123">
              <a:solidFill>
                <a:srgbClr val="142233"/>
              </a:solidFill>
              <a:latin typeface="League Spartan Medium"/>
              <a:ea typeface="League Spartan Medium"/>
              <a:cs typeface="League Spartan Medium"/>
              <a:sym typeface="League Spartan Medium"/>
            </a:endParaRPr>
          </a:p>
          <a:p>
            <a:pPr indent="-392739" lvl="0" marL="589109" marR="0" rtl="0" algn="l">
              <a:lnSpc>
                <a:spcPct val="152500"/>
              </a:lnSpc>
              <a:spcBef>
                <a:spcPts val="0"/>
              </a:spcBef>
              <a:spcAft>
                <a:spcPts val="0"/>
              </a:spcAft>
              <a:buClr>
                <a:srgbClr val="FF7900"/>
              </a:buClr>
              <a:buSzPts val="4123"/>
              <a:buFont typeface="League Spartan"/>
              <a:buChar char="•"/>
            </a:pPr>
            <a:r>
              <a:rPr lang="en-US" sz="4123">
                <a:solidFill>
                  <a:srgbClr val="142233"/>
                </a:solidFill>
                <a:latin typeface="League Spartan Medium"/>
                <a:ea typeface="League Spartan Medium"/>
                <a:cs typeface="League Spartan Medium"/>
                <a:sym typeface="League Spartan Medium"/>
              </a:rPr>
              <a:t>Hit sales numbers</a:t>
            </a:r>
            <a:endParaRPr sz="4123">
              <a:solidFill>
                <a:srgbClr val="142233"/>
              </a:solidFill>
              <a:latin typeface="League Spartan Medium"/>
              <a:ea typeface="League Spartan Medium"/>
              <a:cs typeface="League Spartan Medium"/>
              <a:sym typeface="League Spartan Medium"/>
            </a:endParaRPr>
          </a:p>
          <a:p>
            <a:pPr indent="-392739" lvl="0" marL="589109" marR="0" rtl="0" algn="l">
              <a:lnSpc>
                <a:spcPct val="152500"/>
              </a:lnSpc>
              <a:spcBef>
                <a:spcPts val="0"/>
              </a:spcBef>
              <a:spcAft>
                <a:spcPts val="0"/>
              </a:spcAft>
              <a:buClr>
                <a:srgbClr val="FF7900"/>
              </a:buClr>
              <a:buSzPts val="4123"/>
              <a:buFont typeface="League Spartan"/>
              <a:buChar char="•"/>
            </a:pPr>
            <a:r>
              <a:rPr lang="en-US" sz="4123">
                <a:solidFill>
                  <a:srgbClr val="142233"/>
                </a:solidFill>
                <a:latin typeface="League Spartan Medium"/>
                <a:ea typeface="League Spartan Medium"/>
                <a:cs typeface="League Spartan Medium"/>
                <a:sym typeface="League Spartan Medium"/>
              </a:rPr>
              <a:t>Sell</a:t>
            </a:r>
            <a:endParaRPr sz="4123">
              <a:solidFill>
                <a:srgbClr val="142233"/>
              </a:solidFill>
              <a:latin typeface="League Spartan Medium"/>
              <a:ea typeface="League Spartan Medium"/>
              <a:cs typeface="League Spartan Medium"/>
              <a:sym typeface="League Spartan Medium"/>
            </a:endParaRPr>
          </a:p>
          <a:p>
            <a:pPr indent="-392739" lvl="0" marL="589109" marR="0" rtl="0" algn="l">
              <a:lnSpc>
                <a:spcPct val="152500"/>
              </a:lnSpc>
              <a:spcBef>
                <a:spcPts val="0"/>
              </a:spcBef>
              <a:spcAft>
                <a:spcPts val="0"/>
              </a:spcAft>
              <a:buClr>
                <a:srgbClr val="FF7900"/>
              </a:buClr>
              <a:buSzPts val="4123"/>
              <a:buFont typeface="League Spartan"/>
              <a:buChar char="•"/>
            </a:pPr>
            <a:r>
              <a:rPr lang="en-US" sz="4123">
                <a:solidFill>
                  <a:srgbClr val="142233"/>
                </a:solidFill>
                <a:latin typeface="League Spartan Medium"/>
                <a:ea typeface="League Spartan Medium"/>
                <a:cs typeface="League Spartan Medium"/>
                <a:sym typeface="League Spartan Medium"/>
              </a:rPr>
              <a:t>Account management</a:t>
            </a:r>
            <a:endParaRPr sz="4123">
              <a:solidFill>
                <a:srgbClr val="142233"/>
              </a:solidFill>
              <a:latin typeface="League Spartan Medium"/>
              <a:ea typeface="League Spartan Medium"/>
              <a:cs typeface="League Spartan Medium"/>
              <a:sym typeface="League Spartan Medium"/>
            </a:endParaRPr>
          </a:p>
        </p:txBody>
      </p:sp>
      <p:sp>
        <p:nvSpPr>
          <p:cNvPr id="486" name="Google Shape;486;g3f85ecfd79d_2_135"/>
          <p:cNvSpPr txBox="1"/>
          <p:nvPr/>
        </p:nvSpPr>
        <p:spPr>
          <a:xfrm>
            <a:off x="5870788" y="1747583"/>
            <a:ext cx="10298400" cy="2009700"/>
          </a:xfrm>
          <a:prstGeom prst="rect">
            <a:avLst/>
          </a:prstGeom>
          <a:noFill/>
          <a:ln>
            <a:noFill/>
          </a:ln>
        </p:spPr>
        <p:txBody>
          <a:bodyPr anchorCtr="0" anchor="t" bIns="104725" lIns="209425" spcFirstLastPara="1" rIns="209425" wrap="square" tIns="1047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841"/>
              <a:buFont typeface="Arial"/>
              <a:buNone/>
            </a:pPr>
            <a:r>
              <a:rPr lang="en-US" sz="5841">
                <a:solidFill>
                  <a:srgbClr val="142233"/>
                </a:solidFill>
                <a:latin typeface="League Spartan ExtraBold"/>
                <a:ea typeface="League Spartan ExtraBold"/>
                <a:cs typeface="League Spartan ExtraBold"/>
                <a:sym typeface="League Spartan ExtraBold"/>
              </a:rPr>
              <a:t>Marketing/Sales</a:t>
            </a:r>
            <a:endParaRPr sz="5841">
              <a:solidFill>
                <a:srgbClr val="142233"/>
              </a:solidFill>
              <a:latin typeface="League Spartan ExtraBold"/>
              <a:ea typeface="League Spartan ExtraBold"/>
              <a:cs typeface="League Spartan ExtraBold"/>
              <a:sym typeface="League Spartan ExtraBold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841"/>
              <a:buFont typeface="Arial"/>
              <a:buNone/>
            </a:pPr>
            <a:r>
              <a:t/>
            </a:r>
            <a:endParaRPr i="0" sz="5841" u="none" cap="none" strike="noStrike">
              <a:solidFill>
                <a:srgbClr val="142233"/>
              </a:solidFill>
              <a:latin typeface="League Spartan ExtraBold"/>
              <a:ea typeface="League Spartan ExtraBold"/>
              <a:cs typeface="League Spartan ExtraBold"/>
              <a:sym typeface="League Spartan ExtraBold"/>
            </a:endParaRPr>
          </a:p>
        </p:txBody>
      </p:sp>
      <p:sp>
        <p:nvSpPr>
          <p:cNvPr id="487" name="Google Shape;487;g3f85ecfd79d_2_135"/>
          <p:cNvSpPr txBox="1"/>
          <p:nvPr/>
        </p:nvSpPr>
        <p:spPr>
          <a:xfrm>
            <a:off x="5834423" y="2623963"/>
            <a:ext cx="10298400" cy="1005000"/>
          </a:xfrm>
          <a:prstGeom prst="rect">
            <a:avLst/>
          </a:prstGeom>
          <a:noFill/>
          <a:ln>
            <a:noFill/>
          </a:ln>
        </p:spPr>
        <p:txBody>
          <a:bodyPr anchorCtr="0" anchor="t" bIns="104725" lIns="209425" spcFirstLastPara="1" rIns="209425" wrap="square" tIns="1047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154"/>
              <a:buFont typeface="Arial"/>
              <a:buNone/>
            </a:pPr>
            <a:r>
              <a:rPr i="0" lang="en-US" sz="5154" u="none" cap="none" strike="noStrike">
                <a:solidFill>
                  <a:srgbClr val="303B4F"/>
                </a:solidFill>
                <a:latin typeface="League Spartan Medium"/>
                <a:ea typeface="League Spartan Medium"/>
                <a:cs typeface="League Spartan Medium"/>
                <a:sym typeface="League Spartan Medium"/>
              </a:rPr>
              <a:t>Name</a:t>
            </a:r>
            <a:endParaRPr i="0" sz="2405" u="none" cap="none" strike="noStrike">
              <a:solidFill>
                <a:srgbClr val="000000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cxnSp>
        <p:nvCxnSpPr>
          <p:cNvPr id="488" name="Google Shape;488;g3f85ecfd79d_2_135"/>
          <p:cNvCxnSpPr/>
          <p:nvPr/>
        </p:nvCxnSpPr>
        <p:spPr>
          <a:xfrm>
            <a:off x="7626273" y="3734820"/>
            <a:ext cx="6787500" cy="0"/>
          </a:xfrm>
          <a:prstGeom prst="straightConnector1">
            <a:avLst/>
          </a:prstGeom>
          <a:noFill/>
          <a:ln cap="flat" cmpd="sng" w="49100">
            <a:solidFill>
              <a:srgbClr val="FF7900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4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47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47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47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47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93" name="Shape 4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4" name="Google Shape;494;g3f85ecfd79d_2_148"/>
          <p:cNvSpPr/>
          <p:nvPr/>
        </p:nvSpPr>
        <p:spPr>
          <a:xfrm>
            <a:off x="952453" y="1085800"/>
            <a:ext cx="18021300" cy="7425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42233"/>
              </a:buClr>
              <a:buSzPts val="4800"/>
              <a:buFont typeface="League Spartan"/>
              <a:buNone/>
            </a:pPr>
            <a:r>
              <a:rPr b="1" lang="en-US" sz="4800">
                <a:solidFill>
                  <a:srgbClr val="142233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THE PEOPLE ANALYZER™</a:t>
            </a:r>
            <a:endParaRPr b="1" sz="4800">
              <a:solidFill>
                <a:srgbClr val="142233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pic>
        <p:nvPicPr>
          <p:cNvPr id="495" name="Google Shape;495;g3f85ecfd79d_2_148"/>
          <p:cNvPicPr preferRelativeResize="0"/>
          <p:nvPr/>
        </p:nvPicPr>
        <p:blipFill rotWithShape="1">
          <a:blip r:embed="rId3">
            <a:alphaModFix/>
          </a:blip>
          <a:srcRect b="8735" l="8630" r="11094" t="82545"/>
          <a:stretch/>
        </p:blipFill>
        <p:spPr>
          <a:xfrm>
            <a:off x="2590096" y="7528959"/>
            <a:ext cx="12981325" cy="1824589"/>
          </a:xfrm>
          <a:prstGeom prst="rect">
            <a:avLst/>
          </a:prstGeom>
          <a:noFill/>
          <a:ln>
            <a:noFill/>
          </a:ln>
        </p:spPr>
      </p:pic>
      <p:pic>
        <p:nvPicPr>
          <p:cNvPr id="496" name="Google Shape;496;g3f85ecfd79d_2_148"/>
          <p:cNvPicPr preferRelativeResize="0"/>
          <p:nvPr/>
        </p:nvPicPr>
        <p:blipFill rotWithShape="1">
          <a:blip r:embed="rId4">
            <a:alphaModFix/>
          </a:blip>
          <a:srcRect b="64948" l="0" r="0" t="9288"/>
          <a:stretch/>
        </p:blipFill>
        <p:spPr>
          <a:xfrm>
            <a:off x="1240129" y="1897734"/>
            <a:ext cx="16095363" cy="5366305"/>
          </a:xfrm>
          <a:prstGeom prst="rect">
            <a:avLst/>
          </a:prstGeom>
          <a:noFill/>
          <a:ln>
            <a:noFill/>
          </a:ln>
        </p:spPr>
      </p:pic>
      <p:sp>
        <p:nvSpPr>
          <p:cNvPr id="497" name="Google Shape;497;g3f85ecfd79d_2_148"/>
          <p:cNvSpPr txBox="1"/>
          <p:nvPr/>
        </p:nvSpPr>
        <p:spPr>
          <a:xfrm rot="-4189620">
            <a:off x="6816952" y="3051973"/>
            <a:ext cx="2946448" cy="485756"/>
          </a:xfrm>
          <a:prstGeom prst="rect">
            <a:avLst/>
          </a:prstGeom>
          <a:noFill/>
          <a:ln>
            <a:noFill/>
          </a:ln>
        </p:spPr>
        <p:txBody>
          <a:bodyPr anchorCtr="0" anchor="t" bIns="65575" lIns="131200" spcFirstLastPara="1" rIns="131200" wrap="square" tIns="655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96"/>
              <a:buFont typeface="Arial"/>
              <a:buNone/>
            </a:pPr>
            <a:r>
              <a:rPr b="1" i="0" lang="en-US" sz="2296" u="none" cap="none" strike="noStrike">
                <a:solidFill>
                  <a:srgbClr val="142233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Humbly confident</a:t>
            </a:r>
            <a:endParaRPr i="0" sz="2009" u="none" cap="none" strike="noStrike">
              <a:solidFill>
                <a:srgbClr val="000000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498" name="Google Shape;498;g3f85ecfd79d_2_148"/>
          <p:cNvSpPr txBox="1"/>
          <p:nvPr/>
        </p:nvSpPr>
        <p:spPr>
          <a:xfrm>
            <a:off x="3172670" y="4962370"/>
            <a:ext cx="4167300" cy="662700"/>
          </a:xfrm>
          <a:prstGeom prst="rect">
            <a:avLst/>
          </a:prstGeom>
          <a:noFill/>
          <a:ln>
            <a:noFill/>
          </a:ln>
        </p:spPr>
        <p:txBody>
          <a:bodyPr anchorCtr="0" anchor="t" bIns="65575" lIns="131200" spcFirstLastPara="1" rIns="131200" wrap="square" tIns="655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444"/>
              <a:buFont typeface="Arial"/>
              <a:buNone/>
            </a:pPr>
            <a:r>
              <a:rPr b="1" i="0" lang="en-US" sz="3444" u="none" cap="none" strike="noStrike">
                <a:solidFill>
                  <a:srgbClr val="142233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Maria Rodriguez</a:t>
            </a:r>
            <a:endParaRPr i="0" sz="2009" u="none" cap="none" strike="noStrike">
              <a:solidFill>
                <a:srgbClr val="000000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499" name="Google Shape;499;g3f85ecfd79d_2_148"/>
          <p:cNvSpPr txBox="1"/>
          <p:nvPr/>
        </p:nvSpPr>
        <p:spPr>
          <a:xfrm>
            <a:off x="3169019" y="5808178"/>
            <a:ext cx="4335600" cy="662700"/>
          </a:xfrm>
          <a:prstGeom prst="rect">
            <a:avLst/>
          </a:prstGeom>
          <a:noFill/>
          <a:ln>
            <a:noFill/>
          </a:ln>
        </p:spPr>
        <p:txBody>
          <a:bodyPr anchorCtr="0" anchor="t" bIns="65575" lIns="131200" spcFirstLastPara="1" rIns="131200" wrap="square" tIns="655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444"/>
              <a:buFont typeface="Arial"/>
              <a:buNone/>
            </a:pPr>
            <a:r>
              <a:rPr b="1" i="0" lang="en-US" sz="3444" u="none" cap="none" strike="noStrike">
                <a:solidFill>
                  <a:srgbClr val="142233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John Smith</a:t>
            </a:r>
            <a:endParaRPr i="0" sz="2009" u="none" cap="none" strike="noStrike">
              <a:solidFill>
                <a:srgbClr val="000000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500" name="Google Shape;500;g3f85ecfd79d_2_148"/>
          <p:cNvSpPr txBox="1"/>
          <p:nvPr/>
        </p:nvSpPr>
        <p:spPr>
          <a:xfrm>
            <a:off x="3169021" y="6596055"/>
            <a:ext cx="4787100" cy="662700"/>
          </a:xfrm>
          <a:prstGeom prst="rect">
            <a:avLst/>
          </a:prstGeom>
          <a:noFill/>
          <a:ln>
            <a:noFill/>
          </a:ln>
        </p:spPr>
        <p:txBody>
          <a:bodyPr anchorCtr="0" anchor="t" bIns="65575" lIns="131200" spcFirstLastPara="1" rIns="131200" wrap="square" tIns="655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444"/>
              <a:buFont typeface="Arial"/>
              <a:buNone/>
            </a:pPr>
            <a:r>
              <a:rPr b="1" i="0" lang="en-US" sz="3444" u="none" cap="none" strike="noStrike">
                <a:solidFill>
                  <a:srgbClr val="142233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George Wilson</a:t>
            </a:r>
            <a:endParaRPr i="0" sz="2009" u="none" cap="none" strike="noStrike">
              <a:solidFill>
                <a:srgbClr val="000000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501" name="Google Shape;501;g3f85ecfd79d_2_148"/>
          <p:cNvSpPr txBox="1"/>
          <p:nvPr/>
        </p:nvSpPr>
        <p:spPr>
          <a:xfrm rot="-4174075">
            <a:off x="10057522" y="3326162"/>
            <a:ext cx="2515349" cy="485921"/>
          </a:xfrm>
          <a:prstGeom prst="rect">
            <a:avLst/>
          </a:prstGeom>
          <a:noFill/>
          <a:ln>
            <a:noFill/>
          </a:ln>
        </p:spPr>
        <p:txBody>
          <a:bodyPr anchorCtr="0" anchor="t" bIns="65575" lIns="131200" spcFirstLastPara="1" rIns="131200" wrap="square" tIns="655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96"/>
              <a:buFont typeface="Arial"/>
              <a:buNone/>
            </a:pPr>
            <a:r>
              <a:rPr b="1" i="0" lang="en-US" sz="2296" u="none" cap="none" strike="noStrike">
                <a:solidFill>
                  <a:srgbClr val="142233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Do what you say</a:t>
            </a:r>
            <a:endParaRPr i="0" sz="2009" u="none" cap="none" strike="noStrike">
              <a:solidFill>
                <a:srgbClr val="000000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502" name="Google Shape;502;g3f85ecfd79d_2_148"/>
          <p:cNvSpPr txBox="1"/>
          <p:nvPr/>
        </p:nvSpPr>
        <p:spPr>
          <a:xfrm rot="-4192952">
            <a:off x="9179162" y="3141788"/>
            <a:ext cx="2885336" cy="485934"/>
          </a:xfrm>
          <a:prstGeom prst="rect">
            <a:avLst/>
          </a:prstGeom>
          <a:noFill/>
          <a:ln>
            <a:noFill/>
          </a:ln>
        </p:spPr>
        <p:txBody>
          <a:bodyPr anchorCtr="0" anchor="t" bIns="65575" lIns="131200" spcFirstLastPara="1" rIns="131200" wrap="square" tIns="655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96"/>
              <a:buFont typeface="Arial"/>
              <a:buNone/>
            </a:pPr>
            <a:r>
              <a:rPr b="1" i="0" lang="en-US" sz="2296" u="none" cap="none" strike="noStrike">
                <a:solidFill>
                  <a:srgbClr val="142233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Do the right thing</a:t>
            </a:r>
            <a:endParaRPr i="0" sz="2009" u="none" cap="none" strike="noStrike">
              <a:solidFill>
                <a:srgbClr val="000000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503" name="Google Shape;503;g3f85ecfd79d_2_148"/>
          <p:cNvSpPr txBox="1"/>
          <p:nvPr/>
        </p:nvSpPr>
        <p:spPr>
          <a:xfrm rot="-4185111">
            <a:off x="8431655" y="3326425"/>
            <a:ext cx="2515555" cy="485785"/>
          </a:xfrm>
          <a:prstGeom prst="rect">
            <a:avLst/>
          </a:prstGeom>
          <a:noFill/>
          <a:ln>
            <a:noFill/>
          </a:ln>
        </p:spPr>
        <p:txBody>
          <a:bodyPr anchorCtr="0" anchor="t" bIns="65575" lIns="131200" spcFirstLastPara="1" rIns="131200" wrap="square" tIns="655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96"/>
              <a:buFont typeface="Arial"/>
              <a:buNone/>
            </a:pPr>
            <a:r>
              <a:rPr b="1" i="0" lang="en-US" sz="2296" u="none" cap="none" strike="noStrike">
                <a:solidFill>
                  <a:srgbClr val="142233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Help First</a:t>
            </a:r>
            <a:endParaRPr i="0" sz="2009" u="none" cap="none" strike="noStrike">
              <a:solidFill>
                <a:srgbClr val="000000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504" name="Google Shape;504;g3f85ecfd79d_2_148"/>
          <p:cNvSpPr txBox="1"/>
          <p:nvPr/>
        </p:nvSpPr>
        <p:spPr>
          <a:xfrm rot="-4172636">
            <a:off x="7648089" y="3326474"/>
            <a:ext cx="2515101" cy="485850"/>
          </a:xfrm>
          <a:prstGeom prst="rect">
            <a:avLst/>
          </a:prstGeom>
          <a:noFill/>
          <a:ln>
            <a:noFill/>
          </a:ln>
        </p:spPr>
        <p:txBody>
          <a:bodyPr anchorCtr="0" anchor="t" bIns="65575" lIns="131200" spcFirstLastPara="1" rIns="131200" wrap="square" tIns="655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96"/>
              <a:buFont typeface="Arial"/>
              <a:buNone/>
            </a:pPr>
            <a:r>
              <a:rPr b="1" i="0" lang="en-US" sz="2296" u="none" cap="none" strike="noStrike">
                <a:solidFill>
                  <a:srgbClr val="142233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Grow or Die</a:t>
            </a:r>
            <a:endParaRPr i="0" sz="2009" u="none" cap="none" strike="noStrike">
              <a:solidFill>
                <a:srgbClr val="000000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505" name="Google Shape;505;g3f85ecfd79d_2_148"/>
          <p:cNvSpPr txBox="1"/>
          <p:nvPr/>
        </p:nvSpPr>
        <p:spPr>
          <a:xfrm>
            <a:off x="7297753" y="4997747"/>
            <a:ext cx="3903900" cy="5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65575" lIns="131200" spcFirstLastPara="1" rIns="131200" wrap="square" tIns="655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70"/>
              <a:buFont typeface="Arial"/>
              <a:buNone/>
            </a:pPr>
            <a:r>
              <a:rPr b="1" i="0" lang="en-US" sz="2870" u="none" cap="none" strike="noStrike">
                <a:solidFill>
                  <a:srgbClr val="A5AAAF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  +     +	    +     +       +</a:t>
            </a:r>
            <a:endParaRPr i="0" sz="2009" u="none" cap="none" strike="noStrike">
              <a:solidFill>
                <a:srgbClr val="000000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506" name="Google Shape;506;g3f85ecfd79d_2_148"/>
          <p:cNvSpPr txBox="1"/>
          <p:nvPr/>
        </p:nvSpPr>
        <p:spPr>
          <a:xfrm>
            <a:off x="7288523" y="8247636"/>
            <a:ext cx="745500" cy="5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65575" lIns="131200" spcFirstLastPara="1" rIns="131200" wrap="square" tIns="655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70"/>
              <a:buFont typeface="Arial"/>
              <a:buNone/>
            </a:pPr>
            <a:r>
              <a:rPr b="1" i="0" lang="en-US" sz="2870" u="none" cap="none" strike="noStrike">
                <a:solidFill>
                  <a:srgbClr val="FFC999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+</a:t>
            </a:r>
            <a:endParaRPr i="0" sz="2009" u="none" cap="none" strike="noStrike">
              <a:solidFill>
                <a:srgbClr val="000000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507" name="Google Shape;507;g3f85ecfd79d_2_148"/>
          <p:cNvSpPr txBox="1"/>
          <p:nvPr/>
        </p:nvSpPr>
        <p:spPr>
          <a:xfrm>
            <a:off x="10251439" y="8251041"/>
            <a:ext cx="1094700" cy="5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65575" lIns="131200" spcFirstLastPara="1" rIns="131200" wrap="square" tIns="655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70"/>
              <a:buFont typeface="Arial"/>
              <a:buNone/>
            </a:pPr>
            <a:r>
              <a:rPr b="1" i="0" lang="en-US" sz="2870" u="none" cap="none" strike="noStrike">
                <a:solidFill>
                  <a:srgbClr val="FFC999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+</a:t>
            </a:r>
            <a:endParaRPr i="0" sz="2009" u="none" cap="none" strike="noStrike">
              <a:solidFill>
                <a:srgbClr val="000000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508" name="Google Shape;508;g3f85ecfd79d_2_148"/>
          <p:cNvSpPr txBox="1"/>
          <p:nvPr/>
        </p:nvSpPr>
        <p:spPr>
          <a:xfrm>
            <a:off x="8915247" y="8253713"/>
            <a:ext cx="704700" cy="5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65575" lIns="131200" spcFirstLastPara="1" rIns="131200" wrap="square" tIns="655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70"/>
              <a:buFont typeface="Arial"/>
              <a:buNone/>
            </a:pPr>
            <a:r>
              <a:rPr b="1" i="0" lang="en-US" sz="2870" u="none" cap="none" strike="noStrike">
                <a:solidFill>
                  <a:srgbClr val="FFC999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+</a:t>
            </a:r>
            <a:endParaRPr i="0" sz="2009" u="none" cap="none" strike="noStrike">
              <a:solidFill>
                <a:srgbClr val="000000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509" name="Google Shape;509;g3f85ecfd79d_2_148"/>
          <p:cNvSpPr txBox="1"/>
          <p:nvPr/>
        </p:nvSpPr>
        <p:spPr>
          <a:xfrm>
            <a:off x="8021178" y="8252073"/>
            <a:ext cx="903300" cy="5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65575" lIns="131200" spcFirstLastPara="1" rIns="131200" wrap="square" tIns="655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70"/>
              <a:buFont typeface="Arial"/>
              <a:buNone/>
            </a:pPr>
            <a:r>
              <a:rPr b="1" i="0" lang="en-US" sz="2870" u="none" cap="none" strike="noStrike">
                <a:solidFill>
                  <a:srgbClr val="FFC999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+/–</a:t>
            </a:r>
            <a:endParaRPr i="0" sz="2009" u="none" cap="none" strike="noStrike">
              <a:solidFill>
                <a:srgbClr val="000000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510" name="Google Shape;510;g3f85ecfd79d_2_148"/>
          <p:cNvSpPr txBox="1"/>
          <p:nvPr/>
        </p:nvSpPr>
        <p:spPr>
          <a:xfrm>
            <a:off x="9509460" y="8252079"/>
            <a:ext cx="964800" cy="5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65575" lIns="131200" spcFirstLastPara="1" rIns="131200" wrap="square" tIns="655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70"/>
              <a:buFont typeface="Arial"/>
              <a:buNone/>
            </a:pPr>
            <a:r>
              <a:rPr b="1" i="0" lang="en-US" sz="2870" u="none" cap="none" strike="noStrike">
                <a:solidFill>
                  <a:srgbClr val="FFC999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+/–</a:t>
            </a:r>
            <a:endParaRPr i="0" sz="2009" u="none" cap="none" strike="noStrike">
              <a:solidFill>
                <a:srgbClr val="000000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511" name="Google Shape;511;g3f85ecfd79d_2_148"/>
          <p:cNvSpPr txBox="1"/>
          <p:nvPr/>
        </p:nvSpPr>
        <p:spPr>
          <a:xfrm>
            <a:off x="3147958" y="4166984"/>
            <a:ext cx="4015200" cy="574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t" bIns="131200" lIns="131200" spcFirstLastPara="1" rIns="131200" wrap="square" tIns="1312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157"/>
              <a:buFont typeface="Arial"/>
              <a:buNone/>
            </a:pPr>
            <a:r>
              <a:rPr b="1" i="0" lang="en-US" sz="3157" u="none" cap="none" strike="noStrike">
                <a:solidFill>
                  <a:srgbClr val="FF79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NAME</a:t>
            </a:r>
            <a:endParaRPr b="1" i="0" sz="3157" u="none" cap="none" strike="noStrike">
              <a:solidFill>
                <a:srgbClr val="FF7900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512" name="Google Shape;512;g3f85ecfd79d_2_148"/>
          <p:cNvSpPr txBox="1"/>
          <p:nvPr/>
        </p:nvSpPr>
        <p:spPr>
          <a:xfrm>
            <a:off x="3248732" y="7537572"/>
            <a:ext cx="4015200" cy="574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t" bIns="131200" lIns="131200" spcFirstLastPara="1" rIns="131200" wrap="square" tIns="1312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157"/>
              <a:buFont typeface="Arial"/>
              <a:buNone/>
            </a:pPr>
            <a:r>
              <a:rPr b="1" i="0" lang="en-US" sz="3157" u="none" cap="none" strike="noStrike">
                <a:solidFill>
                  <a:srgbClr val="FF79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THE BAR</a:t>
            </a:r>
            <a:endParaRPr b="1" i="0" sz="3157" u="none" cap="none" strike="noStrike">
              <a:solidFill>
                <a:srgbClr val="FF7900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513" name="Google Shape;513;g3f85ecfd79d_2_148"/>
          <p:cNvSpPr txBox="1"/>
          <p:nvPr/>
        </p:nvSpPr>
        <p:spPr>
          <a:xfrm>
            <a:off x="3248732" y="8253643"/>
            <a:ext cx="4015200" cy="574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t" bIns="131200" lIns="131200" spcFirstLastPara="1" rIns="131200" wrap="square" tIns="1312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157"/>
              <a:buFont typeface="Arial"/>
              <a:buNone/>
            </a:pPr>
            <a:r>
              <a:rPr b="1" i="0" lang="en-US" sz="3157" u="none" cap="none" strike="noStrike">
                <a:solidFill>
                  <a:srgbClr val="142233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Rating  +   +/-   -</a:t>
            </a:r>
            <a:endParaRPr b="1" i="0" sz="3157" u="none" cap="none" strike="noStrike">
              <a:solidFill>
                <a:srgbClr val="142233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514" name="Google Shape;514;g3f85ecfd79d_2_148"/>
          <p:cNvSpPr txBox="1"/>
          <p:nvPr/>
        </p:nvSpPr>
        <p:spPr>
          <a:xfrm>
            <a:off x="7335936" y="5758375"/>
            <a:ext cx="3903900" cy="5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65575" lIns="131200" spcFirstLastPara="1" rIns="131200" wrap="square" tIns="655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70"/>
              <a:buFont typeface="Arial"/>
              <a:buNone/>
            </a:pPr>
            <a:r>
              <a:rPr b="1" i="0" lang="en-US" sz="2870" u="none" cap="none" strike="noStrike">
                <a:solidFill>
                  <a:srgbClr val="A5AAAF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  -     +/-    -      -     +/-</a:t>
            </a:r>
            <a:endParaRPr i="0" sz="2009" u="none" cap="none" strike="noStrike">
              <a:solidFill>
                <a:srgbClr val="000000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515" name="Google Shape;515;g3f85ecfd79d_2_148"/>
          <p:cNvSpPr txBox="1"/>
          <p:nvPr/>
        </p:nvSpPr>
        <p:spPr>
          <a:xfrm>
            <a:off x="7315619" y="6519002"/>
            <a:ext cx="3903900" cy="5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65575" lIns="131200" spcFirstLastPara="1" rIns="131200" wrap="square" tIns="655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70"/>
              <a:buFont typeface="Arial"/>
              <a:buNone/>
            </a:pPr>
            <a:r>
              <a:rPr b="1" i="0" lang="en-US" sz="2870" u="none" cap="none" strike="noStrike">
                <a:solidFill>
                  <a:srgbClr val="A5AAAF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+/-   +/-    +     +/-    +</a:t>
            </a:r>
            <a:endParaRPr i="0" sz="2009" u="none" cap="none" strike="noStrike">
              <a:solidFill>
                <a:srgbClr val="000000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516" name="Google Shape;516;g3f85ecfd79d_2_148"/>
          <p:cNvSpPr txBox="1"/>
          <p:nvPr/>
        </p:nvSpPr>
        <p:spPr>
          <a:xfrm rot="-4139190">
            <a:off x="11695006" y="3371856"/>
            <a:ext cx="2467177" cy="476631"/>
          </a:xfrm>
          <a:prstGeom prst="rect">
            <a:avLst/>
          </a:prstGeom>
          <a:noFill/>
          <a:ln>
            <a:noFill/>
          </a:ln>
        </p:spPr>
        <p:txBody>
          <a:bodyPr anchorCtr="0" anchor="t" bIns="64325" lIns="128675" spcFirstLastPara="1" rIns="128675" wrap="square" tIns="643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52"/>
              <a:buFont typeface="Arial"/>
              <a:buNone/>
            </a:pPr>
            <a:r>
              <a:rPr b="1" i="0" lang="en-US" sz="2252" u="none" cap="none" strike="noStrike">
                <a:solidFill>
                  <a:srgbClr val="142233"/>
                </a:solidFill>
                <a:latin typeface="Roboto"/>
                <a:ea typeface="Roboto"/>
                <a:cs typeface="Roboto"/>
                <a:sym typeface="Roboto"/>
              </a:rPr>
              <a:t>VALUE</a:t>
            </a:r>
            <a:endParaRPr b="0" i="0" sz="1971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7" name="Google Shape;517;g3f85ecfd79d_2_148"/>
          <p:cNvSpPr txBox="1"/>
          <p:nvPr/>
        </p:nvSpPr>
        <p:spPr>
          <a:xfrm rot="-4139190">
            <a:off x="10933636" y="3371856"/>
            <a:ext cx="2467177" cy="476631"/>
          </a:xfrm>
          <a:prstGeom prst="rect">
            <a:avLst/>
          </a:prstGeom>
          <a:noFill/>
          <a:ln>
            <a:noFill/>
          </a:ln>
        </p:spPr>
        <p:txBody>
          <a:bodyPr anchorCtr="0" anchor="t" bIns="64325" lIns="128675" spcFirstLastPara="1" rIns="128675" wrap="square" tIns="643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52"/>
              <a:buFont typeface="Arial"/>
              <a:buNone/>
            </a:pPr>
            <a:r>
              <a:rPr b="1" i="0" lang="en-US" sz="2252" u="none" cap="none" strike="noStrike">
                <a:solidFill>
                  <a:srgbClr val="142233"/>
                </a:solidFill>
                <a:latin typeface="Roboto"/>
                <a:ea typeface="Roboto"/>
                <a:cs typeface="Roboto"/>
                <a:sym typeface="Roboto"/>
              </a:rPr>
              <a:t>VALUE</a:t>
            </a:r>
            <a:endParaRPr b="0" i="0" sz="1971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8" name="Google Shape;518;g3f85ecfd79d_2_148"/>
          <p:cNvSpPr txBox="1"/>
          <p:nvPr/>
        </p:nvSpPr>
        <p:spPr>
          <a:xfrm rot="-4139190">
            <a:off x="13939843" y="3368833"/>
            <a:ext cx="2467177" cy="476631"/>
          </a:xfrm>
          <a:prstGeom prst="rect">
            <a:avLst/>
          </a:prstGeom>
          <a:noFill/>
          <a:ln>
            <a:noFill/>
          </a:ln>
        </p:spPr>
        <p:txBody>
          <a:bodyPr anchorCtr="0" anchor="t" bIns="64325" lIns="128675" spcFirstLastPara="1" rIns="128675" wrap="square" tIns="643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52"/>
              <a:buFont typeface="Arial"/>
              <a:buNone/>
            </a:pPr>
            <a:r>
              <a:rPr b="1" i="0" lang="en-US" sz="2252" u="none" cap="none" strike="noStrike">
                <a:solidFill>
                  <a:srgbClr val="FF7900"/>
                </a:solidFill>
                <a:latin typeface="Roboto"/>
                <a:ea typeface="Roboto"/>
                <a:cs typeface="Roboto"/>
                <a:sym typeface="Roboto"/>
              </a:rPr>
              <a:t>C</a:t>
            </a:r>
            <a:r>
              <a:rPr b="1" i="0" lang="en-US" sz="2252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APACTIY</a:t>
            </a:r>
            <a:endParaRPr b="0" i="0" sz="1971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9" name="Google Shape;519;g3f85ecfd79d_2_148"/>
          <p:cNvSpPr txBox="1"/>
          <p:nvPr/>
        </p:nvSpPr>
        <p:spPr>
          <a:xfrm rot="-4139190">
            <a:off x="13178473" y="3368833"/>
            <a:ext cx="2467177" cy="476631"/>
          </a:xfrm>
          <a:prstGeom prst="rect">
            <a:avLst/>
          </a:prstGeom>
          <a:noFill/>
          <a:ln>
            <a:noFill/>
          </a:ln>
        </p:spPr>
        <p:txBody>
          <a:bodyPr anchorCtr="0" anchor="t" bIns="64325" lIns="128675" spcFirstLastPara="1" rIns="128675" wrap="square" tIns="643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52"/>
              <a:buFont typeface="Arial"/>
              <a:buNone/>
            </a:pPr>
            <a:r>
              <a:rPr b="1" i="0" lang="en-US" sz="2252" u="none" cap="none" strike="noStrike">
                <a:solidFill>
                  <a:srgbClr val="FF7900"/>
                </a:solidFill>
                <a:latin typeface="Roboto"/>
                <a:ea typeface="Roboto"/>
                <a:cs typeface="Roboto"/>
                <a:sym typeface="Roboto"/>
              </a:rPr>
              <a:t>W</a:t>
            </a:r>
            <a:r>
              <a:rPr b="1" i="0" lang="en-US" sz="2252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ANTS IT</a:t>
            </a:r>
            <a:endParaRPr b="0" i="0" sz="1971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0" name="Google Shape;520;g3f85ecfd79d_2_148"/>
          <p:cNvSpPr txBox="1"/>
          <p:nvPr/>
        </p:nvSpPr>
        <p:spPr>
          <a:xfrm rot="-4139190">
            <a:off x="12435227" y="3368833"/>
            <a:ext cx="2467177" cy="476631"/>
          </a:xfrm>
          <a:prstGeom prst="rect">
            <a:avLst/>
          </a:prstGeom>
          <a:noFill/>
          <a:ln>
            <a:noFill/>
          </a:ln>
        </p:spPr>
        <p:txBody>
          <a:bodyPr anchorCtr="0" anchor="t" bIns="64325" lIns="128675" spcFirstLastPara="1" rIns="128675" wrap="square" tIns="643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52"/>
              <a:buFont typeface="Arial"/>
              <a:buNone/>
            </a:pPr>
            <a:r>
              <a:rPr b="1" i="0" lang="en-US" sz="2252" u="none" cap="none" strike="noStrike">
                <a:solidFill>
                  <a:srgbClr val="FF7900"/>
                </a:solidFill>
                <a:latin typeface="Roboto"/>
                <a:ea typeface="Roboto"/>
                <a:cs typeface="Roboto"/>
                <a:sym typeface="Roboto"/>
              </a:rPr>
              <a:t>G</a:t>
            </a:r>
            <a:r>
              <a:rPr b="1" i="0" lang="en-US" sz="2252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ETS IT</a:t>
            </a:r>
            <a:endParaRPr b="0" i="0" sz="1971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21" name="Google Shape;521;g3f85ecfd79d_2_148"/>
          <p:cNvGrpSpPr/>
          <p:nvPr/>
        </p:nvGrpSpPr>
        <p:grpSpPr>
          <a:xfrm>
            <a:off x="12841934" y="6519001"/>
            <a:ext cx="2123908" cy="672990"/>
            <a:chOff x="8839534" y="4337539"/>
            <a:chExt cx="1508993" cy="478146"/>
          </a:xfrm>
        </p:grpSpPr>
        <p:sp>
          <p:nvSpPr>
            <p:cNvPr id="522" name="Google Shape;522;g3f85ecfd79d_2_148"/>
            <p:cNvSpPr/>
            <p:nvPr/>
          </p:nvSpPr>
          <p:spPr>
            <a:xfrm>
              <a:off x="8839534" y="4337539"/>
              <a:ext cx="491100" cy="461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64325" lIns="128675" spcFirstLastPara="1" rIns="128675" wrap="square" tIns="6432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3378"/>
                <a:buFont typeface="Arial"/>
                <a:buNone/>
              </a:pPr>
              <a:r>
                <a:rPr b="1" i="0" lang="en-US" sz="3378" u="none" cap="none" strike="noStrike">
                  <a:solidFill>
                    <a:srgbClr val="142233"/>
                  </a:solidFill>
                  <a:latin typeface="Montserrat SemiBold"/>
                  <a:ea typeface="Montserrat SemiBold"/>
                  <a:cs typeface="Montserrat SemiBold"/>
                  <a:sym typeface="Montserrat SemiBold"/>
                </a:rPr>
                <a:t>N</a:t>
              </a:r>
              <a:endParaRPr b="0" i="0" sz="1971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3" name="Google Shape;523;g3f85ecfd79d_2_148"/>
            <p:cNvSpPr/>
            <p:nvPr/>
          </p:nvSpPr>
          <p:spPr>
            <a:xfrm>
              <a:off x="9348480" y="4348198"/>
              <a:ext cx="491100" cy="461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64325" lIns="128675" spcFirstLastPara="1" rIns="128675" wrap="square" tIns="6432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3378"/>
                <a:buFont typeface="Arial"/>
                <a:buNone/>
              </a:pPr>
              <a:r>
                <a:rPr b="1" i="0" lang="en-US" sz="3378" u="none" cap="none" strike="noStrike">
                  <a:solidFill>
                    <a:srgbClr val="142233"/>
                  </a:solidFill>
                  <a:latin typeface="Montserrat SemiBold"/>
                  <a:ea typeface="Montserrat SemiBold"/>
                  <a:cs typeface="Montserrat SemiBold"/>
                  <a:sym typeface="Montserrat SemiBold"/>
                </a:rPr>
                <a:t>Y</a:t>
              </a:r>
              <a:endParaRPr b="0" i="0" sz="1971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4" name="Google Shape;524;g3f85ecfd79d_2_148"/>
            <p:cNvSpPr/>
            <p:nvPr/>
          </p:nvSpPr>
          <p:spPr>
            <a:xfrm>
              <a:off x="9857427" y="4353985"/>
              <a:ext cx="491100" cy="461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64325" lIns="128675" spcFirstLastPara="1" rIns="128675" wrap="square" tIns="6432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3378"/>
                <a:buFont typeface="Arial"/>
                <a:buNone/>
              </a:pPr>
              <a:r>
                <a:rPr b="1" i="0" lang="en-US" sz="3378" u="none" cap="none" strike="noStrike">
                  <a:solidFill>
                    <a:srgbClr val="142233"/>
                  </a:solidFill>
                  <a:latin typeface="Montserrat SemiBold"/>
                  <a:ea typeface="Montserrat SemiBold"/>
                  <a:cs typeface="Montserrat SemiBold"/>
                  <a:sym typeface="Montserrat SemiBold"/>
                </a:rPr>
                <a:t>Y</a:t>
              </a:r>
              <a:endParaRPr b="0" i="0" sz="1971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25" name="Google Shape;525;g3f85ecfd79d_2_148"/>
          <p:cNvGrpSpPr/>
          <p:nvPr/>
        </p:nvGrpSpPr>
        <p:grpSpPr>
          <a:xfrm>
            <a:off x="12817713" y="5722486"/>
            <a:ext cx="2172333" cy="649843"/>
            <a:chOff x="8808267" y="3543138"/>
            <a:chExt cx="1543398" cy="461700"/>
          </a:xfrm>
        </p:grpSpPr>
        <p:sp>
          <p:nvSpPr>
            <p:cNvPr id="526" name="Google Shape;526;g3f85ecfd79d_2_148"/>
            <p:cNvSpPr/>
            <p:nvPr/>
          </p:nvSpPr>
          <p:spPr>
            <a:xfrm>
              <a:off x="8808267" y="3543138"/>
              <a:ext cx="491100" cy="461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64325" lIns="128675" spcFirstLastPara="1" rIns="128675" wrap="square" tIns="6432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3378"/>
                <a:buFont typeface="Arial"/>
                <a:buNone/>
              </a:pPr>
              <a:r>
                <a:rPr b="1" i="0" lang="en-US" sz="3378" u="none" cap="none" strike="noStrike">
                  <a:solidFill>
                    <a:srgbClr val="142233"/>
                  </a:solidFill>
                  <a:latin typeface="Montserrat SemiBold"/>
                  <a:ea typeface="Montserrat SemiBold"/>
                  <a:cs typeface="Montserrat SemiBold"/>
                  <a:sym typeface="Montserrat SemiBold"/>
                </a:rPr>
                <a:t>Y</a:t>
              </a:r>
              <a:endParaRPr b="0" i="0" sz="1971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7" name="Google Shape;527;g3f85ecfd79d_2_148"/>
            <p:cNvSpPr/>
            <p:nvPr/>
          </p:nvSpPr>
          <p:spPr>
            <a:xfrm>
              <a:off x="9334416" y="3543138"/>
              <a:ext cx="491100" cy="461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64325" lIns="128675" spcFirstLastPara="1" rIns="128675" wrap="square" tIns="6432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3378"/>
                <a:buFont typeface="Arial"/>
                <a:buNone/>
              </a:pPr>
              <a:r>
                <a:rPr b="1" i="0" lang="en-US" sz="3378" u="none" cap="none" strike="noStrike">
                  <a:solidFill>
                    <a:srgbClr val="142233"/>
                  </a:solidFill>
                  <a:latin typeface="Montserrat SemiBold"/>
                  <a:ea typeface="Montserrat SemiBold"/>
                  <a:cs typeface="Montserrat SemiBold"/>
                  <a:sym typeface="Montserrat SemiBold"/>
                </a:rPr>
                <a:t>Y</a:t>
              </a:r>
              <a:endParaRPr b="0" i="0" sz="1971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8" name="Google Shape;528;g3f85ecfd79d_2_148"/>
            <p:cNvSpPr/>
            <p:nvPr/>
          </p:nvSpPr>
          <p:spPr>
            <a:xfrm>
              <a:off x="9860565" y="3543138"/>
              <a:ext cx="491100" cy="461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64325" lIns="128675" spcFirstLastPara="1" rIns="128675" wrap="square" tIns="6432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3378"/>
                <a:buFont typeface="Arial"/>
                <a:buNone/>
              </a:pPr>
              <a:r>
                <a:rPr b="1" i="0" lang="en-US" sz="3378" u="none" cap="none" strike="noStrike">
                  <a:solidFill>
                    <a:srgbClr val="142233"/>
                  </a:solidFill>
                  <a:latin typeface="Montserrat SemiBold"/>
                  <a:ea typeface="Montserrat SemiBold"/>
                  <a:cs typeface="Montserrat SemiBold"/>
                  <a:sym typeface="Montserrat SemiBold"/>
                </a:rPr>
                <a:t>N</a:t>
              </a:r>
              <a:endParaRPr b="0" i="0" sz="1971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29" name="Google Shape;529;g3f85ecfd79d_2_148"/>
          <p:cNvGrpSpPr/>
          <p:nvPr/>
        </p:nvGrpSpPr>
        <p:grpSpPr>
          <a:xfrm>
            <a:off x="12832020" y="4959929"/>
            <a:ext cx="2143732" cy="649843"/>
            <a:chOff x="8816283" y="2837881"/>
            <a:chExt cx="1523078" cy="461700"/>
          </a:xfrm>
        </p:grpSpPr>
        <p:sp>
          <p:nvSpPr>
            <p:cNvPr id="530" name="Google Shape;530;g3f85ecfd79d_2_148"/>
            <p:cNvSpPr/>
            <p:nvPr/>
          </p:nvSpPr>
          <p:spPr>
            <a:xfrm>
              <a:off x="8816283" y="2837881"/>
              <a:ext cx="491100" cy="461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64325" lIns="128675" spcFirstLastPara="1" rIns="128675" wrap="square" tIns="6432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3378"/>
                <a:buFont typeface="Arial"/>
                <a:buNone/>
              </a:pPr>
              <a:r>
                <a:rPr b="1" i="0" lang="en-US" sz="3378" u="none" cap="none" strike="noStrike">
                  <a:solidFill>
                    <a:srgbClr val="142233"/>
                  </a:solidFill>
                  <a:latin typeface="Montserrat SemiBold"/>
                  <a:ea typeface="Montserrat SemiBold"/>
                  <a:cs typeface="Montserrat SemiBold"/>
                  <a:sym typeface="Montserrat SemiBold"/>
                </a:rPr>
                <a:t>Y</a:t>
              </a:r>
              <a:endParaRPr b="0" i="0" sz="1971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31" name="Google Shape;531;g3f85ecfd79d_2_148"/>
            <p:cNvSpPr/>
            <p:nvPr/>
          </p:nvSpPr>
          <p:spPr>
            <a:xfrm>
              <a:off x="9332272" y="2837881"/>
              <a:ext cx="491100" cy="461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64325" lIns="128675" spcFirstLastPara="1" rIns="128675" wrap="square" tIns="6432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3378"/>
                <a:buFont typeface="Arial"/>
                <a:buNone/>
              </a:pPr>
              <a:r>
                <a:rPr b="1" i="0" lang="en-US" sz="3378" u="none" cap="none" strike="noStrike">
                  <a:solidFill>
                    <a:srgbClr val="142233"/>
                  </a:solidFill>
                  <a:latin typeface="Montserrat SemiBold"/>
                  <a:ea typeface="Montserrat SemiBold"/>
                  <a:cs typeface="Montserrat SemiBold"/>
                  <a:sym typeface="Montserrat SemiBold"/>
                </a:rPr>
                <a:t>Y</a:t>
              </a:r>
              <a:endParaRPr b="0" i="0" sz="1971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32" name="Google Shape;532;g3f85ecfd79d_2_148"/>
            <p:cNvSpPr/>
            <p:nvPr/>
          </p:nvSpPr>
          <p:spPr>
            <a:xfrm>
              <a:off x="9848261" y="2837881"/>
              <a:ext cx="491100" cy="461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64325" lIns="128675" spcFirstLastPara="1" rIns="128675" wrap="square" tIns="6432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3378"/>
                <a:buFont typeface="Arial"/>
                <a:buNone/>
              </a:pPr>
              <a:r>
                <a:rPr b="1" i="0" lang="en-US" sz="3378" u="none" cap="none" strike="noStrike">
                  <a:solidFill>
                    <a:srgbClr val="142233"/>
                  </a:solidFill>
                  <a:latin typeface="Montserrat SemiBold"/>
                  <a:ea typeface="Montserrat SemiBold"/>
                  <a:cs typeface="Montserrat SemiBold"/>
                  <a:sym typeface="Montserrat SemiBold"/>
                </a:rPr>
                <a:t>Y</a:t>
              </a:r>
              <a:endParaRPr b="0" i="0" sz="1971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33" name="Google Shape;533;g3f85ecfd79d_2_148"/>
          <p:cNvSpPr/>
          <p:nvPr/>
        </p:nvSpPr>
        <p:spPr>
          <a:xfrm>
            <a:off x="952453" y="9654885"/>
            <a:ext cx="2485200" cy="2511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A5AAAF"/>
              </a:buClr>
              <a:buSzPts val="1530"/>
              <a:buFont typeface="League Spartan"/>
              <a:buNone/>
            </a:pPr>
            <a:r>
              <a:rPr b="1" lang="en-US" sz="1530">
                <a:solidFill>
                  <a:srgbClr val="A5AAAF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#WeRunOnEOS2026</a:t>
            </a:r>
            <a:endParaRPr sz="1530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pic>
        <p:nvPicPr>
          <p:cNvPr descr="preencoded.png" id="534" name="Google Shape;534;g3f85ecfd79d_2_148"/>
          <p:cNvPicPr preferRelativeResize="0"/>
          <p:nvPr/>
        </p:nvPicPr>
        <p:blipFill rotWithShape="1">
          <a:blip r:embed="rId5">
            <a:alphaModFix amt="35000"/>
          </a:blip>
          <a:srcRect b="0" l="0" r="0" t="0"/>
          <a:stretch/>
        </p:blipFill>
        <p:spPr>
          <a:xfrm>
            <a:off x="16687858" y="9334388"/>
            <a:ext cx="647649" cy="609744"/>
          </a:xfrm>
          <a:prstGeom prst="rect">
            <a:avLst/>
          </a:prstGeom>
          <a:noFill/>
          <a:ln>
            <a:noFill/>
          </a:ln>
        </p:spPr>
      </p:pic>
      <p:sp>
        <p:nvSpPr>
          <p:cNvPr id="535" name="Google Shape;535;g3f85ecfd79d_2_148"/>
          <p:cNvSpPr/>
          <p:nvPr/>
        </p:nvSpPr>
        <p:spPr>
          <a:xfrm>
            <a:off x="17030702" y="9353409"/>
            <a:ext cx="356700" cy="1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76308"/>
              </a:lnSpc>
              <a:spcBef>
                <a:spcPts val="0"/>
              </a:spcBef>
              <a:spcAft>
                <a:spcPts val="0"/>
              </a:spcAft>
              <a:buClr>
                <a:srgbClr val="FF7900"/>
              </a:buClr>
              <a:buSzPts val="901"/>
              <a:buFont typeface="League Spartan"/>
              <a:buNone/>
            </a:pPr>
            <a:r>
              <a:rPr b="1" lang="en-US" sz="902">
                <a:solidFill>
                  <a:srgbClr val="FF79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2026</a:t>
            </a:r>
            <a:endParaRPr sz="902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5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5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5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5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5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5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="0">
  <p:cSld>
    <p:spTree>
      <p:nvGrpSpPr>
        <p:cNvPr id="539" name="Shape 5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0" name="Google Shape;540;g3f85ecfd79d_2_194"/>
          <p:cNvSpPr/>
          <p:nvPr/>
        </p:nvSpPr>
        <p:spPr>
          <a:xfrm>
            <a:off x="952453" y="1085800"/>
            <a:ext cx="18021300" cy="7425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42233"/>
              </a:buClr>
              <a:buSzPts val="4800"/>
              <a:buFont typeface="League Spartan"/>
              <a:buNone/>
            </a:pPr>
            <a:r>
              <a:rPr b="1" lang="en-US" sz="4800">
                <a:solidFill>
                  <a:srgbClr val="142233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Right Seats</a:t>
            </a:r>
            <a:endParaRPr b="1" sz="4800">
              <a:solidFill>
                <a:srgbClr val="142233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cxnSp>
        <p:nvCxnSpPr>
          <p:cNvPr id="541" name="Google Shape;541;g3f85ecfd79d_2_194"/>
          <p:cNvCxnSpPr/>
          <p:nvPr/>
        </p:nvCxnSpPr>
        <p:spPr>
          <a:xfrm>
            <a:off x="6249215" y="2750538"/>
            <a:ext cx="7465800" cy="0"/>
          </a:xfrm>
          <a:prstGeom prst="straightConnector1">
            <a:avLst/>
          </a:prstGeom>
          <a:noFill/>
          <a:ln cap="flat" cmpd="sng" w="27275">
            <a:solidFill>
              <a:srgbClr val="14223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42" name="Google Shape;542;g3f85ecfd79d_2_194"/>
          <p:cNvSpPr/>
          <p:nvPr/>
        </p:nvSpPr>
        <p:spPr>
          <a:xfrm>
            <a:off x="3820050" y="1963026"/>
            <a:ext cx="10647900" cy="7243800"/>
          </a:xfrm>
          <a:prstGeom prst="rect">
            <a:avLst/>
          </a:prstGeom>
          <a:solidFill>
            <a:srgbClr val="E5E8EB"/>
          </a:solidFill>
          <a:ln>
            <a:noFill/>
          </a:ln>
        </p:spPr>
        <p:txBody>
          <a:bodyPr anchorCtr="0" anchor="ctr" bIns="104725" lIns="209425" spcFirstLastPara="1" rIns="209425" wrap="square" tIns="1047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498"/>
              <a:buFont typeface="Arial"/>
              <a:buNone/>
            </a:pPr>
            <a:r>
              <a:t/>
            </a:r>
            <a:endParaRPr b="0" i="0" sz="5498" u="none" cap="none" strike="noStrike">
              <a:solidFill>
                <a:srgbClr val="FFFFD9"/>
              </a:solidFill>
              <a:latin typeface="Oswald Light"/>
              <a:ea typeface="Oswald Light"/>
              <a:cs typeface="Oswald Light"/>
              <a:sym typeface="Oswald Light"/>
            </a:endParaRPr>
          </a:p>
        </p:txBody>
      </p:sp>
      <p:sp>
        <p:nvSpPr>
          <p:cNvPr id="543" name="Google Shape;543;g3f85ecfd79d_2_194"/>
          <p:cNvSpPr txBox="1"/>
          <p:nvPr/>
        </p:nvSpPr>
        <p:spPr>
          <a:xfrm>
            <a:off x="3925538" y="4336436"/>
            <a:ext cx="10473300" cy="4717800"/>
          </a:xfrm>
          <a:prstGeom prst="rect">
            <a:avLst/>
          </a:prstGeom>
          <a:noFill/>
          <a:ln>
            <a:noFill/>
          </a:ln>
        </p:spPr>
        <p:txBody>
          <a:bodyPr anchorCtr="0" anchor="t" bIns="104725" lIns="209425" spcFirstLastPara="1" rIns="209425" wrap="square" tIns="104725">
            <a:spAutoFit/>
          </a:bodyPr>
          <a:lstStyle/>
          <a:p>
            <a:pPr indent="-392739" lvl="0" marL="589109" marR="0" rtl="0" algn="l">
              <a:lnSpc>
                <a:spcPct val="152500"/>
              </a:lnSpc>
              <a:spcBef>
                <a:spcPts val="0"/>
              </a:spcBef>
              <a:spcAft>
                <a:spcPts val="0"/>
              </a:spcAft>
              <a:buClr>
                <a:srgbClr val="FF7900"/>
              </a:buClr>
              <a:buSzPts val="4123"/>
              <a:buFont typeface="League Spartan"/>
              <a:buChar char="•"/>
            </a:pPr>
            <a:r>
              <a:rPr i="0" lang="en-US" sz="4123" u="none" cap="none" strike="noStrike">
                <a:solidFill>
                  <a:srgbClr val="142233"/>
                </a:solidFill>
                <a:latin typeface="League Spartan Medium"/>
                <a:ea typeface="League Spartan Medium"/>
                <a:cs typeface="League Spartan Medium"/>
                <a:sym typeface="League Spartan Medium"/>
              </a:rPr>
              <a:t>Role</a:t>
            </a:r>
            <a:endParaRPr i="0" sz="2405" u="none" cap="none" strike="noStrike">
              <a:solidFill>
                <a:srgbClr val="000000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  <a:p>
            <a:pPr indent="-392739" lvl="0" marL="589109" marR="0" rtl="0" algn="l">
              <a:lnSpc>
                <a:spcPct val="152500"/>
              </a:lnSpc>
              <a:spcBef>
                <a:spcPts val="0"/>
              </a:spcBef>
              <a:spcAft>
                <a:spcPts val="0"/>
              </a:spcAft>
              <a:buClr>
                <a:srgbClr val="FF7900"/>
              </a:buClr>
              <a:buSzPts val="4123"/>
              <a:buFont typeface="League Spartan"/>
              <a:buChar char="•"/>
            </a:pPr>
            <a:r>
              <a:rPr i="0" lang="en-US" sz="4123" u="none" cap="none" strike="noStrike">
                <a:solidFill>
                  <a:srgbClr val="142233"/>
                </a:solidFill>
                <a:latin typeface="League Spartan Medium"/>
                <a:ea typeface="League Spartan Medium"/>
                <a:cs typeface="League Spartan Medium"/>
                <a:sym typeface="League Spartan Medium"/>
              </a:rPr>
              <a:t>Role</a:t>
            </a:r>
            <a:endParaRPr i="0" sz="2405" u="none" cap="none" strike="noStrike">
              <a:solidFill>
                <a:srgbClr val="000000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  <a:p>
            <a:pPr indent="-392739" lvl="0" marL="589109" marR="0" rtl="0" algn="l">
              <a:lnSpc>
                <a:spcPct val="152500"/>
              </a:lnSpc>
              <a:spcBef>
                <a:spcPts val="0"/>
              </a:spcBef>
              <a:spcAft>
                <a:spcPts val="0"/>
              </a:spcAft>
              <a:buClr>
                <a:srgbClr val="FF7900"/>
              </a:buClr>
              <a:buSzPts val="4123"/>
              <a:buFont typeface="League Spartan"/>
              <a:buChar char="•"/>
            </a:pPr>
            <a:r>
              <a:rPr i="0" lang="en-US" sz="4123" u="none" cap="none" strike="noStrike">
                <a:solidFill>
                  <a:srgbClr val="142233"/>
                </a:solidFill>
                <a:latin typeface="League Spartan Medium"/>
                <a:ea typeface="League Spartan Medium"/>
                <a:cs typeface="League Spartan Medium"/>
                <a:sym typeface="League Spartan Medium"/>
              </a:rPr>
              <a:t>Role</a:t>
            </a:r>
            <a:endParaRPr i="0" sz="2405" u="none" cap="none" strike="noStrike">
              <a:solidFill>
                <a:srgbClr val="000000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  <a:p>
            <a:pPr indent="-392739" lvl="0" marL="589109" marR="0" rtl="0" algn="l">
              <a:lnSpc>
                <a:spcPct val="152500"/>
              </a:lnSpc>
              <a:spcBef>
                <a:spcPts val="0"/>
              </a:spcBef>
              <a:spcAft>
                <a:spcPts val="0"/>
              </a:spcAft>
              <a:buClr>
                <a:srgbClr val="FF7900"/>
              </a:buClr>
              <a:buSzPts val="4123"/>
              <a:buFont typeface="League Spartan"/>
              <a:buChar char="•"/>
            </a:pPr>
            <a:r>
              <a:rPr i="0" lang="en-US" sz="4123" u="none" cap="none" strike="noStrike">
                <a:solidFill>
                  <a:srgbClr val="142233"/>
                </a:solidFill>
                <a:latin typeface="League Spartan Medium"/>
                <a:ea typeface="League Spartan Medium"/>
                <a:cs typeface="League Spartan Medium"/>
                <a:sym typeface="League Spartan Medium"/>
              </a:rPr>
              <a:t>Role</a:t>
            </a:r>
            <a:endParaRPr i="0" sz="2405" u="none" cap="none" strike="noStrike">
              <a:solidFill>
                <a:srgbClr val="000000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  <a:p>
            <a:pPr indent="-392739" lvl="0" marL="589109" marR="0" rtl="0" algn="l">
              <a:lnSpc>
                <a:spcPct val="152500"/>
              </a:lnSpc>
              <a:spcBef>
                <a:spcPts val="0"/>
              </a:spcBef>
              <a:spcAft>
                <a:spcPts val="0"/>
              </a:spcAft>
              <a:buClr>
                <a:srgbClr val="FF7900"/>
              </a:buClr>
              <a:buSzPts val="4123"/>
              <a:buFont typeface="League Spartan"/>
              <a:buChar char="•"/>
            </a:pPr>
            <a:r>
              <a:rPr i="0" lang="en-US" sz="4123" u="none" cap="none" strike="noStrike">
                <a:solidFill>
                  <a:srgbClr val="142233"/>
                </a:solidFill>
                <a:latin typeface="League Spartan Medium"/>
                <a:ea typeface="League Spartan Medium"/>
                <a:cs typeface="League Spartan Medium"/>
                <a:sym typeface="League Spartan Medium"/>
              </a:rPr>
              <a:t>Role</a:t>
            </a:r>
            <a:endParaRPr i="0" sz="2405" u="none" cap="none" strike="noStrike">
              <a:solidFill>
                <a:srgbClr val="000000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544" name="Google Shape;544;g3f85ecfd79d_2_194"/>
          <p:cNvSpPr txBox="1"/>
          <p:nvPr/>
        </p:nvSpPr>
        <p:spPr>
          <a:xfrm>
            <a:off x="3925538" y="2115608"/>
            <a:ext cx="10298400" cy="2009700"/>
          </a:xfrm>
          <a:prstGeom prst="rect">
            <a:avLst/>
          </a:prstGeom>
          <a:noFill/>
          <a:ln>
            <a:noFill/>
          </a:ln>
        </p:spPr>
        <p:txBody>
          <a:bodyPr anchorCtr="0" anchor="t" bIns="104725" lIns="209425" spcFirstLastPara="1" rIns="209425" wrap="square" tIns="1047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841"/>
              <a:buFont typeface="Arial"/>
              <a:buNone/>
            </a:pPr>
            <a:r>
              <a:rPr lang="en-US" sz="5841">
                <a:solidFill>
                  <a:srgbClr val="142233"/>
                </a:solidFill>
                <a:latin typeface="League Spartan ExtraBold"/>
                <a:ea typeface="League Spartan ExtraBold"/>
                <a:cs typeface="League Spartan ExtraBold"/>
                <a:sym typeface="League Spartan ExtraBold"/>
              </a:rPr>
              <a:t>Function</a:t>
            </a:r>
            <a:endParaRPr i="0" sz="2405" u="none" cap="none" strike="noStrike">
              <a:solidFill>
                <a:srgbClr val="000000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841"/>
              <a:buFont typeface="Arial"/>
              <a:buNone/>
            </a:pPr>
            <a:r>
              <a:t/>
            </a:r>
            <a:endParaRPr i="0" sz="5841" u="none" cap="none" strike="noStrike">
              <a:solidFill>
                <a:srgbClr val="142233"/>
              </a:solidFill>
              <a:latin typeface="League Spartan ExtraBold"/>
              <a:ea typeface="League Spartan ExtraBold"/>
              <a:cs typeface="League Spartan ExtraBold"/>
              <a:sym typeface="League Spartan ExtraBold"/>
            </a:endParaRPr>
          </a:p>
        </p:txBody>
      </p:sp>
      <p:sp>
        <p:nvSpPr>
          <p:cNvPr id="545" name="Google Shape;545;g3f85ecfd79d_2_194"/>
          <p:cNvSpPr txBox="1"/>
          <p:nvPr/>
        </p:nvSpPr>
        <p:spPr>
          <a:xfrm>
            <a:off x="3889173" y="2991988"/>
            <a:ext cx="10298400" cy="1005000"/>
          </a:xfrm>
          <a:prstGeom prst="rect">
            <a:avLst/>
          </a:prstGeom>
          <a:noFill/>
          <a:ln>
            <a:noFill/>
          </a:ln>
        </p:spPr>
        <p:txBody>
          <a:bodyPr anchorCtr="0" anchor="t" bIns="104725" lIns="209425" spcFirstLastPara="1" rIns="209425" wrap="square" tIns="1047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154"/>
              <a:buFont typeface="Arial"/>
              <a:buNone/>
            </a:pPr>
            <a:r>
              <a:rPr i="0" lang="en-US" sz="5154" u="none" cap="none" strike="noStrike">
                <a:solidFill>
                  <a:srgbClr val="303B4F"/>
                </a:solidFill>
                <a:latin typeface="League Spartan Medium"/>
                <a:ea typeface="League Spartan Medium"/>
                <a:cs typeface="League Spartan Medium"/>
                <a:sym typeface="League Spartan Medium"/>
              </a:rPr>
              <a:t>Name</a:t>
            </a:r>
            <a:endParaRPr i="0" sz="2405" u="none" cap="none" strike="noStrike">
              <a:solidFill>
                <a:srgbClr val="000000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cxnSp>
        <p:nvCxnSpPr>
          <p:cNvPr id="546" name="Google Shape;546;g3f85ecfd79d_2_194"/>
          <p:cNvCxnSpPr/>
          <p:nvPr/>
        </p:nvCxnSpPr>
        <p:spPr>
          <a:xfrm>
            <a:off x="5681023" y="4102845"/>
            <a:ext cx="6787500" cy="0"/>
          </a:xfrm>
          <a:prstGeom prst="straightConnector1">
            <a:avLst/>
          </a:prstGeom>
          <a:noFill/>
          <a:ln cap="flat" cmpd="sng" w="49100">
            <a:solidFill>
              <a:srgbClr val="FF79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47" name="Google Shape;547;g3f85ecfd79d_2_194"/>
          <p:cNvSpPr/>
          <p:nvPr/>
        </p:nvSpPr>
        <p:spPr>
          <a:xfrm>
            <a:off x="952453" y="9654885"/>
            <a:ext cx="2485200" cy="2511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A5AAAF"/>
              </a:buClr>
              <a:buSzPts val="1530"/>
              <a:buFont typeface="League Spartan"/>
              <a:buNone/>
            </a:pPr>
            <a:r>
              <a:rPr b="1" lang="en-US" sz="1530">
                <a:solidFill>
                  <a:srgbClr val="A5AAAF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#WeRunOnEOS2026</a:t>
            </a:r>
            <a:endParaRPr sz="1530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pic>
        <p:nvPicPr>
          <p:cNvPr descr="preencoded.png" id="548" name="Google Shape;548;g3f85ecfd79d_2_194"/>
          <p:cNvPicPr preferRelativeResize="0"/>
          <p:nvPr/>
        </p:nvPicPr>
        <p:blipFill rotWithShape="1">
          <a:blip r:embed="rId3">
            <a:alphaModFix amt="35000"/>
          </a:blip>
          <a:srcRect b="0" l="0" r="0" t="0"/>
          <a:stretch/>
        </p:blipFill>
        <p:spPr>
          <a:xfrm>
            <a:off x="16687858" y="9334388"/>
            <a:ext cx="647649" cy="609744"/>
          </a:xfrm>
          <a:prstGeom prst="rect">
            <a:avLst/>
          </a:prstGeom>
          <a:noFill/>
          <a:ln>
            <a:noFill/>
          </a:ln>
        </p:spPr>
      </p:pic>
      <p:sp>
        <p:nvSpPr>
          <p:cNvPr id="549" name="Google Shape;549;g3f85ecfd79d_2_194"/>
          <p:cNvSpPr/>
          <p:nvPr/>
        </p:nvSpPr>
        <p:spPr>
          <a:xfrm>
            <a:off x="17030702" y="9353409"/>
            <a:ext cx="356700" cy="1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76308"/>
              </a:lnSpc>
              <a:spcBef>
                <a:spcPts val="0"/>
              </a:spcBef>
              <a:spcAft>
                <a:spcPts val="0"/>
              </a:spcAft>
              <a:buClr>
                <a:srgbClr val="FF7900"/>
              </a:buClr>
              <a:buSzPts val="901"/>
              <a:buFont typeface="League Spartan"/>
              <a:buNone/>
            </a:pPr>
            <a:r>
              <a:rPr b="1" lang="en-US" sz="902">
                <a:solidFill>
                  <a:srgbClr val="FF79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2026</a:t>
            </a:r>
            <a:endParaRPr sz="902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5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54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54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54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54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54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5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53" name="Shape 5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4" name="Google Shape;554;g3f85ecfd79d_2_206"/>
          <p:cNvSpPr/>
          <p:nvPr/>
        </p:nvSpPr>
        <p:spPr>
          <a:xfrm>
            <a:off x="952453" y="1085800"/>
            <a:ext cx="18021300" cy="7425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42233"/>
              </a:buClr>
              <a:buSzPts val="4800"/>
              <a:buFont typeface="League Spartan"/>
              <a:buNone/>
            </a:pPr>
            <a:r>
              <a:rPr b="1" lang="en-US" sz="4800">
                <a:solidFill>
                  <a:srgbClr val="142233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Right Seats</a:t>
            </a:r>
            <a:endParaRPr b="1" sz="4800">
              <a:solidFill>
                <a:srgbClr val="142233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pic>
        <p:nvPicPr>
          <p:cNvPr descr="A picture containing timeline&#10;&#10;Description automatically generated" id="555" name="Google Shape;555;g3f85ecfd79d_2_206"/>
          <p:cNvPicPr preferRelativeResize="0"/>
          <p:nvPr/>
        </p:nvPicPr>
        <p:blipFill rotWithShape="1">
          <a:blip r:embed="rId3">
            <a:alphaModFix/>
          </a:blip>
          <a:srcRect b="-1868" l="-999" r="-989" t="-1910"/>
          <a:stretch/>
        </p:blipFill>
        <p:spPr>
          <a:xfrm>
            <a:off x="3080625" y="1019200"/>
            <a:ext cx="12126744" cy="8248599"/>
          </a:xfrm>
          <a:prstGeom prst="rect">
            <a:avLst/>
          </a:prstGeom>
          <a:noFill/>
          <a:ln>
            <a:noFill/>
          </a:ln>
        </p:spPr>
      </p:pic>
      <p:sp>
        <p:nvSpPr>
          <p:cNvPr id="556" name="Google Shape;556;g3f85ecfd79d_2_206"/>
          <p:cNvSpPr/>
          <p:nvPr/>
        </p:nvSpPr>
        <p:spPr>
          <a:xfrm>
            <a:off x="952453" y="9654885"/>
            <a:ext cx="2485200" cy="2511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A5AAAF"/>
              </a:buClr>
              <a:buSzPts val="1530"/>
              <a:buFont typeface="League Spartan"/>
              <a:buNone/>
            </a:pPr>
            <a:r>
              <a:rPr b="1" lang="en-US" sz="1530">
                <a:solidFill>
                  <a:srgbClr val="A5AAAF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#WeRunOnEOS2026</a:t>
            </a:r>
            <a:endParaRPr sz="1530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pic>
        <p:nvPicPr>
          <p:cNvPr descr="preencoded.png" id="557" name="Google Shape;557;g3f85ecfd79d_2_206"/>
          <p:cNvPicPr preferRelativeResize="0"/>
          <p:nvPr/>
        </p:nvPicPr>
        <p:blipFill rotWithShape="1">
          <a:blip r:embed="rId4">
            <a:alphaModFix amt="35000"/>
          </a:blip>
          <a:srcRect b="0" l="0" r="0" t="0"/>
          <a:stretch/>
        </p:blipFill>
        <p:spPr>
          <a:xfrm>
            <a:off x="16687858" y="9334388"/>
            <a:ext cx="647649" cy="609744"/>
          </a:xfrm>
          <a:prstGeom prst="rect">
            <a:avLst/>
          </a:prstGeom>
          <a:noFill/>
          <a:ln>
            <a:noFill/>
          </a:ln>
        </p:spPr>
      </p:pic>
      <p:sp>
        <p:nvSpPr>
          <p:cNvPr id="558" name="Google Shape;558;g3f85ecfd79d_2_206"/>
          <p:cNvSpPr/>
          <p:nvPr/>
        </p:nvSpPr>
        <p:spPr>
          <a:xfrm>
            <a:off x="17030702" y="9353409"/>
            <a:ext cx="356700" cy="1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76308"/>
              </a:lnSpc>
              <a:spcBef>
                <a:spcPts val="0"/>
              </a:spcBef>
              <a:spcAft>
                <a:spcPts val="0"/>
              </a:spcAft>
              <a:buClr>
                <a:srgbClr val="FF7900"/>
              </a:buClr>
              <a:buSzPts val="901"/>
              <a:buFont typeface="League Spartan"/>
              <a:buNone/>
            </a:pPr>
            <a:r>
              <a:rPr b="1" lang="en-US" sz="902">
                <a:solidFill>
                  <a:srgbClr val="FF79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2026</a:t>
            </a:r>
            <a:endParaRPr sz="902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563" name="Shape 5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4" name="Google Shape;564;g3f85ecfd79d_2_229"/>
          <p:cNvSpPr/>
          <p:nvPr/>
        </p:nvSpPr>
        <p:spPr>
          <a:xfrm>
            <a:off x="952453" y="838194"/>
            <a:ext cx="1047600" cy="133200"/>
          </a:xfrm>
          <a:prstGeom prst="roundRect">
            <a:avLst>
              <a:gd fmla="val 50000" name="adj"/>
            </a:avLst>
          </a:prstGeom>
          <a:gradFill>
            <a:gsLst>
              <a:gs pos="0">
                <a:srgbClr val="F04E23"/>
              </a:gs>
              <a:gs pos="100000">
                <a:srgbClr val="FF7900"/>
              </a:gs>
            </a:gsLst>
            <a:lin ang="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565" name="Google Shape;565;g3f85ecfd79d_2_229"/>
          <p:cNvSpPr/>
          <p:nvPr/>
        </p:nvSpPr>
        <p:spPr>
          <a:xfrm>
            <a:off x="952453" y="1219147"/>
            <a:ext cx="18021300" cy="7425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42233"/>
              </a:buClr>
              <a:buSzPts val="4800"/>
              <a:buFont typeface="League Spartan"/>
              <a:buNone/>
            </a:pPr>
            <a:r>
              <a:rPr b="1" lang="en-US" sz="4800">
                <a:solidFill>
                  <a:srgbClr val="142233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Two Kinds of People Issues</a:t>
            </a:r>
            <a:endParaRPr sz="4800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566" name="Google Shape;566;g3f85ecfd79d_2_229"/>
          <p:cNvSpPr/>
          <p:nvPr/>
        </p:nvSpPr>
        <p:spPr>
          <a:xfrm>
            <a:off x="952453" y="9654885"/>
            <a:ext cx="2485200" cy="2511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A5AAAF"/>
              </a:buClr>
              <a:buSzPts val="1530"/>
              <a:buFont typeface="League Spartan"/>
              <a:buNone/>
            </a:pPr>
            <a:r>
              <a:rPr b="1" lang="en-US" sz="1530">
                <a:solidFill>
                  <a:srgbClr val="A5AAAF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#WeRunOnEOS2026</a:t>
            </a:r>
            <a:endParaRPr sz="1530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pic>
        <p:nvPicPr>
          <p:cNvPr descr="preencoded.png" id="567" name="Google Shape;567;g3f85ecfd79d_2_229"/>
          <p:cNvPicPr preferRelativeResize="0"/>
          <p:nvPr/>
        </p:nvPicPr>
        <p:blipFill rotWithShape="1">
          <a:blip r:embed="rId3">
            <a:alphaModFix amt="35000"/>
          </a:blip>
          <a:srcRect b="0" l="0" r="0" t="0"/>
          <a:stretch/>
        </p:blipFill>
        <p:spPr>
          <a:xfrm>
            <a:off x="16687858" y="9334388"/>
            <a:ext cx="647649" cy="609744"/>
          </a:xfrm>
          <a:prstGeom prst="rect">
            <a:avLst/>
          </a:prstGeom>
          <a:noFill/>
          <a:ln>
            <a:noFill/>
          </a:ln>
        </p:spPr>
      </p:pic>
      <p:sp>
        <p:nvSpPr>
          <p:cNvPr id="568" name="Google Shape;568;g3f85ecfd79d_2_229"/>
          <p:cNvSpPr/>
          <p:nvPr/>
        </p:nvSpPr>
        <p:spPr>
          <a:xfrm>
            <a:off x="17030702" y="9353409"/>
            <a:ext cx="356700" cy="1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76308"/>
              </a:lnSpc>
              <a:spcBef>
                <a:spcPts val="0"/>
              </a:spcBef>
              <a:spcAft>
                <a:spcPts val="0"/>
              </a:spcAft>
              <a:buClr>
                <a:srgbClr val="FF7900"/>
              </a:buClr>
              <a:buSzPts val="901"/>
              <a:buFont typeface="League Spartan"/>
              <a:buNone/>
            </a:pPr>
            <a:r>
              <a:rPr b="1" lang="en-US" sz="902">
                <a:solidFill>
                  <a:srgbClr val="FF79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2026</a:t>
            </a:r>
            <a:endParaRPr sz="902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569" name="Google Shape;569;g3f85ecfd79d_2_229"/>
          <p:cNvSpPr/>
          <p:nvPr/>
        </p:nvSpPr>
        <p:spPr>
          <a:xfrm>
            <a:off x="933433" y="2339614"/>
            <a:ext cx="16078200" cy="63252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-571500" lvl="0" marL="571500" marR="0" rtl="0" algn="l">
              <a:spcBef>
                <a:spcPts val="2400"/>
              </a:spcBef>
              <a:spcAft>
                <a:spcPts val="0"/>
              </a:spcAft>
              <a:buClr>
                <a:srgbClr val="FF7900"/>
              </a:buClr>
              <a:buSzPts val="3960"/>
              <a:buFont typeface="Noto Sans Symbols"/>
              <a:buChar char="▪"/>
            </a:pPr>
            <a:r>
              <a:rPr b="1" lang="en-US" sz="3200">
                <a:solidFill>
                  <a:srgbClr val="142233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Right Person, Wrong Seat</a:t>
            </a:r>
            <a:endParaRPr b="1" sz="3200">
              <a:solidFill>
                <a:srgbClr val="142233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  <a:p>
            <a:pPr indent="-571500" lvl="0" marL="571500" marR="0" rtl="0" algn="l">
              <a:spcBef>
                <a:spcPts val="2400"/>
              </a:spcBef>
              <a:spcAft>
                <a:spcPts val="0"/>
              </a:spcAft>
              <a:buClr>
                <a:srgbClr val="FF7900"/>
              </a:buClr>
              <a:buSzPts val="3960"/>
              <a:buFont typeface="Noto Sans Symbols"/>
              <a:buChar char="▪"/>
            </a:pPr>
            <a:r>
              <a:rPr b="1" lang="en-US" sz="3200">
                <a:solidFill>
                  <a:srgbClr val="142233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Wrong Person, Right Seat</a:t>
            </a:r>
            <a:endParaRPr b="1" sz="3200">
              <a:solidFill>
                <a:srgbClr val="142233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56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56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573" name="Shape 5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4" name="Google Shape;574;g3f85ecfd79d_2_24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75" name="Google Shape;575;g3f85ecfd79d_2_241"/>
          <p:cNvSpPr txBox="1"/>
          <p:nvPr>
            <p:ph idx="11" type="ftr"/>
          </p:nvPr>
        </p:nvSpPr>
        <p:spPr>
          <a:xfrm>
            <a:off x="20526152" y="14309647"/>
            <a:ext cx="6431400" cy="82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50" lIns="137150" spcFirstLastPara="1" rIns="137150" wrap="square" tIns="6855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r>
              <a:rPr lang="en-US">
                <a:solidFill>
                  <a:srgbClr val="747577"/>
                </a:solidFill>
              </a:rPr>
              <a:t>#EOSWorldwide</a:t>
            </a:r>
            <a:endParaRPr>
              <a:solidFill>
                <a:srgbClr val="747577"/>
              </a:solidFill>
            </a:endParaRPr>
          </a:p>
        </p:txBody>
      </p:sp>
      <p:pic>
        <p:nvPicPr>
          <p:cNvPr id="576" name="Google Shape;576;g3f85ecfd79d_2_24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866308" y="919215"/>
            <a:ext cx="7694681" cy="7686102"/>
          </a:xfrm>
          <a:prstGeom prst="rect">
            <a:avLst/>
          </a:prstGeom>
          <a:noFill/>
          <a:ln>
            <a:noFill/>
          </a:ln>
        </p:spPr>
      </p:pic>
      <p:pic>
        <p:nvPicPr>
          <p:cNvPr id="577" name="Google Shape;577;g3f85ecfd79d_2_24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45683" y="903009"/>
            <a:ext cx="3952494" cy="3930778"/>
          </a:xfrm>
          <a:prstGeom prst="rect">
            <a:avLst/>
          </a:prstGeom>
          <a:noFill/>
          <a:ln>
            <a:noFill/>
          </a:ln>
        </p:spPr>
      </p:pic>
      <p:sp>
        <p:nvSpPr>
          <p:cNvPr id="578" name="Google Shape;578;g3f85ecfd79d_2_241"/>
          <p:cNvSpPr txBox="1"/>
          <p:nvPr/>
        </p:nvSpPr>
        <p:spPr>
          <a:xfrm>
            <a:off x="6894885" y="3234750"/>
            <a:ext cx="2985000" cy="5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50" lIns="137150" spcFirstLastPara="1" rIns="137150" wrap="square" tIns="68550">
            <a:spAutoFit/>
          </a:bodyPr>
          <a:lstStyle/>
          <a:p>
            <a:pPr indent="-177800" lvl="0" marL="177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League Spartan"/>
              <a:buChar char="•"/>
            </a:pPr>
            <a:r>
              <a:rPr i="0" lang="en-US" sz="2400" u="none" cap="none" strike="noStrike">
                <a:solidFill>
                  <a:schemeClr val="lt1"/>
                </a:solidFill>
                <a:latin typeface="League Spartan Medium"/>
                <a:ea typeface="League Spartan Medium"/>
                <a:cs typeface="League Spartan Medium"/>
                <a:sym typeface="League Spartan Medium"/>
              </a:rPr>
              <a:t>Right People</a:t>
            </a:r>
            <a:endParaRPr i="0" sz="2100" u="none" cap="none" strike="noStrike">
              <a:solidFill>
                <a:srgbClr val="000000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579" name="Google Shape;579;g3f85ecfd79d_2_241"/>
          <p:cNvSpPr txBox="1"/>
          <p:nvPr/>
        </p:nvSpPr>
        <p:spPr>
          <a:xfrm>
            <a:off x="6894885" y="3749099"/>
            <a:ext cx="2985000" cy="5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50" lIns="137150" spcFirstLastPara="1" rIns="137150" wrap="square" tIns="68550">
            <a:spAutoFit/>
          </a:bodyPr>
          <a:lstStyle/>
          <a:p>
            <a:pPr indent="-177800" lvl="0" marL="177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League Spartan"/>
              <a:buChar char="•"/>
            </a:pPr>
            <a:r>
              <a:rPr i="0" lang="en-US" sz="2400" u="none" cap="none" strike="noStrike">
                <a:solidFill>
                  <a:schemeClr val="lt1"/>
                </a:solidFill>
                <a:latin typeface="League Spartan Medium"/>
                <a:ea typeface="League Spartan Medium"/>
                <a:cs typeface="League Spartan Medium"/>
                <a:sym typeface="League Spartan Medium"/>
              </a:rPr>
              <a:t>Right Seats</a:t>
            </a:r>
            <a:endParaRPr i="0" sz="2100" u="none" cap="none" strike="noStrike">
              <a:solidFill>
                <a:srgbClr val="000000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pic>
        <p:nvPicPr>
          <p:cNvPr id="580" name="Google Shape;580;g3f85ecfd79d_2_241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9600651" y="3630218"/>
            <a:ext cx="2254568" cy="2254568"/>
          </a:xfrm>
          <a:prstGeom prst="rect">
            <a:avLst/>
          </a:prstGeom>
          <a:noFill/>
          <a:ln>
            <a:noFill/>
          </a:ln>
        </p:spPr>
      </p:pic>
      <p:sp>
        <p:nvSpPr>
          <p:cNvPr id="581" name="Google Shape;581;g3f85ecfd79d_2_241"/>
          <p:cNvSpPr/>
          <p:nvPr/>
        </p:nvSpPr>
        <p:spPr>
          <a:xfrm>
            <a:off x="952453" y="1085800"/>
            <a:ext cx="18021300" cy="7425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42233"/>
              </a:buClr>
              <a:buSzPts val="4800"/>
              <a:buFont typeface="League Spartan"/>
              <a:buNone/>
            </a:pPr>
            <a:r>
              <a:rPr b="1" lang="en-US" sz="4800">
                <a:solidFill>
                  <a:srgbClr val="142233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The </a:t>
            </a:r>
            <a:r>
              <a:rPr b="1" lang="en-US" sz="4800">
                <a:solidFill>
                  <a:srgbClr val="F04E23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EOS</a:t>
            </a:r>
            <a:r>
              <a:rPr b="1" lang="en-US" sz="4800">
                <a:solidFill>
                  <a:srgbClr val="142233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 Model®</a:t>
            </a:r>
            <a:endParaRPr sz="4800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582" name="Google Shape;582;g3f85ecfd79d_2_241"/>
          <p:cNvSpPr txBox="1"/>
          <p:nvPr/>
        </p:nvSpPr>
        <p:spPr>
          <a:xfrm>
            <a:off x="952458" y="1908720"/>
            <a:ext cx="4095000" cy="1055700"/>
          </a:xfrm>
          <a:prstGeom prst="rect">
            <a:avLst/>
          </a:prstGeom>
          <a:solidFill>
            <a:srgbClr val="FED7BC"/>
          </a:solidFill>
          <a:ln cap="flat" cmpd="sng" w="47625">
            <a:solidFill>
              <a:srgbClr val="FF7900"/>
            </a:solidFill>
            <a:prstDash val="solid"/>
            <a:round/>
            <a:headEnd len="sm" w="sm" type="none"/>
            <a:tailEnd len="sm" w="sm" type="none"/>
          </a:ln>
          <a:effectLst>
            <a:outerShdw blurRad="152400" rotWithShape="0" algn="tl" dir="2700000" dist="76200">
              <a:srgbClr val="000000">
                <a:alpha val="30200"/>
              </a:srgbClr>
            </a:outerShdw>
          </a:effectLst>
        </p:spPr>
        <p:txBody>
          <a:bodyPr anchorCtr="0" anchor="ctr" bIns="68550" lIns="137150" spcFirstLastPara="1" rIns="137150" wrap="square" tIns="68550">
            <a:noAutofit/>
          </a:bodyPr>
          <a:lstStyle/>
          <a:p>
            <a:pPr indent="0" lvl="0" marL="0" marR="0" rtl="0" algn="ctr">
              <a:lnSpc>
                <a:spcPct val="108333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Arial"/>
              <a:buNone/>
            </a:pPr>
            <a:r>
              <a:rPr i="0" lang="en-US" sz="3600" u="none" cap="none" strike="noStrike">
                <a:solidFill>
                  <a:schemeClr val="dk1"/>
                </a:solidFill>
                <a:latin typeface="League Spartan ExtraBold"/>
                <a:ea typeface="League Spartan ExtraBold"/>
                <a:cs typeface="League Spartan ExtraBold"/>
                <a:sym typeface="League Spartan ExtraBold"/>
              </a:rPr>
              <a:t>100% Strong</a:t>
            </a:r>
            <a:endParaRPr i="0" sz="3300" u="none" cap="none" strike="noStrike">
              <a:solidFill>
                <a:schemeClr val="accent1"/>
              </a:solidFill>
              <a:latin typeface="League Spartan ExtraBold"/>
              <a:ea typeface="League Spartan ExtraBold"/>
              <a:cs typeface="League Spartan ExtraBold"/>
              <a:sym typeface="League Spartan ExtraBold"/>
            </a:endParaRPr>
          </a:p>
        </p:txBody>
      </p:sp>
      <p:sp>
        <p:nvSpPr>
          <p:cNvPr id="583" name="Google Shape;583;g3f85ecfd79d_2_241"/>
          <p:cNvSpPr/>
          <p:nvPr/>
        </p:nvSpPr>
        <p:spPr>
          <a:xfrm>
            <a:off x="952453" y="9654885"/>
            <a:ext cx="2485200" cy="2511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A5AAAF"/>
              </a:buClr>
              <a:buSzPts val="1530"/>
              <a:buFont typeface="League Spartan"/>
              <a:buNone/>
            </a:pPr>
            <a:r>
              <a:rPr b="1" lang="en-US" sz="1530">
                <a:solidFill>
                  <a:srgbClr val="A5AAAF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#WeRunOnEOS2026</a:t>
            </a:r>
            <a:endParaRPr sz="1530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pic>
        <p:nvPicPr>
          <p:cNvPr descr="preencoded.png" id="584" name="Google Shape;584;g3f85ecfd79d_2_241"/>
          <p:cNvPicPr preferRelativeResize="0"/>
          <p:nvPr/>
        </p:nvPicPr>
        <p:blipFill rotWithShape="1">
          <a:blip r:embed="rId6">
            <a:alphaModFix amt="35000"/>
          </a:blip>
          <a:srcRect b="0" l="0" r="0" t="0"/>
          <a:stretch/>
        </p:blipFill>
        <p:spPr>
          <a:xfrm>
            <a:off x="16687858" y="9334388"/>
            <a:ext cx="647649" cy="609744"/>
          </a:xfrm>
          <a:prstGeom prst="rect">
            <a:avLst/>
          </a:prstGeom>
          <a:noFill/>
          <a:ln>
            <a:noFill/>
          </a:ln>
        </p:spPr>
      </p:pic>
      <p:sp>
        <p:nvSpPr>
          <p:cNvPr id="585" name="Google Shape;585;g3f85ecfd79d_2_241"/>
          <p:cNvSpPr/>
          <p:nvPr/>
        </p:nvSpPr>
        <p:spPr>
          <a:xfrm>
            <a:off x="17030702" y="9353409"/>
            <a:ext cx="356700" cy="1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76308"/>
              </a:lnSpc>
              <a:spcBef>
                <a:spcPts val="0"/>
              </a:spcBef>
              <a:spcAft>
                <a:spcPts val="0"/>
              </a:spcAft>
              <a:buClr>
                <a:srgbClr val="FF7900"/>
              </a:buClr>
              <a:buSzPts val="901"/>
              <a:buFont typeface="League Spartan"/>
              <a:buNone/>
            </a:pPr>
            <a:r>
              <a:rPr b="1" lang="en-US" sz="902">
                <a:solidFill>
                  <a:srgbClr val="FF79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2026</a:t>
            </a:r>
            <a:endParaRPr sz="902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5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9" name="Shape 5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0" name="Google Shape;590;g3f85ecfd79d_2_255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91" name="Google Shape;591;g3f85ecfd79d_2_255"/>
          <p:cNvSpPr txBox="1"/>
          <p:nvPr>
            <p:ph idx="11" type="ftr"/>
          </p:nvPr>
        </p:nvSpPr>
        <p:spPr>
          <a:xfrm>
            <a:off x="20526152" y="14309647"/>
            <a:ext cx="6431400" cy="82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50" lIns="137150" spcFirstLastPara="1" rIns="137150" wrap="square" tIns="6855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r>
              <a:rPr lang="en-US">
                <a:solidFill>
                  <a:srgbClr val="747577"/>
                </a:solidFill>
              </a:rPr>
              <a:t>#EOSWorldwide</a:t>
            </a:r>
            <a:endParaRPr>
              <a:solidFill>
                <a:srgbClr val="747577"/>
              </a:solidFill>
            </a:endParaRPr>
          </a:p>
        </p:txBody>
      </p:sp>
      <p:pic>
        <p:nvPicPr>
          <p:cNvPr id="592" name="Google Shape;592;g3f85ecfd79d_2_25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866308" y="919215"/>
            <a:ext cx="7694681" cy="7686102"/>
          </a:xfrm>
          <a:prstGeom prst="rect">
            <a:avLst/>
          </a:prstGeom>
          <a:noFill/>
          <a:ln>
            <a:noFill/>
          </a:ln>
        </p:spPr>
      </p:pic>
      <p:pic>
        <p:nvPicPr>
          <p:cNvPr id="593" name="Google Shape;593;g3f85ecfd79d_2_25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1138592" y="899501"/>
            <a:ext cx="3963350" cy="3952494"/>
          </a:xfrm>
          <a:prstGeom prst="rect">
            <a:avLst/>
          </a:prstGeom>
          <a:noFill/>
          <a:ln>
            <a:noFill/>
          </a:ln>
        </p:spPr>
      </p:pic>
      <p:pic>
        <p:nvPicPr>
          <p:cNvPr id="594" name="Google Shape;594;g3f85ecfd79d_2_255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9600651" y="3630218"/>
            <a:ext cx="2254568" cy="2254568"/>
          </a:xfrm>
          <a:prstGeom prst="rect">
            <a:avLst/>
          </a:prstGeom>
          <a:noFill/>
          <a:ln>
            <a:noFill/>
          </a:ln>
        </p:spPr>
      </p:pic>
      <p:sp>
        <p:nvSpPr>
          <p:cNvPr id="595" name="Google Shape;595;g3f85ecfd79d_2_255"/>
          <p:cNvSpPr/>
          <p:nvPr/>
        </p:nvSpPr>
        <p:spPr>
          <a:xfrm>
            <a:off x="952453" y="1085800"/>
            <a:ext cx="18021300" cy="7425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42233"/>
              </a:buClr>
              <a:buSzPts val="4800"/>
              <a:buFont typeface="League Spartan"/>
              <a:buNone/>
            </a:pPr>
            <a:r>
              <a:rPr b="1" lang="en-US" sz="4800">
                <a:solidFill>
                  <a:srgbClr val="142233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The </a:t>
            </a:r>
            <a:r>
              <a:rPr b="1" lang="en-US" sz="4800">
                <a:solidFill>
                  <a:srgbClr val="F04E23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EOS</a:t>
            </a:r>
            <a:r>
              <a:rPr b="1" lang="en-US" sz="4800">
                <a:solidFill>
                  <a:srgbClr val="142233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 Model®</a:t>
            </a:r>
            <a:endParaRPr sz="4800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596" name="Google Shape;596;g3f85ecfd79d_2_255"/>
          <p:cNvSpPr/>
          <p:nvPr/>
        </p:nvSpPr>
        <p:spPr>
          <a:xfrm>
            <a:off x="952453" y="9654885"/>
            <a:ext cx="2485200" cy="2511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A5AAAF"/>
              </a:buClr>
              <a:buSzPts val="1530"/>
              <a:buFont typeface="League Spartan"/>
              <a:buNone/>
            </a:pPr>
            <a:r>
              <a:rPr b="1" lang="en-US" sz="1530">
                <a:solidFill>
                  <a:srgbClr val="A5AAAF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#WeRunOnEOS2026</a:t>
            </a:r>
            <a:endParaRPr sz="1530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pic>
        <p:nvPicPr>
          <p:cNvPr descr="preencoded.png" id="597" name="Google Shape;597;g3f85ecfd79d_2_255"/>
          <p:cNvPicPr preferRelativeResize="0"/>
          <p:nvPr/>
        </p:nvPicPr>
        <p:blipFill rotWithShape="1">
          <a:blip r:embed="rId6">
            <a:alphaModFix amt="35000"/>
          </a:blip>
          <a:srcRect b="0" l="0" r="0" t="0"/>
          <a:stretch/>
        </p:blipFill>
        <p:spPr>
          <a:xfrm>
            <a:off x="16687858" y="9334388"/>
            <a:ext cx="647649" cy="609744"/>
          </a:xfrm>
          <a:prstGeom prst="rect">
            <a:avLst/>
          </a:prstGeom>
          <a:noFill/>
          <a:ln>
            <a:noFill/>
          </a:ln>
        </p:spPr>
      </p:pic>
      <p:sp>
        <p:nvSpPr>
          <p:cNvPr id="598" name="Google Shape;598;g3f85ecfd79d_2_255"/>
          <p:cNvSpPr/>
          <p:nvPr/>
        </p:nvSpPr>
        <p:spPr>
          <a:xfrm>
            <a:off x="17030702" y="9353409"/>
            <a:ext cx="356700" cy="1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76308"/>
              </a:lnSpc>
              <a:spcBef>
                <a:spcPts val="0"/>
              </a:spcBef>
              <a:spcAft>
                <a:spcPts val="0"/>
              </a:spcAft>
              <a:buClr>
                <a:srgbClr val="FF7900"/>
              </a:buClr>
              <a:buSzPts val="901"/>
              <a:buFont typeface="League Spartan"/>
              <a:buNone/>
            </a:pPr>
            <a:r>
              <a:rPr b="1" lang="en-US" sz="902">
                <a:solidFill>
                  <a:srgbClr val="FF79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2026</a:t>
            </a:r>
            <a:endParaRPr sz="902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59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59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3" name="Shape 6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4" name="Google Shape;604;g3f85ecfd79d_2_418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gradFill>
            <a:gsLst>
              <a:gs pos="0">
                <a:srgbClr val="3A4759"/>
              </a:gs>
              <a:gs pos="48000">
                <a:srgbClr val="1F2C3F"/>
              </a:gs>
              <a:gs pos="100000">
                <a:srgbClr val="101B2B"/>
              </a:gs>
            </a:gsLst>
            <a:lin ang="8100019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605" name="Google Shape;605;g3f85ecfd79d_2_418"/>
          <p:cNvSpPr/>
          <p:nvPr/>
        </p:nvSpPr>
        <p:spPr>
          <a:xfrm>
            <a:off x="1523951" y="3491896"/>
            <a:ext cx="16764000" cy="11811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30000"/>
              </a:lnSpc>
              <a:spcBef>
                <a:spcPts val="0"/>
              </a:spcBef>
              <a:spcAft>
                <a:spcPts val="0"/>
              </a:spcAft>
              <a:buClr>
                <a:srgbClr val="FF7900"/>
              </a:buClr>
              <a:buSzPts val="15262"/>
              <a:buFont typeface="League Spartan"/>
              <a:buNone/>
            </a:pPr>
            <a:r>
              <a:rPr b="1" lang="en-US" sz="15263">
                <a:solidFill>
                  <a:srgbClr val="FF79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“</a:t>
            </a:r>
            <a:endParaRPr sz="15263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606" name="Google Shape;606;g3f85ecfd79d_2_418"/>
          <p:cNvSpPr/>
          <p:nvPr/>
        </p:nvSpPr>
        <p:spPr>
          <a:xfrm>
            <a:off x="1523951" y="4634893"/>
            <a:ext cx="14520000" cy="13716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98768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200"/>
              <a:buFont typeface="League Spartan"/>
              <a:buNone/>
            </a:pPr>
            <a:r>
              <a:rPr b="1" lang="en-US" sz="4200">
                <a:solidFill>
                  <a:srgbClr val="FFFFFF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If we have data, let’s look at the data.</a:t>
            </a:r>
            <a:endParaRPr b="1" sz="4200">
              <a:solidFill>
                <a:srgbClr val="FFFFFF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  <a:p>
            <a:pPr indent="0" lvl="0" marL="0" marR="0" rtl="0" algn="l">
              <a:lnSpc>
                <a:spcPct val="98768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200"/>
              <a:buFont typeface="League Spartan"/>
              <a:buNone/>
            </a:pPr>
            <a:r>
              <a:rPr b="1" lang="en-US" sz="4200">
                <a:solidFill>
                  <a:srgbClr val="FF79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If all we have are opinions, let’s go with mine.</a:t>
            </a:r>
            <a:endParaRPr b="1" sz="4200">
              <a:solidFill>
                <a:srgbClr val="FF7900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607" name="Google Shape;607;g3f85ecfd79d_2_418"/>
          <p:cNvSpPr/>
          <p:nvPr/>
        </p:nvSpPr>
        <p:spPr>
          <a:xfrm>
            <a:off x="1523951" y="6425539"/>
            <a:ext cx="3187800" cy="4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7900"/>
              </a:buClr>
              <a:buSzPts val="2550"/>
              <a:buFont typeface="League Spartan"/>
              <a:buNone/>
            </a:pPr>
            <a:r>
              <a:rPr b="1" lang="en-US" sz="2550">
                <a:solidFill>
                  <a:srgbClr val="FF79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— </a:t>
            </a:r>
            <a:r>
              <a:rPr b="1" lang="en-US" sz="2550">
                <a:solidFill>
                  <a:srgbClr val="FF79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JIM BARKSDALE</a:t>
            </a:r>
            <a:r>
              <a:rPr b="1" lang="en-US" sz="2550">
                <a:solidFill>
                  <a:srgbClr val="FF79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,</a:t>
            </a:r>
            <a:endParaRPr sz="2550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608" name="Google Shape;608;g3f85ecfd79d_2_418"/>
          <p:cNvSpPr/>
          <p:nvPr/>
        </p:nvSpPr>
        <p:spPr>
          <a:xfrm>
            <a:off x="4555195" y="6495100"/>
            <a:ext cx="3419100" cy="3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AEB7C2"/>
              </a:buClr>
              <a:buSzPts val="2167"/>
              <a:buFont typeface="League Spartan"/>
              <a:buNone/>
            </a:pPr>
            <a:r>
              <a:rPr lang="en-US" sz="2168">
                <a:solidFill>
                  <a:srgbClr val="AEB7C2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former Netscape CEO</a:t>
            </a:r>
            <a:endParaRPr sz="2168">
              <a:solidFill>
                <a:srgbClr val="AEB7C2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609" name="Google Shape;609;g3f85ecfd79d_2_418"/>
          <p:cNvSpPr/>
          <p:nvPr/>
        </p:nvSpPr>
        <p:spPr>
          <a:xfrm>
            <a:off x="952453" y="9654885"/>
            <a:ext cx="2485200" cy="2511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A94A2"/>
              </a:buClr>
              <a:buSzPts val="1530"/>
              <a:buFont typeface="League Spartan"/>
              <a:buNone/>
            </a:pPr>
            <a:r>
              <a:rPr b="1" lang="en-US" sz="1530">
                <a:solidFill>
                  <a:srgbClr val="8A94A2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#WeRunOnEOS2026</a:t>
            </a:r>
            <a:endParaRPr sz="1530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3" name="Shape 6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" name="Google Shape;614;g3f85ecfd79d_2_428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15" name="Google Shape;615;g3f85ecfd79d_2_428"/>
          <p:cNvSpPr txBox="1"/>
          <p:nvPr>
            <p:ph idx="11" type="ftr"/>
          </p:nvPr>
        </p:nvSpPr>
        <p:spPr>
          <a:xfrm>
            <a:off x="20526152" y="14309647"/>
            <a:ext cx="6431400" cy="82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50" lIns="137150" spcFirstLastPara="1" rIns="137150" wrap="square" tIns="6855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r>
              <a:rPr lang="en-US">
                <a:solidFill>
                  <a:srgbClr val="747577"/>
                </a:solidFill>
              </a:rPr>
              <a:t>#EOSWorldwide</a:t>
            </a:r>
            <a:endParaRPr>
              <a:solidFill>
                <a:srgbClr val="747577"/>
              </a:solidFill>
            </a:endParaRPr>
          </a:p>
        </p:txBody>
      </p:sp>
      <p:pic>
        <p:nvPicPr>
          <p:cNvPr id="616" name="Google Shape;616;g3f85ecfd79d_2_4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866308" y="919215"/>
            <a:ext cx="7694681" cy="7686102"/>
          </a:xfrm>
          <a:prstGeom prst="rect">
            <a:avLst/>
          </a:prstGeom>
          <a:noFill/>
          <a:ln>
            <a:noFill/>
          </a:ln>
        </p:spPr>
      </p:pic>
      <p:pic>
        <p:nvPicPr>
          <p:cNvPr id="617" name="Google Shape;617;g3f85ecfd79d_2_42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1138592" y="899501"/>
            <a:ext cx="3963350" cy="3952494"/>
          </a:xfrm>
          <a:prstGeom prst="rect">
            <a:avLst/>
          </a:prstGeom>
          <a:noFill/>
          <a:ln>
            <a:noFill/>
          </a:ln>
        </p:spPr>
      </p:pic>
      <p:pic>
        <p:nvPicPr>
          <p:cNvPr id="618" name="Google Shape;618;g3f85ecfd79d_2_428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9600651" y="3630218"/>
            <a:ext cx="2254568" cy="2254568"/>
          </a:xfrm>
          <a:prstGeom prst="rect">
            <a:avLst/>
          </a:prstGeom>
          <a:noFill/>
          <a:ln>
            <a:noFill/>
          </a:ln>
        </p:spPr>
      </p:pic>
      <p:sp>
        <p:nvSpPr>
          <p:cNvPr id="619" name="Google Shape;619;g3f85ecfd79d_2_428"/>
          <p:cNvSpPr txBox="1"/>
          <p:nvPr/>
        </p:nvSpPr>
        <p:spPr>
          <a:xfrm>
            <a:off x="12035628" y="3234750"/>
            <a:ext cx="2985000" cy="5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50" lIns="137150" spcFirstLastPara="1" rIns="137150" wrap="square" tIns="68550">
            <a:spAutoFit/>
          </a:bodyPr>
          <a:lstStyle/>
          <a:p>
            <a:pPr indent="-177800" lvl="0" marL="177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</a:pPr>
            <a:r>
              <a:rPr b="0" i="0" lang="en-US" sz="2400" u="none" cap="none" strike="noStrike">
                <a:solidFill>
                  <a:schemeClr val="lt1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Scorecard</a:t>
            </a:r>
            <a:endParaRPr b="0" i="0" sz="2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0" name="Google Shape;620;g3f85ecfd79d_2_428"/>
          <p:cNvSpPr/>
          <p:nvPr/>
        </p:nvSpPr>
        <p:spPr>
          <a:xfrm>
            <a:off x="952453" y="1085800"/>
            <a:ext cx="18021300" cy="7425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42233"/>
              </a:buClr>
              <a:buSzPts val="4800"/>
              <a:buFont typeface="League Spartan"/>
              <a:buNone/>
            </a:pPr>
            <a:r>
              <a:rPr b="1" lang="en-US" sz="4800">
                <a:solidFill>
                  <a:srgbClr val="142233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The </a:t>
            </a:r>
            <a:r>
              <a:rPr b="1" lang="en-US" sz="4800">
                <a:solidFill>
                  <a:srgbClr val="F04E23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EOS</a:t>
            </a:r>
            <a:r>
              <a:rPr b="1" lang="en-US" sz="4800">
                <a:solidFill>
                  <a:srgbClr val="142233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 Model®</a:t>
            </a:r>
            <a:endParaRPr sz="4800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621" name="Google Shape;621;g3f85ecfd79d_2_428"/>
          <p:cNvSpPr/>
          <p:nvPr/>
        </p:nvSpPr>
        <p:spPr>
          <a:xfrm>
            <a:off x="952453" y="9654885"/>
            <a:ext cx="2485200" cy="2511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A5AAAF"/>
              </a:buClr>
              <a:buSzPts val="1530"/>
              <a:buFont typeface="League Spartan"/>
              <a:buNone/>
            </a:pPr>
            <a:r>
              <a:rPr b="1" lang="en-US" sz="1530">
                <a:solidFill>
                  <a:srgbClr val="A5AAAF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#WeRunOnEOS2026</a:t>
            </a:r>
            <a:endParaRPr sz="1530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pic>
        <p:nvPicPr>
          <p:cNvPr descr="preencoded.png" id="622" name="Google Shape;622;g3f85ecfd79d_2_428"/>
          <p:cNvPicPr preferRelativeResize="0"/>
          <p:nvPr/>
        </p:nvPicPr>
        <p:blipFill rotWithShape="1">
          <a:blip r:embed="rId6">
            <a:alphaModFix amt="35000"/>
          </a:blip>
          <a:srcRect b="0" l="0" r="0" t="0"/>
          <a:stretch/>
        </p:blipFill>
        <p:spPr>
          <a:xfrm>
            <a:off x="16687858" y="9334388"/>
            <a:ext cx="647649" cy="609744"/>
          </a:xfrm>
          <a:prstGeom prst="rect">
            <a:avLst/>
          </a:prstGeom>
          <a:noFill/>
          <a:ln>
            <a:noFill/>
          </a:ln>
        </p:spPr>
      </p:pic>
      <p:sp>
        <p:nvSpPr>
          <p:cNvPr id="623" name="Google Shape;623;g3f85ecfd79d_2_428"/>
          <p:cNvSpPr/>
          <p:nvPr/>
        </p:nvSpPr>
        <p:spPr>
          <a:xfrm>
            <a:off x="17030702" y="9353409"/>
            <a:ext cx="356700" cy="1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76308"/>
              </a:lnSpc>
              <a:spcBef>
                <a:spcPts val="0"/>
              </a:spcBef>
              <a:spcAft>
                <a:spcPts val="0"/>
              </a:spcAft>
              <a:buClr>
                <a:srgbClr val="FF7900"/>
              </a:buClr>
              <a:buSzPts val="901"/>
              <a:buFont typeface="League Spartan"/>
              <a:buNone/>
            </a:pPr>
            <a:r>
              <a:rPr b="1" lang="en-US" sz="902">
                <a:solidFill>
                  <a:srgbClr val="FF79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2026</a:t>
            </a:r>
            <a:endParaRPr sz="902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6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627" name="Shape 6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8" name="Google Shape;628;g3f85ecfd79d_2_119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aphicFrame>
        <p:nvGraphicFramePr>
          <p:cNvPr id="629" name="Google Shape;629;g3f85ecfd79d_2_1191"/>
          <p:cNvGraphicFramePr/>
          <p:nvPr/>
        </p:nvGraphicFramePr>
        <p:xfrm>
          <a:off x="1039416" y="250617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{FDA04407-606D-4AD8-9ECE-4552DB5F69C1}</a:tableStyleId>
              </a:tblPr>
              <a:tblGrid>
                <a:gridCol w="870650"/>
                <a:gridCol w="2342400"/>
                <a:gridCol w="1111325"/>
                <a:gridCol w="916250"/>
                <a:gridCol w="916250"/>
                <a:gridCol w="916250"/>
                <a:gridCol w="916250"/>
                <a:gridCol w="916250"/>
                <a:gridCol w="916250"/>
                <a:gridCol w="916250"/>
                <a:gridCol w="916250"/>
                <a:gridCol w="916250"/>
                <a:gridCol w="916250"/>
                <a:gridCol w="916250"/>
                <a:gridCol w="916250"/>
                <a:gridCol w="916250"/>
              </a:tblGrid>
              <a:tr h="5774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300"/>
                        <a:buFont typeface="Arial"/>
                        <a:buNone/>
                      </a:pPr>
                      <a:r>
                        <a:t/>
                      </a:r>
                      <a:endParaRPr sz="2200" u="none" cap="none" strike="noStrike">
                        <a:latin typeface="League Spartan"/>
                        <a:ea typeface="League Spartan"/>
                        <a:cs typeface="League Spartan"/>
                        <a:sym typeface="League Spartan"/>
                      </a:endParaRPr>
                    </a:p>
                  </a:txBody>
                  <a:tcPr marT="68600" marB="68600" marR="137175" marL="137175">
                    <a:lnL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790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300"/>
                        <a:buFont typeface="Arial"/>
                        <a:buNone/>
                      </a:pPr>
                      <a:r>
                        <a:t/>
                      </a:r>
                      <a:endParaRPr sz="2200" u="none" cap="none" strike="noStrike">
                        <a:latin typeface="League Spartan"/>
                        <a:ea typeface="League Spartan"/>
                        <a:cs typeface="League Spartan"/>
                        <a:sym typeface="League Spartan"/>
                      </a:endParaRPr>
                    </a:p>
                  </a:txBody>
                  <a:tcPr marT="68600" marB="68600" marR="137175" marL="137175">
                    <a:lnL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790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300"/>
                        <a:buFont typeface="Arial"/>
                        <a:buNone/>
                      </a:pPr>
                      <a:r>
                        <a:t/>
                      </a:r>
                      <a:endParaRPr sz="2200" u="none" cap="none" strike="noStrike">
                        <a:latin typeface="League Spartan"/>
                        <a:ea typeface="League Spartan"/>
                        <a:cs typeface="League Spartan"/>
                        <a:sym typeface="League Spartan"/>
                      </a:endParaRPr>
                    </a:p>
                  </a:txBody>
                  <a:tcPr marT="68600" marB="68600" marR="137175" marL="137175">
                    <a:lnL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790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300"/>
                        <a:buFont typeface="Arial"/>
                        <a:buNone/>
                      </a:pPr>
                      <a:r>
                        <a:t/>
                      </a:r>
                      <a:endParaRPr sz="2200" u="none" cap="none" strike="noStrike">
                        <a:latin typeface="League Spartan"/>
                        <a:ea typeface="League Spartan"/>
                        <a:cs typeface="League Spartan"/>
                        <a:sym typeface="League Spartan"/>
                      </a:endParaRPr>
                    </a:p>
                  </a:txBody>
                  <a:tcPr marT="68600" marB="68600" marR="137175" marL="137175">
                    <a:lnL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790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300"/>
                        <a:buFont typeface="Arial"/>
                        <a:buNone/>
                      </a:pPr>
                      <a:r>
                        <a:t/>
                      </a:r>
                      <a:endParaRPr sz="2200" u="none" cap="none" strike="noStrike">
                        <a:latin typeface="League Spartan"/>
                        <a:ea typeface="League Spartan"/>
                        <a:cs typeface="League Spartan"/>
                        <a:sym typeface="League Spartan"/>
                      </a:endParaRPr>
                    </a:p>
                  </a:txBody>
                  <a:tcPr marT="68600" marB="68600" marR="137175" marL="137175">
                    <a:lnL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790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300"/>
                        <a:buFont typeface="Arial"/>
                        <a:buNone/>
                      </a:pPr>
                      <a:r>
                        <a:t/>
                      </a:r>
                      <a:endParaRPr sz="2200" u="none" cap="none" strike="noStrike">
                        <a:latin typeface="League Spartan"/>
                        <a:ea typeface="League Spartan"/>
                        <a:cs typeface="League Spartan"/>
                        <a:sym typeface="League Spartan"/>
                      </a:endParaRPr>
                    </a:p>
                  </a:txBody>
                  <a:tcPr marT="68600" marB="68600" marR="137175" marL="137175">
                    <a:lnL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790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300"/>
                        <a:buFont typeface="Arial"/>
                        <a:buNone/>
                      </a:pPr>
                      <a:r>
                        <a:t/>
                      </a:r>
                      <a:endParaRPr sz="2200" u="none" cap="none" strike="noStrike">
                        <a:latin typeface="League Spartan"/>
                        <a:ea typeface="League Spartan"/>
                        <a:cs typeface="League Spartan"/>
                        <a:sym typeface="League Spartan"/>
                      </a:endParaRPr>
                    </a:p>
                  </a:txBody>
                  <a:tcPr marT="68600" marB="68600" marR="137175" marL="137175">
                    <a:lnL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790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300"/>
                        <a:buFont typeface="Arial"/>
                        <a:buNone/>
                      </a:pPr>
                      <a:r>
                        <a:t/>
                      </a:r>
                      <a:endParaRPr sz="2200" u="none" cap="none" strike="noStrike">
                        <a:latin typeface="League Spartan"/>
                        <a:ea typeface="League Spartan"/>
                        <a:cs typeface="League Spartan"/>
                        <a:sym typeface="League Spartan"/>
                      </a:endParaRPr>
                    </a:p>
                  </a:txBody>
                  <a:tcPr marT="68600" marB="68600" marR="137175" marL="137175">
                    <a:lnL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790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300"/>
                        <a:buFont typeface="Arial"/>
                        <a:buNone/>
                      </a:pPr>
                      <a:r>
                        <a:t/>
                      </a:r>
                      <a:endParaRPr sz="2200" u="none" cap="none" strike="noStrike">
                        <a:latin typeface="League Spartan"/>
                        <a:ea typeface="League Spartan"/>
                        <a:cs typeface="League Spartan"/>
                        <a:sym typeface="League Spartan"/>
                      </a:endParaRPr>
                    </a:p>
                  </a:txBody>
                  <a:tcPr marT="68600" marB="68600" marR="137175" marL="137175">
                    <a:lnL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790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300"/>
                        <a:buFont typeface="Arial"/>
                        <a:buNone/>
                      </a:pPr>
                      <a:r>
                        <a:t/>
                      </a:r>
                      <a:endParaRPr sz="2200" u="none" cap="none" strike="noStrike">
                        <a:latin typeface="League Spartan"/>
                        <a:ea typeface="League Spartan"/>
                        <a:cs typeface="League Spartan"/>
                        <a:sym typeface="League Spartan"/>
                      </a:endParaRPr>
                    </a:p>
                  </a:txBody>
                  <a:tcPr marT="68600" marB="68600" marR="137175" marL="137175">
                    <a:lnL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790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300"/>
                        <a:buFont typeface="Arial"/>
                        <a:buNone/>
                      </a:pPr>
                      <a:r>
                        <a:t/>
                      </a:r>
                      <a:endParaRPr sz="2200" u="none" cap="none" strike="noStrike">
                        <a:latin typeface="League Spartan"/>
                        <a:ea typeface="League Spartan"/>
                        <a:cs typeface="League Spartan"/>
                        <a:sym typeface="League Spartan"/>
                      </a:endParaRPr>
                    </a:p>
                  </a:txBody>
                  <a:tcPr marT="68600" marB="68600" marR="137175" marL="137175">
                    <a:lnL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790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300"/>
                        <a:buFont typeface="Arial"/>
                        <a:buNone/>
                      </a:pPr>
                      <a:r>
                        <a:t/>
                      </a:r>
                      <a:endParaRPr sz="2200" u="none" cap="none" strike="noStrike">
                        <a:latin typeface="League Spartan"/>
                        <a:ea typeface="League Spartan"/>
                        <a:cs typeface="League Spartan"/>
                        <a:sym typeface="League Spartan"/>
                      </a:endParaRPr>
                    </a:p>
                  </a:txBody>
                  <a:tcPr marT="68600" marB="68600" marR="137175" marL="137175">
                    <a:lnL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790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300"/>
                        <a:buFont typeface="Arial"/>
                        <a:buNone/>
                      </a:pPr>
                      <a:r>
                        <a:t/>
                      </a:r>
                      <a:endParaRPr sz="2200" u="none" cap="none" strike="noStrike">
                        <a:latin typeface="League Spartan"/>
                        <a:ea typeface="League Spartan"/>
                        <a:cs typeface="League Spartan"/>
                        <a:sym typeface="League Spartan"/>
                      </a:endParaRPr>
                    </a:p>
                  </a:txBody>
                  <a:tcPr marT="68600" marB="68600" marR="137175" marL="137175">
                    <a:lnL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790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300"/>
                        <a:buFont typeface="Arial"/>
                        <a:buNone/>
                      </a:pPr>
                      <a:r>
                        <a:t/>
                      </a:r>
                      <a:endParaRPr sz="2200" u="none" cap="none" strike="noStrike">
                        <a:latin typeface="League Spartan"/>
                        <a:ea typeface="League Spartan"/>
                        <a:cs typeface="League Spartan"/>
                        <a:sym typeface="League Spartan"/>
                      </a:endParaRPr>
                    </a:p>
                  </a:txBody>
                  <a:tcPr marT="68600" marB="68600" marR="137175" marL="137175">
                    <a:lnL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790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300"/>
                        <a:buFont typeface="Arial"/>
                        <a:buNone/>
                      </a:pPr>
                      <a:r>
                        <a:t/>
                      </a:r>
                      <a:endParaRPr sz="2200" u="none" cap="none" strike="noStrike">
                        <a:latin typeface="League Spartan"/>
                        <a:ea typeface="League Spartan"/>
                        <a:cs typeface="League Spartan"/>
                        <a:sym typeface="League Spartan"/>
                      </a:endParaRPr>
                    </a:p>
                  </a:txBody>
                  <a:tcPr marT="68600" marB="68600" marR="137175" marL="137175">
                    <a:lnL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790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300"/>
                        <a:buFont typeface="Arial"/>
                        <a:buNone/>
                      </a:pPr>
                      <a:r>
                        <a:t/>
                      </a:r>
                      <a:endParaRPr sz="2200" u="none" cap="none" strike="noStrike">
                        <a:latin typeface="League Spartan"/>
                        <a:ea typeface="League Spartan"/>
                        <a:cs typeface="League Spartan"/>
                        <a:sym typeface="League Spartan"/>
                      </a:endParaRPr>
                    </a:p>
                  </a:txBody>
                  <a:tcPr marT="68600" marB="68600" marR="137175" marL="137175">
                    <a:lnL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7900"/>
                    </a:solidFill>
                  </a:tcPr>
                </a:tc>
              </a:tr>
              <a:tr h="5774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300"/>
                        <a:buFont typeface="Arial"/>
                        <a:buNone/>
                      </a:pPr>
                      <a:r>
                        <a:t/>
                      </a:r>
                      <a:endParaRPr sz="2200" u="none" cap="none" strike="noStrike">
                        <a:latin typeface="League Spartan"/>
                        <a:ea typeface="League Spartan"/>
                        <a:cs typeface="League Spartan"/>
                        <a:sym typeface="League Spartan"/>
                      </a:endParaRPr>
                    </a:p>
                  </a:txBody>
                  <a:tcPr marT="68600" marB="68600" marR="137175" marL="137175">
                    <a:lnL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300"/>
                        <a:buFont typeface="Arial"/>
                        <a:buNone/>
                      </a:pPr>
                      <a:r>
                        <a:t/>
                      </a:r>
                      <a:endParaRPr sz="2200" u="none" cap="none" strike="noStrike">
                        <a:latin typeface="League Spartan"/>
                        <a:ea typeface="League Spartan"/>
                        <a:cs typeface="League Spartan"/>
                        <a:sym typeface="League Spartan"/>
                      </a:endParaRPr>
                    </a:p>
                  </a:txBody>
                  <a:tcPr marT="68600" marB="68600" marR="137175" marL="137175">
                    <a:lnL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300"/>
                        <a:buFont typeface="Arial"/>
                        <a:buNone/>
                      </a:pPr>
                      <a:r>
                        <a:t/>
                      </a:r>
                      <a:endParaRPr sz="2200" u="none" cap="none" strike="noStrike">
                        <a:latin typeface="League Spartan"/>
                        <a:ea typeface="League Spartan"/>
                        <a:cs typeface="League Spartan"/>
                        <a:sym typeface="League Spartan"/>
                      </a:endParaRPr>
                    </a:p>
                  </a:txBody>
                  <a:tcPr marT="68600" marB="68600" marR="137175" marL="137175">
                    <a:lnL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300"/>
                        <a:buFont typeface="Arial"/>
                        <a:buNone/>
                      </a:pPr>
                      <a:r>
                        <a:t/>
                      </a:r>
                      <a:endParaRPr sz="2200" u="none" cap="none" strike="noStrike">
                        <a:latin typeface="League Spartan"/>
                        <a:ea typeface="League Spartan"/>
                        <a:cs typeface="League Spartan"/>
                        <a:sym typeface="League Spartan"/>
                      </a:endParaRPr>
                    </a:p>
                  </a:txBody>
                  <a:tcPr marT="68600" marB="68600" marR="137175" marL="137175">
                    <a:lnL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300"/>
                        <a:buFont typeface="Arial"/>
                        <a:buNone/>
                      </a:pPr>
                      <a:r>
                        <a:t/>
                      </a:r>
                      <a:endParaRPr sz="2200" u="none" cap="none" strike="noStrike">
                        <a:latin typeface="League Spartan"/>
                        <a:ea typeface="League Spartan"/>
                        <a:cs typeface="League Spartan"/>
                        <a:sym typeface="League Spartan"/>
                      </a:endParaRPr>
                    </a:p>
                  </a:txBody>
                  <a:tcPr marT="68600" marB="68600" marR="137175" marL="137175">
                    <a:lnL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300"/>
                        <a:buFont typeface="Arial"/>
                        <a:buNone/>
                      </a:pPr>
                      <a:r>
                        <a:t/>
                      </a:r>
                      <a:endParaRPr sz="2200" u="none" cap="none" strike="noStrike">
                        <a:latin typeface="League Spartan"/>
                        <a:ea typeface="League Spartan"/>
                        <a:cs typeface="League Spartan"/>
                        <a:sym typeface="League Spartan"/>
                      </a:endParaRPr>
                    </a:p>
                  </a:txBody>
                  <a:tcPr marT="68600" marB="68600" marR="137175" marL="137175">
                    <a:lnL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300"/>
                        <a:buFont typeface="Arial"/>
                        <a:buNone/>
                      </a:pPr>
                      <a:r>
                        <a:t/>
                      </a:r>
                      <a:endParaRPr sz="2200" u="none" cap="none" strike="noStrike">
                        <a:latin typeface="League Spartan"/>
                        <a:ea typeface="League Spartan"/>
                        <a:cs typeface="League Spartan"/>
                        <a:sym typeface="League Spartan"/>
                      </a:endParaRPr>
                    </a:p>
                  </a:txBody>
                  <a:tcPr marT="68600" marB="68600" marR="137175" marL="137175">
                    <a:lnL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300"/>
                        <a:buFont typeface="Arial"/>
                        <a:buNone/>
                      </a:pPr>
                      <a:r>
                        <a:t/>
                      </a:r>
                      <a:endParaRPr sz="2200" u="none" cap="none" strike="noStrike">
                        <a:latin typeface="League Spartan"/>
                        <a:ea typeface="League Spartan"/>
                        <a:cs typeface="League Spartan"/>
                        <a:sym typeface="League Spartan"/>
                      </a:endParaRPr>
                    </a:p>
                  </a:txBody>
                  <a:tcPr marT="68600" marB="68600" marR="137175" marL="137175">
                    <a:lnL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300"/>
                        <a:buFont typeface="Arial"/>
                        <a:buNone/>
                      </a:pPr>
                      <a:r>
                        <a:t/>
                      </a:r>
                      <a:endParaRPr sz="2200" u="none" cap="none" strike="noStrike">
                        <a:latin typeface="League Spartan"/>
                        <a:ea typeface="League Spartan"/>
                        <a:cs typeface="League Spartan"/>
                        <a:sym typeface="League Spartan"/>
                      </a:endParaRPr>
                    </a:p>
                  </a:txBody>
                  <a:tcPr marT="68600" marB="68600" marR="137175" marL="137175">
                    <a:lnL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300"/>
                        <a:buFont typeface="Arial"/>
                        <a:buNone/>
                      </a:pPr>
                      <a:r>
                        <a:t/>
                      </a:r>
                      <a:endParaRPr sz="2200" u="none" cap="none" strike="noStrike">
                        <a:latin typeface="League Spartan"/>
                        <a:ea typeface="League Spartan"/>
                        <a:cs typeface="League Spartan"/>
                        <a:sym typeface="League Spartan"/>
                      </a:endParaRPr>
                    </a:p>
                  </a:txBody>
                  <a:tcPr marT="68600" marB="68600" marR="137175" marL="137175">
                    <a:lnL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300"/>
                        <a:buFont typeface="Arial"/>
                        <a:buNone/>
                      </a:pPr>
                      <a:r>
                        <a:t/>
                      </a:r>
                      <a:endParaRPr sz="2200" u="none" cap="none" strike="noStrike">
                        <a:latin typeface="League Spartan"/>
                        <a:ea typeface="League Spartan"/>
                        <a:cs typeface="League Spartan"/>
                        <a:sym typeface="League Spartan"/>
                      </a:endParaRPr>
                    </a:p>
                  </a:txBody>
                  <a:tcPr marT="68600" marB="68600" marR="137175" marL="137175">
                    <a:lnL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300"/>
                        <a:buFont typeface="Arial"/>
                        <a:buNone/>
                      </a:pPr>
                      <a:r>
                        <a:t/>
                      </a:r>
                      <a:endParaRPr sz="2200" u="none" cap="none" strike="noStrike">
                        <a:latin typeface="League Spartan"/>
                        <a:ea typeface="League Spartan"/>
                        <a:cs typeface="League Spartan"/>
                        <a:sym typeface="League Spartan"/>
                      </a:endParaRPr>
                    </a:p>
                  </a:txBody>
                  <a:tcPr marT="68600" marB="68600" marR="137175" marL="137175">
                    <a:lnL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300"/>
                        <a:buFont typeface="Arial"/>
                        <a:buNone/>
                      </a:pPr>
                      <a:r>
                        <a:t/>
                      </a:r>
                      <a:endParaRPr sz="2200" u="none" cap="none" strike="noStrike">
                        <a:latin typeface="League Spartan"/>
                        <a:ea typeface="League Spartan"/>
                        <a:cs typeface="League Spartan"/>
                        <a:sym typeface="League Spartan"/>
                      </a:endParaRPr>
                    </a:p>
                  </a:txBody>
                  <a:tcPr marT="68600" marB="68600" marR="137175" marL="137175">
                    <a:lnL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300"/>
                        <a:buFont typeface="Arial"/>
                        <a:buNone/>
                      </a:pPr>
                      <a:r>
                        <a:t/>
                      </a:r>
                      <a:endParaRPr sz="2200" u="none" cap="none" strike="noStrike">
                        <a:latin typeface="League Spartan"/>
                        <a:ea typeface="League Spartan"/>
                        <a:cs typeface="League Spartan"/>
                        <a:sym typeface="League Spartan"/>
                      </a:endParaRPr>
                    </a:p>
                  </a:txBody>
                  <a:tcPr marT="68600" marB="68600" marR="137175" marL="137175">
                    <a:lnL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300"/>
                        <a:buFont typeface="Arial"/>
                        <a:buNone/>
                      </a:pPr>
                      <a:r>
                        <a:t/>
                      </a:r>
                      <a:endParaRPr sz="2200" u="none" cap="none" strike="noStrike">
                        <a:latin typeface="League Spartan"/>
                        <a:ea typeface="League Spartan"/>
                        <a:cs typeface="League Spartan"/>
                        <a:sym typeface="League Spartan"/>
                      </a:endParaRPr>
                    </a:p>
                  </a:txBody>
                  <a:tcPr marT="68600" marB="68600" marR="137175" marL="137175">
                    <a:lnL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300"/>
                        <a:buFont typeface="Arial"/>
                        <a:buNone/>
                      </a:pPr>
                      <a:r>
                        <a:t/>
                      </a:r>
                      <a:endParaRPr sz="2200" u="none" cap="none" strike="noStrike">
                        <a:latin typeface="League Spartan"/>
                        <a:ea typeface="League Spartan"/>
                        <a:cs typeface="League Spartan"/>
                        <a:sym typeface="League Spartan"/>
                      </a:endParaRPr>
                    </a:p>
                  </a:txBody>
                  <a:tcPr marT="68600" marB="68600" marR="137175" marL="137175">
                    <a:lnL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5774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300"/>
                        <a:buFont typeface="Arial"/>
                        <a:buNone/>
                      </a:pPr>
                      <a:r>
                        <a:t/>
                      </a:r>
                      <a:endParaRPr sz="2200" u="none" cap="none" strike="noStrike">
                        <a:latin typeface="League Spartan"/>
                        <a:ea typeface="League Spartan"/>
                        <a:cs typeface="League Spartan"/>
                        <a:sym typeface="League Spartan"/>
                      </a:endParaRPr>
                    </a:p>
                  </a:txBody>
                  <a:tcPr marT="68600" marB="68600" marR="137175" marL="137175">
                    <a:lnL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300"/>
                        <a:buFont typeface="Arial"/>
                        <a:buNone/>
                      </a:pPr>
                      <a:r>
                        <a:t/>
                      </a:r>
                      <a:endParaRPr sz="2200" u="none" cap="none" strike="noStrike">
                        <a:latin typeface="League Spartan"/>
                        <a:ea typeface="League Spartan"/>
                        <a:cs typeface="League Spartan"/>
                        <a:sym typeface="League Spartan"/>
                      </a:endParaRPr>
                    </a:p>
                  </a:txBody>
                  <a:tcPr marT="68600" marB="68600" marR="137175" marL="137175">
                    <a:lnL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300"/>
                        <a:buFont typeface="Arial"/>
                        <a:buNone/>
                      </a:pPr>
                      <a:r>
                        <a:t/>
                      </a:r>
                      <a:endParaRPr sz="2200" u="none" cap="none" strike="noStrike">
                        <a:latin typeface="League Spartan"/>
                        <a:ea typeface="League Spartan"/>
                        <a:cs typeface="League Spartan"/>
                        <a:sym typeface="League Spartan"/>
                      </a:endParaRPr>
                    </a:p>
                  </a:txBody>
                  <a:tcPr marT="68600" marB="68600" marR="137175" marL="137175">
                    <a:lnL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300"/>
                        <a:buFont typeface="Arial"/>
                        <a:buNone/>
                      </a:pPr>
                      <a:r>
                        <a:t/>
                      </a:r>
                      <a:endParaRPr sz="2200" u="none" cap="none" strike="noStrike">
                        <a:latin typeface="League Spartan"/>
                        <a:ea typeface="League Spartan"/>
                        <a:cs typeface="League Spartan"/>
                        <a:sym typeface="League Spartan"/>
                      </a:endParaRPr>
                    </a:p>
                  </a:txBody>
                  <a:tcPr marT="68600" marB="68600" marR="137175" marL="137175">
                    <a:lnL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300"/>
                        <a:buFont typeface="Arial"/>
                        <a:buNone/>
                      </a:pPr>
                      <a:r>
                        <a:t/>
                      </a:r>
                      <a:endParaRPr sz="2200" u="none" cap="none" strike="noStrike">
                        <a:latin typeface="League Spartan"/>
                        <a:ea typeface="League Spartan"/>
                        <a:cs typeface="League Spartan"/>
                        <a:sym typeface="League Spartan"/>
                      </a:endParaRPr>
                    </a:p>
                  </a:txBody>
                  <a:tcPr marT="68600" marB="68600" marR="137175" marL="137175">
                    <a:lnL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300"/>
                        <a:buFont typeface="Arial"/>
                        <a:buNone/>
                      </a:pPr>
                      <a:r>
                        <a:t/>
                      </a:r>
                      <a:endParaRPr sz="2200" u="none" cap="none" strike="noStrike">
                        <a:latin typeface="League Spartan"/>
                        <a:ea typeface="League Spartan"/>
                        <a:cs typeface="League Spartan"/>
                        <a:sym typeface="League Spartan"/>
                      </a:endParaRPr>
                    </a:p>
                  </a:txBody>
                  <a:tcPr marT="68600" marB="68600" marR="137175" marL="137175">
                    <a:lnL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300"/>
                        <a:buFont typeface="Arial"/>
                        <a:buNone/>
                      </a:pPr>
                      <a:r>
                        <a:t/>
                      </a:r>
                      <a:endParaRPr sz="2200" u="none" cap="none" strike="noStrike">
                        <a:latin typeface="League Spartan"/>
                        <a:ea typeface="League Spartan"/>
                        <a:cs typeface="League Spartan"/>
                        <a:sym typeface="League Spartan"/>
                      </a:endParaRPr>
                    </a:p>
                  </a:txBody>
                  <a:tcPr marT="68600" marB="68600" marR="137175" marL="137175">
                    <a:lnL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300"/>
                        <a:buFont typeface="Arial"/>
                        <a:buNone/>
                      </a:pPr>
                      <a:r>
                        <a:t/>
                      </a:r>
                      <a:endParaRPr sz="2200" u="none" cap="none" strike="noStrike">
                        <a:latin typeface="League Spartan"/>
                        <a:ea typeface="League Spartan"/>
                        <a:cs typeface="League Spartan"/>
                        <a:sym typeface="League Spartan"/>
                      </a:endParaRPr>
                    </a:p>
                  </a:txBody>
                  <a:tcPr marT="68600" marB="68600" marR="137175" marL="137175">
                    <a:lnL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300"/>
                        <a:buFont typeface="Arial"/>
                        <a:buNone/>
                      </a:pPr>
                      <a:r>
                        <a:t/>
                      </a:r>
                      <a:endParaRPr sz="2200" u="none" cap="none" strike="noStrike">
                        <a:latin typeface="League Spartan"/>
                        <a:ea typeface="League Spartan"/>
                        <a:cs typeface="League Spartan"/>
                        <a:sym typeface="League Spartan"/>
                      </a:endParaRPr>
                    </a:p>
                  </a:txBody>
                  <a:tcPr marT="68600" marB="68600" marR="137175" marL="137175">
                    <a:lnL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300"/>
                        <a:buFont typeface="Arial"/>
                        <a:buNone/>
                      </a:pPr>
                      <a:r>
                        <a:t/>
                      </a:r>
                      <a:endParaRPr sz="2200" u="none" cap="none" strike="noStrike">
                        <a:latin typeface="League Spartan"/>
                        <a:ea typeface="League Spartan"/>
                        <a:cs typeface="League Spartan"/>
                        <a:sym typeface="League Spartan"/>
                      </a:endParaRPr>
                    </a:p>
                  </a:txBody>
                  <a:tcPr marT="68600" marB="68600" marR="137175" marL="137175">
                    <a:lnL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300"/>
                        <a:buFont typeface="Arial"/>
                        <a:buNone/>
                      </a:pPr>
                      <a:r>
                        <a:t/>
                      </a:r>
                      <a:endParaRPr sz="2200" u="none" cap="none" strike="noStrike">
                        <a:latin typeface="League Spartan"/>
                        <a:ea typeface="League Spartan"/>
                        <a:cs typeface="League Spartan"/>
                        <a:sym typeface="League Spartan"/>
                      </a:endParaRPr>
                    </a:p>
                  </a:txBody>
                  <a:tcPr marT="68600" marB="68600" marR="137175" marL="137175">
                    <a:lnL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300"/>
                        <a:buFont typeface="Arial"/>
                        <a:buNone/>
                      </a:pPr>
                      <a:r>
                        <a:t/>
                      </a:r>
                      <a:endParaRPr sz="2200" u="none" cap="none" strike="noStrike">
                        <a:latin typeface="League Spartan"/>
                        <a:ea typeface="League Spartan"/>
                        <a:cs typeface="League Spartan"/>
                        <a:sym typeface="League Spartan"/>
                      </a:endParaRPr>
                    </a:p>
                  </a:txBody>
                  <a:tcPr marT="68600" marB="68600" marR="137175" marL="137175">
                    <a:lnL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300"/>
                        <a:buFont typeface="Arial"/>
                        <a:buNone/>
                      </a:pPr>
                      <a:r>
                        <a:t/>
                      </a:r>
                      <a:endParaRPr sz="2200" u="none" cap="none" strike="noStrike">
                        <a:latin typeface="League Spartan"/>
                        <a:ea typeface="League Spartan"/>
                        <a:cs typeface="League Spartan"/>
                        <a:sym typeface="League Spartan"/>
                      </a:endParaRPr>
                    </a:p>
                  </a:txBody>
                  <a:tcPr marT="68600" marB="68600" marR="137175" marL="137175">
                    <a:lnL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300"/>
                        <a:buFont typeface="Arial"/>
                        <a:buNone/>
                      </a:pPr>
                      <a:r>
                        <a:t/>
                      </a:r>
                      <a:endParaRPr sz="2200" u="none" cap="none" strike="noStrike">
                        <a:latin typeface="League Spartan"/>
                        <a:ea typeface="League Spartan"/>
                        <a:cs typeface="League Spartan"/>
                        <a:sym typeface="League Spartan"/>
                      </a:endParaRPr>
                    </a:p>
                  </a:txBody>
                  <a:tcPr marT="68600" marB="68600" marR="137175" marL="137175">
                    <a:lnL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300"/>
                        <a:buFont typeface="Arial"/>
                        <a:buNone/>
                      </a:pPr>
                      <a:r>
                        <a:t/>
                      </a:r>
                      <a:endParaRPr sz="2200" u="none" cap="none" strike="noStrike">
                        <a:latin typeface="League Spartan"/>
                        <a:ea typeface="League Spartan"/>
                        <a:cs typeface="League Spartan"/>
                        <a:sym typeface="League Spartan"/>
                      </a:endParaRPr>
                    </a:p>
                  </a:txBody>
                  <a:tcPr marT="68600" marB="68600" marR="137175" marL="137175">
                    <a:lnL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300"/>
                        <a:buFont typeface="Arial"/>
                        <a:buNone/>
                      </a:pPr>
                      <a:r>
                        <a:t/>
                      </a:r>
                      <a:endParaRPr sz="2200" u="none" cap="none" strike="noStrike">
                        <a:latin typeface="League Spartan"/>
                        <a:ea typeface="League Spartan"/>
                        <a:cs typeface="League Spartan"/>
                        <a:sym typeface="League Spartan"/>
                      </a:endParaRPr>
                    </a:p>
                  </a:txBody>
                  <a:tcPr marT="68600" marB="68600" marR="137175" marL="137175">
                    <a:lnL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</a:tr>
              <a:tr h="5774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300"/>
                        <a:buFont typeface="Arial"/>
                        <a:buNone/>
                      </a:pPr>
                      <a:r>
                        <a:t/>
                      </a:r>
                      <a:endParaRPr sz="2200" u="none" cap="none" strike="noStrike">
                        <a:latin typeface="League Spartan"/>
                        <a:ea typeface="League Spartan"/>
                        <a:cs typeface="League Spartan"/>
                        <a:sym typeface="League Spartan"/>
                      </a:endParaRPr>
                    </a:p>
                  </a:txBody>
                  <a:tcPr marT="68600" marB="68600" marR="137175" marL="137175">
                    <a:lnL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300"/>
                        <a:buFont typeface="Arial"/>
                        <a:buNone/>
                      </a:pPr>
                      <a:r>
                        <a:t/>
                      </a:r>
                      <a:endParaRPr sz="2200" u="none" cap="none" strike="noStrike">
                        <a:latin typeface="League Spartan"/>
                        <a:ea typeface="League Spartan"/>
                        <a:cs typeface="League Spartan"/>
                        <a:sym typeface="League Spartan"/>
                      </a:endParaRPr>
                    </a:p>
                  </a:txBody>
                  <a:tcPr marT="68600" marB="68600" marR="137175" marL="137175">
                    <a:lnL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300"/>
                        <a:buFont typeface="Arial"/>
                        <a:buNone/>
                      </a:pPr>
                      <a:r>
                        <a:t/>
                      </a:r>
                      <a:endParaRPr sz="2200" u="none" cap="none" strike="noStrike">
                        <a:latin typeface="League Spartan"/>
                        <a:ea typeface="League Spartan"/>
                        <a:cs typeface="League Spartan"/>
                        <a:sym typeface="League Spartan"/>
                      </a:endParaRPr>
                    </a:p>
                  </a:txBody>
                  <a:tcPr marT="68600" marB="68600" marR="137175" marL="137175">
                    <a:lnL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300"/>
                        <a:buFont typeface="Arial"/>
                        <a:buNone/>
                      </a:pPr>
                      <a:r>
                        <a:t/>
                      </a:r>
                      <a:endParaRPr sz="2200" u="none" cap="none" strike="noStrike">
                        <a:latin typeface="League Spartan"/>
                        <a:ea typeface="League Spartan"/>
                        <a:cs typeface="League Spartan"/>
                        <a:sym typeface="League Spartan"/>
                      </a:endParaRPr>
                    </a:p>
                  </a:txBody>
                  <a:tcPr marT="68600" marB="68600" marR="137175" marL="137175">
                    <a:lnL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300"/>
                        <a:buFont typeface="Arial"/>
                        <a:buNone/>
                      </a:pPr>
                      <a:r>
                        <a:t/>
                      </a:r>
                      <a:endParaRPr sz="2200" u="none" cap="none" strike="noStrike">
                        <a:latin typeface="League Spartan"/>
                        <a:ea typeface="League Spartan"/>
                        <a:cs typeface="League Spartan"/>
                        <a:sym typeface="League Spartan"/>
                      </a:endParaRPr>
                    </a:p>
                  </a:txBody>
                  <a:tcPr marT="68600" marB="68600" marR="137175" marL="137175">
                    <a:lnL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300"/>
                        <a:buFont typeface="Arial"/>
                        <a:buNone/>
                      </a:pPr>
                      <a:r>
                        <a:t/>
                      </a:r>
                      <a:endParaRPr sz="2200" u="none" cap="none" strike="noStrike">
                        <a:latin typeface="League Spartan"/>
                        <a:ea typeface="League Spartan"/>
                        <a:cs typeface="League Spartan"/>
                        <a:sym typeface="League Spartan"/>
                      </a:endParaRPr>
                    </a:p>
                  </a:txBody>
                  <a:tcPr marT="68600" marB="68600" marR="137175" marL="137175">
                    <a:lnL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300"/>
                        <a:buFont typeface="Arial"/>
                        <a:buNone/>
                      </a:pPr>
                      <a:r>
                        <a:t/>
                      </a:r>
                      <a:endParaRPr sz="2200" u="none" cap="none" strike="noStrike">
                        <a:latin typeface="League Spartan"/>
                        <a:ea typeface="League Spartan"/>
                        <a:cs typeface="League Spartan"/>
                        <a:sym typeface="League Spartan"/>
                      </a:endParaRPr>
                    </a:p>
                  </a:txBody>
                  <a:tcPr marT="68600" marB="68600" marR="137175" marL="137175">
                    <a:lnL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300"/>
                        <a:buFont typeface="Arial"/>
                        <a:buNone/>
                      </a:pPr>
                      <a:r>
                        <a:t/>
                      </a:r>
                      <a:endParaRPr sz="2200" u="none" cap="none" strike="noStrike">
                        <a:latin typeface="League Spartan"/>
                        <a:ea typeface="League Spartan"/>
                        <a:cs typeface="League Spartan"/>
                        <a:sym typeface="League Spartan"/>
                      </a:endParaRPr>
                    </a:p>
                  </a:txBody>
                  <a:tcPr marT="68600" marB="68600" marR="137175" marL="137175">
                    <a:lnL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300"/>
                        <a:buFont typeface="Arial"/>
                        <a:buNone/>
                      </a:pPr>
                      <a:r>
                        <a:t/>
                      </a:r>
                      <a:endParaRPr sz="2200" u="none" cap="none" strike="noStrike">
                        <a:latin typeface="League Spartan"/>
                        <a:ea typeface="League Spartan"/>
                        <a:cs typeface="League Spartan"/>
                        <a:sym typeface="League Spartan"/>
                      </a:endParaRPr>
                    </a:p>
                  </a:txBody>
                  <a:tcPr marT="68600" marB="68600" marR="137175" marL="137175">
                    <a:lnL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300"/>
                        <a:buFont typeface="Arial"/>
                        <a:buNone/>
                      </a:pPr>
                      <a:r>
                        <a:t/>
                      </a:r>
                      <a:endParaRPr sz="2200" u="none" cap="none" strike="noStrike">
                        <a:latin typeface="League Spartan"/>
                        <a:ea typeface="League Spartan"/>
                        <a:cs typeface="League Spartan"/>
                        <a:sym typeface="League Spartan"/>
                      </a:endParaRPr>
                    </a:p>
                  </a:txBody>
                  <a:tcPr marT="68600" marB="68600" marR="137175" marL="137175">
                    <a:lnL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300"/>
                        <a:buFont typeface="Arial"/>
                        <a:buNone/>
                      </a:pPr>
                      <a:r>
                        <a:t/>
                      </a:r>
                      <a:endParaRPr sz="2200" u="none" cap="none" strike="noStrike">
                        <a:latin typeface="League Spartan"/>
                        <a:ea typeface="League Spartan"/>
                        <a:cs typeface="League Spartan"/>
                        <a:sym typeface="League Spartan"/>
                      </a:endParaRPr>
                    </a:p>
                  </a:txBody>
                  <a:tcPr marT="68600" marB="68600" marR="137175" marL="137175">
                    <a:lnL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300"/>
                        <a:buFont typeface="Arial"/>
                        <a:buNone/>
                      </a:pPr>
                      <a:r>
                        <a:t/>
                      </a:r>
                      <a:endParaRPr sz="2200" u="none" cap="none" strike="noStrike">
                        <a:latin typeface="League Spartan"/>
                        <a:ea typeface="League Spartan"/>
                        <a:cs typeface="League Spartan"/>
                        <a:sym typeface="League Spartan"/>
                      </a:endParaRPr>
                    </a:p>
                  </a:txBody>
                  <a:tcPr marT="68600" marB="68600" marR="137175" marL="137175">
                    <a:lnL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300"/>
                        <a:buFont typeface="Arial"/>
                        <a:buNone/>
                      </a:pPr>
                      <a:r>
                        <a:t/>
                      </a:r>
                      <a:endParaRPr sz="2200" u="none" cap="none" strike="noStrike">
                        <a:latin typeface="League Spartan"/>
                        <a:ea typeface="League Spartan"/>
                        <a:cs typeface="League Spartan"/>
                        <a:sym typeface="League Spartan"/>
                      </a:endParaRPr>
                    </a:p>
                  </a:txBody>
                  <a:tcPr marT="68600" marB="68600" marR="137175" marL="137175">
                    <a:lnL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300"/>
                        <a:buFont typeface="Arial"/>
                        <a:buNone/>
                      </a:pPr>
                      <a:r>
                        <a:t/>
                      </a:r>
                      <a:endParaRPr sz="2200" u="none" cap="none" strike="noStrike">
                        <a:latin typeface="League Spartan"/>
                        <a:ea typeface="League Spartan"/>
                        <a:cs typeface="League Spartan"/>
                        <a:sym typeface="League Spartan"/>
                      </a:endParaRPr>
                    </a:p>
                  </a:txBody>
                  <a:tcPr marT="68600" marB="68600" marR="137175" marL="137175">
                    <a:lnL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300"/>
                        <a:buFont typeface="Arial"/>
                        <a:buNone/>
                      </a:pPr>
                      <a:r>
                        <a:t/>
                      </a:r>
                      <a:endParaRPr sz="2200" u="none" cap="none" strike="noStrike">
                        <a:latin typeface="League Spartan"/>
                        <a:ea typeface="League Spartan"/>
                        <a:cs typeface="League Spartan"/>
                        <a:sym typeface="League Spartan"/>
                      </a:endParaRPr>
                    </a:p>
                  </a:txBody>
                  <a:tcPr marT="68600" marB="68600" marR="137175" marL="137175">
                    <a:lnL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300"/>
                        <a:buFont typeface="Arial"/>
                        <a:buNone/>
                      </a:pPr>
                      <a:r>
                        <a:t/>
                      </a:r>
                      <a:endParaRPr sz="2200" u="none" cap="none" strike="noStrike">
                        <a:latin typeface="League Spartan"/>
                        <a:ea typeface="League Spartan"/>
                        <a:cs typeface="League Spartan"/>
                        <a:sym typeface="League Spartan"/>
                      </a:endParaRPr>
                    </a:p>
                  </a:txBody>
                  <a:tcPr marT="68600" marB="68600" marR="137175" marL="137175">
                    <a:lnL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5774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300"/>
                        <a:buFont typeface="Arial"/>
                        <a:buNone/>
                      </a:pPr>
                      <a:r>
                        <a:t/>
                      </a:r>
                      <a:endParaRPr sz="2200" u="none" cap="none" strike="noStrike">
                        <a:latin typeface="League Spartan"/>
                        <a:ea typeface="League Spartan"/>
                        <a:cs typeface="League Spartan"/>
                        <a:sym typeface="League Spartan"/>
                      </a:endParaRPr>
                    </a:p>
                  </a:txBody>
                  <a:tcPr marT="68600" marB="68600" marR="137175" marL="137175">
                    <a:lnL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300"/>
                        <a:buFont typeface="Arial"/>
                        <a:buNone/>
                      </a:pPr>
                      <a:r>
                        <a:t/>
                      </a:r>
                      <a:endParaRPr sz="2200" u="none" cap="none" strike="noStrike">
                        <a:latin typeface="League Spartan"/>
                        <a:ea typeface="League Spartan"/>
                        <a:cs typeface="League Spartan"/>
                        <a:sym typeface="League Spartan"/>
                      </a:endParaRPr>
                    </a:p>
                  </a:txBody>
                  <a:tcPr marT="68600" marB="68600" marR="137175" marL="137175">
                    <a:lnL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300"/>
                        <a:buFont typeface="Arial"/>
                        <a:buNone/>
                      </a:pPr>
                      <a:r>
                        <a:t/>
                      </a:r>
                      <a:endParaRPr sz="2200" u="none" cap="none" strike="noStrike">
                        <a:latin typeface="League Spartan"/>
                        <a:ea typeface="League Spartan"/>
                        <a:cs typeface="League Spartan"/>
                        <a:sym typeface="League Spartan"/>
                      </a:endParaRPr>
                    </a:p>
                  </a:txBody>
                  <a:tcPr marT="68600" marB="68600" marR="137175" marL="137175">
                    <a:lnL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300"/>
                        <a:buFont typeface="Arial"/>
                        <a:buNone/>
                      </a:pPr>
                      <a:r>
                        <a:t/>
                      </a:r>
                      <a:endParaRPr sz="2200" u="none" cap="none" strike="noStrike">
                        <a:latin typeface="League Spartan"/>
                        <a:ea typeface="League Spartan"/>
                        <a:cs typeface="League Spartan"/>
                        <a:sym typeface="League Spartan"/>
                      </a:endParaRPr>
                    </a:p>
                  </a:txBody>
                  <a:tcPr marT="68600" marB="68600" marR="137175" marL="137175">
                    <a:lnL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300"/>
                        <a:buFont typeface="Arial"/>
                        <a:buNone/>
                      </a:pPr>
                      <a:r>
                        <a:t/>
                      </a:r>
                      <a:endParaRPr sz="2200" u="none" cap="none" strike="noStrike">
                        <a:latin typeface="League Spartan"/>
                        <a:ea typeface="League Spartan"/>
                        <a:cs typeface="League Spartan"/>
                        <a:sym typeface="League Spartan"/>
                      </a:endParaRPr>
                    </a:p>
                  </a:txBody>
                  <a:tcPr marT="68600" marB="68600" marR="137175" marL="137175">
                    <a:lnL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300"/>
                        <a:buFont typeface="Arial"/>
                        <a:buNone/>
                      </a:pPr>
                      <a:r>
                        <a:t/>
                      </a:r>
                      <a:endParaRPr sz="2200" u="none" cap="none" strike="noStrike">
                        <a:latin typeface="League Spartan"/>
                        <a:ea typeface="League Spartan"/>
                        <a:cs typeface="League Spartan"/>
                        <a:sym typeface="League Spartan"/>
                      </a:endParaRPr>
                    </a:p>
                  </a:txBody>
                  <a:tcPr marT="68600" marB="68600" marR="137175" marL="137175">
                    <a:lnL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300"/>
                        <a:buFont typeface="Arial"/>
                        <a:buNone/>
                      </a:pPr>
                      <a:r>
                        <a:t/>
                      </a:r>
                      <a:endParaRPr sz="2200" u="none" cap="none" strike="noStrike">
                        <a:latin typeface="League Spartan"/>
                        <a:ea typeface="League Spartan"/>
                        <a:cs typeface="League Spartan"/>
                        <a:sym typeface="League Spartan"/>
                      </a:endParaRPr>
                    </a:p>
                  </a:txBody>
                  <a:tcPr marT="68600" marB="68600" marR="137175" marL="137175">
                    <a:lnL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300"/>
                        <a:buFont typeface="Arial"/>
                        <a:buNone/>
                      </a:pPr>
                      <a:r>
                        <a:t/>
                      </a:r>
                      <a:endParaRPr sz="2200" u="none" cap="none" strike="noStrike">
                        <a:latin typeface="League Spartan"/>
                        <a:ea typeface="League Spartan"/>
                        <a:cs typeface="League Spartan"/>
                        <a:sym typeface="League Spartan"/>
                      </a:endParaRPr>
                    </a:p>
                  </a:txBody>
                  <a:tcPr marT="68600" marB="68600" marR="137175" marL="137175">
                    <a:lnL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300"/>
                        <a:buFont typeface="Arial"/>
                        <a:buNone/>
                      </a:pPr>
                      <a:r>
                        <a:t/>
                      </a:r>
                      <a:endParaRPr sz="2200" u="none" cap="none" strike="noStrike">
                        <a:latin typeface="League Spartan"/>
                        <a:ea typeface="League Spartan"/>
                        <a:cs typeface="League Spartan"/>
                        <a:sym typeface="League Spartan"/>
                      </a:endParaRPr>
                    </a:p>
                  </a:txBody>
                  <a:tcPr marT="68600" marB="68600" marR="137175" marL="137175">
                    <a:lnL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300"/>
                        <a:buFont typeface="Arial"/>
                        <a:buNone/>
                      </a:pPr>
                      <a:r>
                        <a:t/>
                      </a:r>
                      <a:endParaRPr sz="2200" u="none" cap="none" strike="noStrike">
                        <a:latin typeface="League Spartan"/>
                        <a:ea typeface="League Spartan"/>
                        <a:cs typeface="League Spartan"/>
                        <a:sym typeface="League Spartan"/>
                      </a:endParaRPr>
                    </a:p>
                  </a:txBody>
                  <a:tcPr marT="68600" marB="68600" marR="137175" marL="137175">
                    <a:lnL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300"/>
                        <a:buFont typeface="Arial"/>
                        <a:buNone/>
                      </a:pPr>
                      <a:r>
                        <a:t/>
                      </a:r>
                      <a:endParaRPr sz="2200" u="none" cap="none" strike="noStrike">
                        <a:latin typeface="League Spartan"/>
                        <a:ea typeface="League Spartan"/>
                        <a:cs typeface="League Spartan"/>
                        <a:sym typeface="League Spartan"/>
                      </a:endParaRPr>
                    </a:p>
                  </a:txBody>
                  <a:tcPr marT="68600" marB="68600" marR="137175" marL="137175">
                    <a:lnL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300"/>
                        <a:buFont typeface="Arial"/>
                        <a:buNone/>
                      </a:pPr>
                      <a:r>
                        <a:t/>
                      </a:r>
                      <a:endParaRPr sz="2200" u="none" cap="none" strike="noStrike">
                        <a:latin typeface="League Spartan"/>
                        <a:ea typeface="League Spartan"/>
                        <a:cs typeface="League Spartan"/>
                        <a:sym typeface="League Spartan"/>
                      </a:endParaRPr>
                    </a:p>
                  </a:txBody>
                  <a:tcPr marT="68600" marB="68600" marR="137175" marL="137175">
                    <a:lnL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300"/>
                        <a:buFont typeface="Arial"/>
                        <a:buNone/>
                      </a:pPr>
                      <a:r>
                        <a:t/>
                      </a:r>
                      <a:endParaRPr sz="2200" u="none" cap="none" strike="noStrike">
                        <a:latin typeface="League Spartan"/>
                        <a:ea typeface="League Spartan"/>
                        <a:cs typeface="League Spartan"/>
                        <a:sym typeface="League Spartan"/>
                      </a:endParaRPr>
                    </a:p>
                  </a:txBody>
                  <a:tcPr marT="68600" marB="68600" marR="137175" marL="137175">
                    <a:lnL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300"/>
                        <a:buFont typeface="Arial"/>
                        <a:buNone/>
                      </a:pPr>
                      <a:r>
                        <a:t/>
                      </a:r>
                      <a:endParaRPr sz="2200" u="none" cap="none" strike="noStrike">
                        <a:latin typeface="League Spartan"/>
                        <a:ea typeface="League Spartan"/>
                        <a:cs typeface="League Spartan"/>
                        <a:sym typeface="League Spartan"/>
                      </a:endParaRPr>
                    </a:p>
                  </a:txBody>
                  <a:tcPr marT="68600" marB="68600" marR="137175" marL="137175">
                    <a:lnL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300"/>
                        <a:buFont typeface="Arial"/>
                        <a:buNone/>
                      </a:pPr>
                      <a:r>
                        <a:t/>
                      </a:r>
                      <a:endParaRPr sz="2200" u="none" cap="none" strike="noStrike">
                        <a:latin typeface="League Spartan"/>
                        <a:ea typeface="League Spartan"/>
                        <a:cs typeface="League Spartan"/>
                        <a:sym typeface="League Spartan"/>
                      </a:endParaRPr>
                    </a:p>
                  </a:txBody>
                  <a:tcPr marT="68600" marB="68600" marR="137175" marL="137175">
                    <a:lnL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300"/>
                        <a:buFont typeface="Arial"/>
                        <a:buNone/>
                      </a:pPr>
                      <a:r>
                        <a:t/>
                      </a:r>
                      <a:endParaRPr sz="2200" u="none" cap="none" strike="noStrike">
                        <a:latin typeface="League Spartan"/>
                        <a:ea typeface="League Spartan"/>
                        <a:cs typeface="League Spartan"/>
                        <a:sym typeface="League Spartan"/>
                      </a:endParaRPr>
                    </a:p>
                  </a:txBody>
                  <a:tcPr marT="68600" marB="68600" marR="137175" marL="137175">
                    <a:lnL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</a:tr>
              <a:tr h="5774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300"/>
                        <a:buFont typeface="Arial"/>
                        <a:buNone/>
                      </a:pPr>
                      <a:r>
                        <a:t/>
                      </a:r>
                      <a:endParaRPr sz="2200" u="none" cap="none" strike="noStrike">
                        <a:latin typeface="League Spartan"/>
                        <a:ea typeface="League Spartan"/>
                        <a:cs typeface="League Spartan"/>
                        <a:sym typeface="League Spartan"/>
                      </a:endParaRPr>
                    </a:p>
                  </a:txBody>
                  <a:tcPr marT="68600" marB="68600" marR="137175" marL="137175">
                    <a:lnL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300"/>
                        <a:buFont typeface="Arial"/>
                        <a:buNone/>
                      </a:pPr>
                      <a:r>
                        <a:t/>
                      </a:r>
                      <a:endParaRPr sz="2200" u="none" cap="none" strike="noStrike">
                        <a:latin typeface="League Spartan"/>
                        <a:ea typeface="League Spartan"/>
                        <a:cs typeface="League Spartan"/>
                        <a:sym typeface="League Spartan"/>
                      </a:endParaRPr>
                    </a:p>
                  </a:txBody>
                  <a:tcPr marT="68600" marB="68600" marR="137175" marL="137175">
                    <a:lnL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300"/>
                        <a:buFont typeface="Arial"/>
                        <a:buNone/>
                      </a:pPr>
                      <a:r>
                        <a:t/>
                      </a:r>
                      <a:endParaRPr sz="2200" u="none" cap="none" strike="noStrike">
                        <a:latin typeface="League Spartan"/>
                        <a:ea typeface="League Spartan"/>
                        <a:cs typeface="League Spartan"/>
                        <a:sym typeface="League Spartan"/>
                      </a:endParaRPr>
                    </a:p>
                  </a:txBody>
                  <a:tcPr marT="68600" marB="68600" marR="137175" marL="137175">
                    <a:lnL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300"/>
                        <a:buFont typeface="Arial"/>
                        <a:buNone/>
                      </a:pPr>
                      <a:r>
                        <a:t/>
                      </a:r>
                      <a:endParaRPr sz="2200" u="none" cap="none" strike="noStrike">
                        <a:latin typeface="League Spartan"/>
                        <a:ea typeface="League Spartan"/>
                        <a:cs typeface="League Spartan"/>
                        <a:sym typeface="League Spartan"/>
                      </a:endParaRPr>
                    </a:p>
                  </a:txBody>
                  <a:tcPr marT="68600" marB="68600" marR="137175" marL="137175">
                    <a:lnL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300"/>
                        <a:buFont typeface="Arial"/>
                        <a:buNone/>
                      </a:pPr>
                      <a:r>
                        <a:t/>
                      </a:r>
                      <a:endParaRPr sz="2200" u="none" cap="none" strike="noStrike">
                        <a:latin typeface="League Spartan"/>
                        <a:ea typeface="League Spartan"/>
                        <a:cs typeface="League Spartan"/>
                        <a:sym typeface="League Spartan"/>
                      </a:endParaRPr>
                    </a:p>
                  </a:txBody>
                  <a:tcPr marT="68600" marB="68600" marR="137175" marL="137175">
                    <a:lnL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300"/>
                        <a:buFont typeface="Arial"/>
                        <a:buNone/>
                      </a:pPr>
                      <a:r>
                        <a:t/>
                      </a:r>
                      <a:endParaRPr sz="2200" u="none" cap="none" strike="noStrike">
                        <a:latin typeface="League Spartan"/>
                        <a:ea typeface="League Spartan"/>
                        <a:cs typeface="League Spartan"/>
                        <a:sym typeface="League Spartan"/>
                      </a:endParaRPr>
                    </a:p>
                  </a:txBody>
                  <a:tcPr marT="68600" marB="68600" marR="137175" marL="137175">
                    <a:lnL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300"/>
                        <a:buFont typeface="Arial"/>
                        <a:buNone/>
                      </a:pPr>
                      <a:r>
                        <a:t/>
                      </a:r>
                      <a:endParaRPr sz="2200" u="none" cap="none" strike="noStrike">
                        <a:latin typeface="League Spartan"/>
                        <a:ea typeface="League Spartan"/>
                        <a:cs typeface="League Spartan"/>
                        <a:sym typeface="League Spartan"/>
                      </a:endParaRPr>
                    </a:p>
                  </a:txBody>
                  <a:tcPr marT="68600" marB="68600" marR="137175" marL="137175">
                    <a:lnL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300"/>
                        <a:buFont typeface="Arial"/>
                        <a:buNone/>
                      </a:pPr>
                      <a:r>
                        <a:t/>
                      </a:r>
                      <a:endParaRPr sz="2200" u="none" cap="none" strike="noStrike">
                        <a:latin typeface="League Spartan"/>
                        <a:ea typeface="League Spartan"/>
                        <a:cs typeface="League Spartan"/>
                        <a:sym typeface="League Spartan"/>
                      </a:endParaRPr>
                    </a:p>
                  </a:txBody>
                  <a:tcPr marT="68600" marB="68600" marR="137175" marL="137175">
                    <a:lnL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300"/>
                        <a:buFont typeface="Arial"/>
                        <a:buNone/>
                      </a:pPr>
                      <a:r>
                        <a:t/>
                      </a:r>
                      <a:endParaRPr sz="2200" u="none" cap="none" strike="noStrike">
                        <a:latin typeface="League Spartan"/>
                        <a:ea typeface="League Spartan"/>
                        <a:cs typeface="League Spartan"/>
                        <a:sym typeface="League Spartan"/>
                      </a:endParaRPr>
                    </a:p>
                  </a:txBody>
                  <a:tcPr marT="68600" marB="68600" marR="137175" marL="137175">
                    <a:lnL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300"/>
                        <a:buFont typeface="Arial"/>
                        <a:buNone/>
                      </a:pPr>
                      <a:r>
                        <a:t/>
                      </a:r>
                      <a:endParaRPr sz="2200" u="none" cap="none" strike="noStrike">
                        <a:latin typeface="League Spartan"/>
                        <a:ea typeface="League Spartan"/>
                        <a:cs typeface="League Spartan"/>
                        <a:sym typeface="League Spartan"/>
                      </a:endParaRPr>
                    </a:p>
                  </a:txBody>
                  <a:tcPr marT="68600" marB="68600" marR="137175" marL="137175">
                    <a:lnL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300"/>
                        <a:buFont typeface="Arial"/>
                        <a:buNone/>
                      </a:pPr>
                      <a:r>
                        <a:t/>
                      </a:r>
                      <a:endParaRPr sz="2200" u="none" cap="none" strike="noStrike">
                        <a:latin typeface="League Spartan"/>
                        <a:ea typeface="League Spartan"/>
                        <a:cs typeface="League Spartan"/>
                        <a:sym typeface="League Spartan"/>
                      </a:endParaRPr>
                    </a:p>
                  </a:txBody>
                  <a:tcPr marT="68600" marB="68600" marR="137175" marL="137175">
                    <a:lnL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300"/>
                        <a:buFont typeface="Arial"/>
                        <a:buNone/>
                      </a:pPr>
                      <a:r>
                        <a:t/>
                      </a:r>
                      <a:endParaRPr sz="2200" u="none" cap="none" strike="noStrike">
                        <a:latin typeface="League Spartan"/>
                        <a:ea typeface="League Spartan"/>
                        <a:cs typeface="League Spartan"/>
                        <a:sym typeface="League Spartan"/>
                      </a:endParaRPr>
                    </a:p>
                  </a:txBody>
                  <a:tcPr marT="68600" marB="68600" marR="137175" marL="137175">
                    <a:lnL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300"/>
                        <a:buFont typeface="Arial"/>
                        <a:buNone/>
                      </a:pPr>
                      <a:r>
                        <a:t/>
                      </a:r>
                      <a:endParaRPr sz="2200" u="none" cap="none" strike="noStrike">
                        <a:latin typeface="League Spartan"/>
                        <a:ea typeface="League Spartan"/>
                        <a:cs typeface="League Spartan"/>
                        <a:sym typeface="League Spartan"/>
                      </a:endParaRPr>
                    </a:p>
                  </a:txBody>
                  <a:tcPr marT="68600" marB="68600" marR="137175" marL="137175">
                    <a:lnL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300"/>
                        <a:buFont typeface="Arial"/>
                        <a:buNone/>
                      </a:pPr>
                      <a:r>
                        <a:t/>
                      </a:r>
                      <a:endParaRPr sz="2200" u="none" cap="none" strike="noStrike">
                        <a:latin typeface="League Spartan"/>
                        <a:ea typeface="League Spartan"/>
                        <a:cs typeface="League Spartan"/>
                        <a:sym typeface="League Spartan"/>
                      </a:endParaRPr>
                    </a:p>
                  </a:txBody>
                  <a:tcPr marT="68600" marB="68600" marR="137175" marL="137175">
                    <a:lnL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300"/>
                        <a:buFont typeface="Arial"/>
                        <a:buNone/>
                      </a:pPr>
                      <a:r>
                        <a:t/>
                      </a:r>
                      <a:endParaRPr sz="2200" u="none" cap="none" strike="noStrike">
                        <a:latin typeface="League Spartan"/>
                        <a:ea typeface="League Spartan"/>
                        <a:cs typeface="League Spartan"/>
                        <a:sym typeface="League Spartan"/>
                      </a:endParaRPr>
                    </a:p>
                  </a:txBody>
                  <a:tcPr marT="68600" marB="68600" marR="137175" marL="137175">
                    <a:lnL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300"/>
                        <a:buFont typeface="Arial"/>
                        <a:buNone/>
                      </a:pPr>
                      <a:r>
                        <a:t/>
                      </a:r>
                      <a:endParaRPr sz="2200" u="none" cap="none" strike="noStrike">
                        <a:latin typeface="League Spartan"/>
                        <a:ea typeface="League Spartan"/>
                        <a:cs typeface="League Spartan"/>
                        <a:sym typeface="League Spartan"/>
                      </a:endParaRPr>
                    </a:p>
                  </a:txBody>
                  <a:tcPr marT="68600" marB="68600" marR="137175" marL="137175">
                    <a:lnL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5774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300"/>
                        <a:buFont typeface="Arial"/>
                        <a:buNone/>
                      </a:pPr>
                      <a:r>
                        <a:t/>
                      </a:r>
                      <a:endParaRPr sz="2200" u="none" cap="none" strike="noStrike">
                        <a:latin typeface="League Spartan"/>
                        <a:ea typeface="League Spartan"/>
                        <a:cs typeface="League Spartan"/>
                        <a:sym typeface="League Spartan"/>
                      </a:endParaRPr>
                    </a:p>
                  </a:txBody>
                  <a:tcPr marT="68600" marB="68600" marR="137175" marL="137175">
                    <a:lnL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300"/>
                        <a:buFont typeface="Arial"/>
                        <a:buNone/>
                      </a:pPr>
                      <a:r>
                        <a:t/>
                      </a:r>
                      <a:endParaRPr sz="2200" u="none" cap="none" strike="noStrike">
                        <a:latin typeface="League Spartan"/>
                        <a:ea typeface="League Spartan"/>
                        <a:cs typeface="League Spartan"/>
                        <a:sym typeface="League Spartan"/>
                      </a:endParaRPr>
                    </a:p>
                  </a:txBody>
                  <a:tcPr marT="68600" marB="68600" marR="137175" marL="137175">
                    <a:lnL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300"/>
                        <a:buFont typeface="Arial"/>
                        <a:buNone/>
                      </a:pPr>
                      <a:r>
                        <a:t/>
                      </a:r>
                      <a:endParaRPr sz="2200" u="none" cap="none" strike="noStrike">
                        <a:latin typeface="League Spartan"/>
                        <a:ea typeface="League Spartan"/>
                        <a:cs typeface="League Spartan"/>
                        <a:sym typeface="League Spartan"/>
                      </a:endParaRPr>
                    </a:p>
                  </a:txBody>
                  <a:tcPr marT="68600" marB="68600" marR="137175" marL="137175">
                    <a:lnL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300"/>
                        <a:buFont typeface="Arial"/>
                        <a:buNone/>
                      </a:pPr>
                      <a:r>
                        <a:t/>
                      </a:r>
                      <a:endParaRPr sz="2200" u="none" cap="none" strike="noStrike">
                        <a:latin typeface="League Spartan"/>
                        <a:ea typeface="League Spartan"/>
                        <a:cs typeface="League Spartan"/>
                        <a:sym typeface="League Spartan"/>
                      </a:endParaRPr>
                    </a:p>
                  </a:txBody>
                  <a:tcPr marT="68600" marB="68600" marR="137175" marL="137175">
                    <a:lnL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300"/>
                        <a:buFont typeface="Arial"/>
                        <a:buNone/>
                      </a:pPr>
                      <a:r>
                        <a:t/>
                      </a:r>
                      <a:endParaRPr sz="2200" u="none" cap="none" strike="noStrike">
                        <a:latin typeface="League Spartan"/>
                        <a:ea typeface="League Spartan"/>
                        <a:cs typeface="League Spartan"/>
                        <a:sym typeface="League Spartan"/>
                      </a:endParaRPr>
                    </a:p>
                  </a:txBody>
                  <a:tcPr marT="68600" marB="68600" marR="137175" marL="137175">
                    <a:lnL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300"/>
                        <a:buFont typeface="Arial"/>
                        <a:buNone/>
                      </a:pPr>
                      <a:r>
                        <a:t/>
                      </a:r>
                      <a:endParaRPr sz="2200" u="none" cap="none" strike="noStrike">
                        <a:latin typeface="League Spartan"/>
                        <a:ea typeface="League Spartan"/>
                        <a:cs typeface="League Spartan"/>
                        <a:sym typeface="League Spartan"/>
                      </a:endParaRPr>
                    </a:p>
                  </a:txBody>
                  <a:tcPr marT="68600" marB="68600" marR="137175" marL="137175">
                    <a:lnL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300"/>
                        <a:buFont typeface="Arial"/>
                        <a:buNone/>
                      </a:pPr>
                      <a:r>
                        <a:t/>
                      </a:r>
                      <a:endParaRPr sz="2200" u="none" cap="none" strike="noStrike">
                        <a:latin typeface="League Spartan"/>
                        <a:ea typeface="League Spartan"/>
                        <a:cs typeface="League Spartan"/>
                        <a:sym typeface="League Spartan"/>
                      </a:endParaRPr>
                    </a:p>
                  </a:txBody>
                  <a:tcPr marT="68600" marB="68600" marR="137175" marL="137175">
                    <a:lnL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300"/>
                        <a:buFont typeface="Arial"/>
                        <a:buNone/>
                      </a:pPr>
                      <a:r>
                        <a:t/>
                      </a:r>
                      <a:endParaRPr sz="2200" u="none" cap="none" strike="noStrike">
                        <a:latin typeface="League Spartan"/>
                        <a:ea typeface="League Spartan"/>
                        <a:cs typeface="League Spartan"/>
                        <a:sym typeface="League Spartan"/>
                      </a:endParaRPr>
                    </a:p>
                  </a:txBody>
                  <a:tcPr marT="68600" marB="68600" marR="137175" marL="137175">
                    <a:lnL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300"/>
                        <a:buFont typeface="Arial"/>
                        <a:buNone/>
                      </a:pPr>
                      <a:r>
                        <a:t/>
                      </a:r>
                      <a:endParaRPr sz="2200" u="none" cap="none" strike="noStrike">
                        <a:latin typeface="League Spartan"/>
                        <a:ea typeface="League Spartan"/>
                        <a:cs typeface="League Spartan"/>
                        <a:sym typeface="League Spartan"/>
                      </a:endParaRPr>
                    </a:p>
                  </a:txBody>
                  <a:tcPr marT="68600" marB="68600" marR="137175" marL="137175">
                    <a:lnL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300"/>
                        <a:buFont typeface="Arial"/>
                        <a:buNone/>
                      </a:pPr>
                      <a:r>
                        <a:t/>
                      </a:r>
                      <a:endParaRPr sz="2200" u="none" cap="none" strike="noStrike">
                        <a:latin typeface="League Spartan"/>
                        <a:ea typeface="League Spartan"/>
                        <a:cs typeface="League Spartan"/>
                        <a:sym typeface="League Spartan"/>
                      </a:endParaRPr>
                    </a:p>
                  </a:txBody>
                  <a:tcPr marT="68600" marB="68600" marR="137175" marL="137175">
                    <a:lnL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300"/>
                        <a:buFont typeface="Arial"/>
                        <a:buNone/>
                      </a:pPr>
                      <a:r>
                        <a:t/>
                      </a:r>
                      <a:endParaRPr sz="2200" u="none" cap="none" strike="noStrike">
                        <a:latin typeface="League Spartan"/>
                        <a:ea typeface="League Spartan"/>
                        <a:cs typeface="League Spartan"/>
                        <a:sym typeface="League Spartan"/>
                      </a:endParaRPr>
                    </a:p>
                  </a:txBody>
                  <a:tcPr marT="68600" marB="68600" marR="137175" marL="137175">
                    <a:lnL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300"/>
                        <a:buFont typeface="Arial"/>
                        <a:buNone/>
                      </a:pPr>
                      <a:r>
                        <a:t/>
                      </a:r>
                      <a:endParaRPr sz="2200" u="none" cap="none" strike="noStrike">
                        <a:latin typeface="League Spartan"/>
                        <a:ea typeface="League Spartan"/>
                        <a:cs typeface="League Spartan"/>
                        <a:sym typeface="League Spartan"/>
                      </a:endParaRPr>
                    </a:p>
                  </a:txBody>
                  <a:tcPr marT="68600" marB="68600" marR="137175" marL="137175">
                    <a:lnL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300"/>
                        <a:buFont typeface="Arial"/>
                        <a:buNone/>
                      </a:pPr>
                      <a:r>
                        <a:t/>
                      </a:r>
                      <a:endParaRPr sz="2200" u="none" cap="none" strike="noStrike">
                        <a:latin typeface="League Spartan"/>
                        <a:ea typeface="League Spartan"/>
                        <a:cs typeface="League Spartan"/>
                        <a:sym typeface="League Spartan"/>
                      </a:endParaRPr>
                    </a:p>
                  </a:txBody>
                  <a:tcPr marT="68600" marB="68600" marR="137175" marL="137175">
                    <a:lnL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300"/>
                        <a:buFont typeface="Arial"/>
                        <a:buNone/>
                      </a:pPr>
                      <a:r>
                        <a:t/>
                      </a:r>
                      <a:endParaRPr sz="2200" u="none" cap="none" strike="noStrike">
                        <a:latin typeface="League Spartan"/>
                        <a:ea typeface="League Spartan"/>
                        <a:cs typeface="League Spartan"/>
                        <a:sym typeface="League Spartan"/>
                      </a:endParaRPr>
                    </a:p>
                  </a:txBody>
                  <a:tcPr marT="68600" marB="68600" marR="137175" marL="137175">
                    <a:lnL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300"/>
                        <a:buFont typeface="Arial"/>
                        <a:buNone/>
                      </a:pPr>
                      <a:r>
                        <a:t/>
                      </a:r>
                      <a:endParaRPr sz="2200" u="none" cap="none" strike="noStrike">
                        <a:latin typeface="League Spartan"/>
                        <a:ea typeface="League Spartan"/>
                        <a:cs typeface="League Spartan"/>
                        <a:sym typeface="League Spartan"/>
                      </a:endParaRPr>
                    </a:p>
                  </a:txBody>
                  <a:tcPr marT="68600" marB="68600" marR="137175" marL="137175">
                    <a:lnL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300"/>
                        <a:buFont typeface="Arial"/>
                        <a:buNone/>
                      </a:pPr>
                      <a:r>
                        <a:t/>
                      </a:r>
                      <a:endParaRPr sz="2200" u="none" cap="none" strike="noStrike">
                        <a:latin typeface="League Spartan"/>
                        <a:ea typeface="League Spartan"/>
                        <a:cs typeface="League Spartan"/>
                        <a:sym typeface="League Spartan"/>
                      </a:endParaRPr>
                    </a:p>
                  </a:txBody>
                  <a:tcPr marT="68600" marB="68600" marR="137175" marL="137175">
                    <a:lnL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</a:tr>
              <a:tr h="5774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300"/>
                        <a:buFont typeface="Arial"/>
                        <a:buNone/>
                      </a:pPr>
                      <a:r>
                        <a:t/>
                      </a:r>
                      <a:endParaRPr sz="2200" u="none" cap="none" strike="noStrike">
                        <a:latin typeface="League Spartan"/>
                        <a:ea typeface="League Spartan"/>
                        <a:cs typeface="League Spartan"/>
                        <a:sym typeface="League Spartan"/>
                      </a:endParaRPr>
                    </a:p>
                  </a:txBody>
                  <a:tcPr marT="68600" marB="68600" marR="137175" marL="137175">
                    <a:lnL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300"/>
                        <a:buFont typeface="Arial"/>
                        <a:buNone/>
                      </a:pPr>
                      <a:r>
                        <a:t/>
                      </a:r>
                      <a:endParaRPr sz="2200" u="none" cap="none" strike="noStrike">
                        <a:latin typeface="League Spartan"/>
                        <a:ea typeface="League Spartan"/>
                        <a:cs typeface="League Spartan"/>
                        <a:sym typeface="League Spartan"/>
                      </a:endParaRPr>
                    </a:p>
                  </a:txBody>
                  <a:tcPr marT="68600" marB="68600" marR="137175" marL="137175">
                    <a:lnL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300"/>
                        <a:buFont typeface="Arial"/>
                        <a:buNone/>
                      </a:pPr>
                      <a:r>
                        <a:t/>
                      </a:r>
                      <a:endParaRPr sz="2200" u="none" cap="none" strike="noStrike">
                        <a:latin typeface="League Spartan"/>
                        <a:ea typeface="League Spartan"/>
                        <a:cs typeface="League Spartan"/>
                        <a:sym typeface="League Spartan"/>
                      </a:endParaRPr>
                    </a:p>
                  </a:txBody>
                  <a:tcPr marT="68600" marB="68600" marR="137175" marL="137175">
                    <a:lnL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300"/>
                        <a:buFont typeface="Arial"/>
                        <a:buNone/>
                      </a:pPr>
                      <a:r>
                        <a:t/>
                      </a:r>
                      <a:endParaRPr sz="2200" u="none" cap="none" strike="noStrike">
                        <a:latin typeface="League Spartan"/>
                        <a:ea typeface="League Spartan"/>
                        <a:cs typeface="League Spartan"/>
                        <a:sym typeface="League Spartan"/>
                      </a:endParaRPr>
                    </a:p>
                  </a:txBody>
                  <a:tcPr marT="68600" marB="68600" marR="137175" marL="137175">
                    <a:lnL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300"/>
                        <a:buFont typeface="Arial"/>
                        <a:buNone/>
                      </a:pPr>
                      <a:r>
                        <a:t/>
                      </a:r>
                      <a:endParaRPr sz="2200" u="none" cap="none" strike="noStrike">
                        <a:latin typeface="League Spartan"/>
                        <a:ea typeface="League Spartan"/>
                        <a:cs typeface="League Spartan"/>
                        <a:sym typeface="League Spartan"/>
                      </a:endParaRPr>
                    </a:p>
                  </a:txBody>
                  <a:tcPr marT="68600" marB="68600" marR="137175" marL="137175">
                    <a:lnL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300"/>
                        <a:buFont typeface="Arial"/>
                        <a:buNone/>
                      </a:pPr>
                      <a:r>
                        <a:t/>
                      </a:r>
                      <a:endParaRPr sz="2200" u="none" cap="none" strike="noStrike">
                        <a:latin typeface="League Spartan"/>
                        <a:ea typeface="League Spartan"/>
                        <a:cs typeface="League Spartan"/>
                        <a:sym typeface="League Spartan"/>
                      </a:endParaRPr>
                    </a:p>
                  </a:txBody>
                  <a:tcPr marT="68600" marB="68600" marR="137175" marL="137175">
                    <a:lnL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300"/>
                        <a:buFont typeface="Arial"/>
                        <a:buNone/>
                      </a:pPr>
                      <a:r>
                        <a:t/>
                      </a:r>
                      <a:endParaRPr sz="2200" u="none" cap="none" strike="noStrike">
                        <a:latin typeface="League Spartan"/>
                        <a:ea typeface="League Spartan"/>
                        <a:cs typeface="League Spartan"/>
                        <a:sym typeface="League Spartan"/>
                      </a:endParaRPr>
                    </a:p>
                  </a:txBody>
                  <a:tcPr marT="68600" marB="68600" marR="137175" marL="137175">
                    <a:lnL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300"/>
                        <a:buFont typeface="Arial"/>
                        <a:buNone/>
                      </a:pPr>
                      <a:r>
                        <a:t/>
                      </a:r>
                      <a:endParaRPr sz="2200" u="none" cap="none" strike="noStrike">
                        <a:latin typeface="League Spartan"/>
                        <a:ea typeface="League Spartan"/>
                        <a:cs typeface="League Spartan"/>
                        <a:sym typeface="League Spartan"/>
                      </a:endParaRPr>
                    </a:p>
                  </a:txBody>
                  <a:tcPr marT="68600" marB="68600" marR="137175" marL="137175">
                    <a:lnL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300"/>
                        <a:buFont typeface="Arial"/>
                        <a:buNone/>
                      </a:pPr>
                      <a:r>
                        <a:t/>
                      </a:r>
                      <a:endParaRPr sz="2200" u="none" cap="none" strike="noStrike">
                        <a:latin typeface="League Spartan"/>
                        <a:ea typeface="League Spartan"/>
                        <a:cs typeface="League Spartan"/>
                        <a:sym typeface="League Spartan"/>
                      </a:endParaRPr>
                    </a:p>
                  </a:txBody>
                  <a:tcPr marT="68600" marB="68600" marR="137175" marL="137175">
                    <a:lnL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300"/>
                        <a:buFont typeface="Arial"/>
                        <a:buNone/>
                      </a:pPr>
                      <a:r>
                        <a:t/>
                      </a:r>
                      <a:endParaRPr sz="2200" u="none" cap="none" strike="noStrike">
                        <a:latin typeface="League Spartan"/>
                        <a:ea typeface="League Spartan"/>
                        <a:cs typeface="League Spartan"/>
                        <a:sym typeface="League Spartan"/>
                      </a:endParaRPr>
                    </a:p>
                  </a:txBody>
                  <a:tcPr marT="68600" marB="68600" marR="137175" marL="137175">
                    <a:lnL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300"/>
                        <a:buFont typeface="Arial"/>
                        <a:buNone/>
                      </a:pPr>
                      <a:r>
                        <a:t/>
                      </a:r>
                      <a:endParaRPr sz="2200" u="none" cap="none" strike="noStrike">
                        <a:latin typeface="League Spartan"/>
                        <a:ea typeface="League Spartan"/>
                        <a:cs typeface="League Spartan"/>
                        <a:sym typeface="League Spartan"/>
                      </a:endParaRPr>
                    </a:p>
                  </a:txBody>
                  <a:tcPr marT="68600" marB="68600" marR="137175" marL="137175">
                    <a:lnL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300"/>
                        <a:buFont typeface="Arial"/>
                        <a:buNone/>
                      </a:pPr>
                      <a:r>
                        <a:t/>
                      </a:r>
                      <a:endParaRPr sz="2200" u="none" cap="none" strike="noStrike">
                        <a:latin typeface="League Spartan"/>
                        <a:ea typeface="League Spartan"/>
                        <a:cs typeface="League Spartan"/>
                        <a:sym typeface="League Spartan"/>
                      </a:endParaRPr>
                    </a:p>
                  </a:txBody>
                  <a:tcPr marT="68600" marB="68600" marR="137175" marL="137175">
                    <a:lnL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300"/>
                        <a:buFont typeface="Arial"/>
                        <a:buNone/>
                      </a:pPr>
                      <a:r>
                        <a:t/>
                      </a:r>
                      <a:endParaRPr sz="2200" u="none" cap="none" strike="noStrike">
                        <a:latin typeface="League Spartan"/>
                        <a:ea typeface="League Spartan"/>
                        <a:cs typeface="League Spartan"/>
                        <a:sym typeface="League Spartan"/>
                      </a:endParaRPr>
                    </a:p>
                  </a:txBody>
                  <a:tcPr marT="68600" marB="68600" marR="137175" marL="137175">
                    <a:lnL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300"/>
                        <a:buFont typeface="Arial"/>
                        <a:buNone/>
                      </a:pPr>
                      <a:r>
                        <a:t/>
                      </a:r>
                      <a:endParaRPr sz="2200" u="none" cap="none" strike="noStrike">
                        <a:latin typeface="League Spartan"/>
                        <a:ea typeface="League Spartan"/>
                        <a:cs typeface="League Spartan"/>
                        <a:sym typeface="League Spartan"/>
                      </a:endParaRPr>
                    </a:p>
                  </a:txBody>
                  <a:tcPr marT="68600" marB="68600" marR="137175" marL="137175">
                    <a:lnL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300"/>
                        <a:buFont typeface="Arial"/>
                        <a:buNone/>
                      </a:pPr>
                      <a:r>
                        <a:t/>
                      </a:r>
                      <a:endParaRPr sz="2200" u="none" cap="none" strike="noStrike">
                        <a:latin typeface="League Spartan"/>
                        <a:ea typeface="League Spartan"/>
                        <a:cs typeface="League Spartan"/>
                        <a:sym typeface="League Spartan"/>
                      </a:endParaRPr>
                    </a:p>
                  </a:txBody>
                  <a:tcPr marT="68600" marB="68600" marR="137175" marL="137175">
                    <a:lnL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300"/>
                        <a:buFont typeface="Arial"/>
                        <a:buNone/>
                      </a:pPr>
                      <a:r>
                        <a:t/>
                      </a:r>
                      <a:endParaRPr sz="2200" u="none" cap="none" strike="noStrike">
                        <a:latin typeface="League Spartan"/>
                        <a:ea typeface="League Spartan"/>
                        <a:cs typeface="League Spartan"/>
                        <a:sym typeface="League Spartan"/>
                      </a:endParaRPr>
                    </a:p>
                  </a:txBody>
                  <a:tcPr marT="68600" marB="68600" marR="137175" marL="137175">
                    <a:lnL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5774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300"/>
                        <a:buFont typeface="Arial"/>
                        <a:buNone/>
                      </a:pPr>
                      <a:r>
                        <a:t/>
                      </a:r>
                      <a:endParaRPr sz="2200" u="none" cap="none" strike="noStrike">
                        <a:latin typeface="League Spartan"/>
                        <a:ea typeface="League Spartan"/>
                        <a:cs typeface="League Spartan"/>
                        <a:sym typeface="League Spartan"/>
                      </a:endParaRPr>
                    </a:p>
                  </a:txBody>
                  <a:tcPr marT="68600" marB="68600" marR="137175" marL="137175">
                    <a:lnL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300"/>
                        <a:buFont typeface="Arial"/>
                        <a:buNone/>
                      </a:pPr>
                      <a:r>
                        <a:t/>
                      </a:r>
                      <a:endParaRPr sz="2200" u="none" cap="none" strike="noStrike">
                        <a:latin typeface="League Spartan"/>
                        <a:ea typeface="League Spartan"/>
                        <a:cs typeface="League Spartan"/>
                        <a:sym typeface="League Spartan"/>
                      </a:endParaRPr>
                    </a:p>
                  </a:txBody>
                  <a:tcPr marT="68600" marB="68600" marR="137175" marL="137175">
                    <a:lnL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300"/>
                        <a:buFont typeface="Arial"/>
                        <a:buNone/>
                      </a:pPr>
                      <a:r>
                        <a:t/>
                      </a:r>
                      <a:endParaRPr sz="2200" u="none" cap="none" strike="noStrike">
                        <a:latin typeface="League Spartan"/>
                        <a:ea typeface="League Spartan"/>
                        <a:cs typeface="League Spartan"/>
                        <a:sym typeface="League Spartan"/>
                      </a:endParaRPr>
                    </a:p>
                  </a:txBody>
                  <a:tcPr marT="68600" marB="68600" marR="137175" marL="137175">
                    <a:lnL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300"/>
                        <a:buFont typeface="Arial"/>
                        <a:buNone/>
                      </a:pPr>
                      <a:r>
                        <a:t/>
                      </a:r>
                      <a:endParaRPr sz="2200" u="none" cap="none" strike="noStrike">
                        <a:latin typeface="League Spartan"/>
                        <a:ea typeface="League Spartan"/>
                        <a:cs typeface="League Spartan"/>
                        <a:sym typeface="League Spartan"/>
                      </a:endParaRPr>
                    </a:p>
                  </a:txBody>
                  <a:tcPr marT="68600" marB="68600" marR="137175" marL="137175">
                    <a:lnL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300"/>
                        <a:buFont typeface="Arial"/>
                        <a:buNone/>
                      </a:pPr>
                      <a:r>
                        <a:t/>
                      </a:r>
                      <a:endParaRPr sz="2200" u="none" cap="none" strike="noStrike">
                        <a:latin typeface="League Spartan"/>
                        <a:ea typeface="League Spartan"/>
                        <a:cs typeface="League Spartan"/>
                        <a:sym typeface="League Spartan"/>
                      </a:endParaRPr>
                    </a:p>
                  </a:txBody>
                  <a:tcPr marT="68600" marB="68600" marR="137175" marL="137175">
                    <a:lnL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300"/>
                        <a:buFont typeface="Arial"/>
                        <a:buNone/>
                      </a:pPr>
                      <a:r>
                        <a:t/>
                      </a:r>
                      <a:endParaRPr sz="2200" u="none" cap="none" strike="noStrike">
                        <a:latin typeface="League Spartan"/>
                        <a:ea typeface="League Spartan"/>
                        <a:cs typeface="League Spartan"/>
                        <a:sym typeface="League Spartan"/>
                      </a:endParaRPr>
                    </a:p>
                  </a:txBody>
                  <a:tcPr marT="68600" marB="68600" marR="137175" marL="137175">
                    <a:lnL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300"/>
                        <a:buFont typeface="Arial"/>
                        <a:buNone/>
                      </a:pPr>
                      <a:r>
                        <a:t/>
                      </a:r>
                      <a:endParaRPr sz="2200" u="none" cap="none" strike="noStrike">
                        <a:latin typeface="League Spartan"/>
                        <a:ea typeface="League Spartan"/>
                        <a:cs typeface="League Spartan"/>
                        <a:sym typeface="League Spartan"/>
                      </a:endParaRPr>
                    </a:p>
                  </a:txBody>
                  <a:tcPr marT="68600" marB="68600" marR="137175" marL="137175">
                    <a:lnL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300"/>
                        <a:buFont typeface="Arial"/>
                        <a:buNone/>
                      </a:pPr>
                      <a:r>
                        <a:t/>
                      </a:r>
                      <a:endParaRPr sz="2200" u="none" cap="none" strike="noStrike">
                        <a:latin typeface="League Spartan"/>
                        <a:ea typeface="League Spartan"/>
                        <a:cs typeface="League Spartan"/>
                        <a:sym typeface="League Spartan"/>
                      </a:endParaRPr>
                    </a:p>
                  </a:txBody>
                  <a:tcPr marT="68600" marB="68600" marR="137175" marL="137175">
                    <a:lnL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300"/>
                        <a:buFont typeface="Arial"/>
                        <a:buNone/>
                      </a:pPr>
                      <a:r>
                        <a:t/>
                      </a:r>
                      <a:endParaRPr sz="2200" u="none" cap="none" strike="noStrike">
                        <a:latin typeface="League Spartan"/>
                        <a:ea typeface="League Spartan"/>
                        <a:cs typeface="League Spartan"/>
                        <a:sym typeface="League Spartan"/>
                      </a:endParaRPr>
                    </a:p>
                  </a:txBody>
                  <a:tcPr marT="68600" marB="68600" marR="137175" marL="137175">
                    <a:lnL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300"/>
                        <a:buFont typeface="Arial"/>
                        <a:buNone/>
                      </a:pPr>
                      <a:r>
                        <a:t/>
                      </a:r>
                      <a:endParaRPr sz="2200" u="none" cap="none" strike="noStrike">
                        <a:latin typeface="League Spartan"/>
                        <a:ea typeface="League Spartan"/>
                        <a:cs typeface="League Spartan"/>
                        <a:sym typeface="League Spartan"/>
                      </a:endParaRPr>
                    </a:p>
                  </a:txBody>
                  <a:tcPr marT="68600" marB="68600" marR="137175" marL="137175">
                    <a:lnL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300"/>
                        <a:buFont typeface="Arial"/>
                        <a:buNone/>
                      </a:pPr>
                      <a:r>
                        <a:t/>
                      </a:r>
                      <a:endParaRPr sz="2200" u="none" cap="none" strike="noStrike">
                        <a:latin typeface="League Spartan"/>
                        <a:ea typeface="League Spartan"/>
                        <a:cs typeface="League Spartan"/>
                        <a:sym typeface="League Spartan"/>
                      </a:endParaRPr>
                    </a:p>
                  </a:txBody>
                  <a:tcPr marT="68600" marB="68600" marR="137175" marL="137175">
                    <a:lnL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300"/>
                        <a:buFont typeface="Arial"/>
                        <a:buNone/>
                      </a:pPr>
                      <a:r>
                        <a:t/>
                      </a:r>
                      <a:endParaRPr sz="2200" u="none" cap="none" strike="noStrike">
                        <a:latin typeface="League Spartan"/>
                        <a:ea typeface="League Spartan"/>
                        <a:cs typeface="League Spartan"/>
                        <a:sym typeface="League Spartan"/>
                      </a:endParaRPr>
                    </a:p>
                  </a:txBody>
                  <a:tcPr marT="68600" marB="68600" marR="137175" marL="137175">
                    <a:lnL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300"/>
                        <a:buFont typeface="Arial"/>
                        <a:buNone/>
                      </a:pPr>
                      <a:r>
                        <a:t/>
                      </a:r>
                      <a:endParaRPr sz="2200" u="none" cap="none" strike="noStrike">
                        <a:latin typeface="League Spartan"/>
                        <a:ea typeface="League Spartan"/>
                        <a:cs typeface="League Spartan"/>
                        <a:sym typeface="League Spartan"/>
                      </a:endParaRPr>
                    </a:p>
                  </a:txBody>
                  <a:tcPr marT="68600" marB="68600" marR="137175" marL="137175">
                    <a:lnL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300"/>
                        <a:buFont typeface="Arial"/>
                        <a:buNone/>
                      </a:pPr>
                      <a:r>
                        <a:t/>
                      </a:r>
                      <a:endParaRPr sz="2200" u="none" cap="none" strike="noStrike">
                        <a:latin typeface="League Spartan"/>
                        <a:ea typeface="League Spartan"/>
                        <a:cs typeface="League Spartan"/>
                        <a:sym typeface="League Spartan"/>
                      </a:endParaRPr>
                    </a:p>
                  </a:txBody>
                  <a:tcPr marT="68600" marB="68600" marR="137175" marL="137175">
                    <a:lnL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300"/>
                        <a:buFont typeface="Arial"/>
                        <a:buNone/>
                      </a:pPr>
                      <a:r>
                        <a:t/>
                      </a:r>
                      <a:endParaRPr sz="2200" u="none" cap="none" strike="noStrike">
                        <a:latin typeface="League Spartan"/>
                        <a:ea typeface="League Spartan"/>
                        <a:cs typeface="League Spartan"/>
                        <a:sym typeface="League Spartan"/>
                      </a:endParaRPr>
                    </a:p>
                  </a:txBody>
                  <a:tcPr marT="68600" marB="68600" marR="137175" marL="137175">
                    <a:lnL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300"/>
                        <a:buFont typeface="Arial"/>
                        <a:buNone/>
                      </a:pPr>
                      <a:r>
                        <a:t/>
                      </a:r>
                      <a:endParaRPr sz="2200" u="none" cap="none" strike="noStrike">
                        <a:latin typeface="League Spartan"/>
                        <a:ea typeface="League Spartan"/>
                        <a:cs typeface="League Spartan"/>
                        <a:sym typeface="League Spartan"/>
                      </a:endParaRPr>
                    </a:p>
                  </a:txBody>
                  <a:tcPr marT="68600" marB="68600" marR="137175" marL="137175">
                    <a:lnL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</a:tr>
              <a:tr h="5774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300"/>
                        <a:buFont typeface="Arial"/>
                        <a:buNone/>
                      </a:pPr>
                      <a:r>
                        <a:t/>
                      </a:r>
                      <a:endParaRPr sz="2200" u="none" cap="none" strike="noStrike">
                        <a:latin typeface="League Spartan"/>
                        <a:ea typeface="League Spartan"/>
                        <a:cs typeface="League Spartan"/>
                        <a:sym typeface="League Spartan"/>
                      </a:endParaRPr>
                    </a:p>
                  </a:txBody>
                  <a:tcPr marT="68600" marB="68600" marR="137175" marL="137175">
                    <a:lnL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300"/>
                        <a:buFont typeface="Arial"/>
                        <a:buNone/>
                      </a:pPr>
                      <a:r>
                        <a:t/>
                      </a:r>
                      <a:endParaRPr sz="2200" u="none" cap="none" strike="noStrike">
                        <a:latin typeface="League Spartan"/>
                        <a:ea typeface="League Spartan"/>
                        <a:cs typeface="League Spartan"/>
                        <a:sym typeface="League Spartan"/>
                      </a:endParaRPr>
                    </a:p>
                  </a:txBody>
                  <a:tcPr marT="68600" marB="68600" marR="137175" marL="137175">
                    <a:lnL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300"/>
                        <a:buFont typeface="Arial"/>
                        <a:buNone/>
                      </a:pPr>
                      <a:r>
                        <a:t/>
                      </a:r>
                      <a:endParaRPr sz="2200" u="none" cap="none" strike="noStrike">
                        <a:latin typeface="League Spartan"/>
                        <a:ea typeface="League Spartan"/>
                        <a:cs typeface="League Spartan"/>
                        <a:sym typeface="League Spartan"/>
                      </a:endParaRPr>
                    </a:p>
                  </a:txBody>
                  <a:tcPr marT="68600" marB="68600" marR="137175" marL="137175">
                    <a:lnL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300"/>
                        <a:buFont typeface="Arial"/>
                        <a:buNone/>
                      </a:pPr>
                      <a:r>
                        <a:t/>
                      </a:r>
                      <a:endParaRPr sz="2200" u="none" cap="none" strike="noStrike">
                        <a:latin typeface="League Spartan"/>
                        <a:ea typeface="League Spartan"/>
                        <a:cs typeface="League Spartan"/>
                        <a:sym typeface="League Spartan"/>
                      </a:endParaRPr>
                    </a:p>
                  </a:txBody>
                  <a:tcPr marT="68600" marB="68600" marR="137175" marL="137175">
                    <a:lnL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300"/>
                        <a:buFont typeface="Arial"/>
                        <a:buNone/>
                      </a:pPr>
                      <a:r>
                        <a:t/>
                      </a:r>
                      <a:endParaRPr sz="2200" u="none" cap="none" strike="noStrike">
                        <a:latin typeface="League Spartan"/>
                        <a:ea typeface="League Spartan"/>
                        <a:cs typeface="League Spartan"/>
                        <a:sym typeface="League Spartan"/>
                      </a:endParaRPr>
                    </a:p>
                  </a:txBody>
                  <a:tcPr marT="68600" marB="68600" marR="137175" marL="137175">
                    <a:lnL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300"/>
                        <a:buFont typeface="Arial"/>
                        <a:buNone/>
                      </a:pPr>
                      <a:r>
                        <a:t/>
                      </a:r>
                      <a:endParaRPr sz="2200" u="none" cap="none" strike="noStrike">
                        <a:latin typeface="League Spartan"/>
                        <a:ea typeface="League Spartan"/>
                        <a:cs typeface="League Spartan"/>
                        <a:sym typeface="League Spartan"/>
                      </a:endParaRPr>
                    </a:p>
                  </a:txBody>
                  <a:tcPr marT="68600" marB="68600" marR="137175" marL="137175">
                    <a:lnL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300"/>
                        <a:buFont typeface="Arial"/>
                        <a:buNone/>
                      </a:pPr>
                      <a:r>
                        <a:t/>
                      </a:r>
                      <a:endParaRPr sz="2200" u="none" cap="none" strike="noStrike">
                        <a:latin typeface="League Spartan"/>
                        <a:ea typeface="League Spartan"/>
                        <a:cs typeface="League Spartan"/>
                        <a:sym typeface="League Spartan"/>
                      </a:endParaRPr>
                    </a:p>
                  </a:txBody>
                  <a:tcPr marT="68600" marB="68600" marR="137175" marL="137175">
                    <a:lnL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300"/>
                        <a:buFont typeface="Arial"/>
                        <a:buNone/>
                      </a:pPr>
                      <a:r>
                        <a:t/>
                      </a:r>
                      <a:endParaRPr sz="2200" u="none" cap="none" strike="noStrike">
                        <a:latin typeface="League Spartan"/>
                        <a:ea typeface="League Spartan"/>
                        <a:cs typeface="League Spartan"/>
                        <a:sym typeface="League Spartan"/>
                      </a:endParaRPr>
                    </a:p>
                  </a:txBody>
                  <a:tcPr marT="68600" marB="68600" marR="137175" marL="137175">
                    <a:lnL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300"/>
                        <a:buFont typeface="Arial"/>
                        <a:buNone/>
                      </a:pPr>
                      <a:r>
                        <a:t/>
                      </a:r>
                      <a:endParaRPr sz="2200" u="none" cap="none" strike="noStrike">
                        <a:latin typeface="League Spartan"/>
                        <a:ea typeface="League Spartan"/>
                        <a:cs typeface="League Spartan"/>
                        <a:sym typeface="League Spartan"/>
                      </a:endParaRPr>
                    </a:p>
                  </a:txBody>
                  <a:tcPr marT="68600" marB="68600" marR="137175" marL="137175">
                    <a:lnL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300"/>
                        <a:buFont typeface="Arial"/>
                        <a:buNone/>
                      </a:pPr>
                      <a:r>
                        <a:t/>
                      </a:r>
                      <a:endParaRPr sz="2200" u="none" cap="none" strike="noStrike">
                        <a:latin typeface="League Spartan"/>
                        <a:ea typeface="League Spartan"/>
                        <a:cs typeface="League Spartan"/>
                        <a:sym typeface="League Spartan"/>
                      </a:endParaRPr>
                    </a:p>
                  </a:txBody>
                  <a:tcPr marT="68600" marB="68600" marR="137175" marL="137175">
                    <a:lnL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300"/>
                        <a:buFont typeface="Arial"/>
                        <a:buNone/>
                      </a:pPr>
                      <a:r>
                        <a:t/>
                      </a:r>
                      <a:endParaRPr sz="2200" u="none" cap="none" strike="noStrike">
                        <a:latin typeface="League Spartan"/>
                        <a:ea typeface="League Spartan"/>
                        <a:cs typeface="League Spartan"/>
                        <a:sym typeface="League Spartan"/>
                      </a:endParaRPr>
                    </a:p>
                  </a:txBody>
                  <a:tcPr marT="68600" marB="68600" marR="137175" marL="137175">
                    <a:lnL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300"/>
                        <a:buFont typeface="Arial"/>
                        <a:buNone/>
                      </a:pPr>
                      <a:r>
                        <a:t/>
                      </a:r>
                      <a:endParaRPr sz="2200" u="none" cap="none" strike="noStrike">
                        <a:latin typeface="League Spartan"/>
                        <a:ea typeface="League Spartan"/>
                        <a:cs typeface="League Spartan"/>
                        <a:sym typeface="League Spartan"/>
                      </a:endParaRPr>
                    </a:p>
                  </a:txBody>
                  <a:tcPr marT="68600" marB="68600" marR="137175" marL="137175">
                    <a:lnL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300"/>
                        <a:buFont typeface="Arial"/>
                        <a:buNone/>
                      </a:pPr>
                      <a:r>
                        <a:t/>
                      </a:r>
                      <a:endParaRPr sz="2200" u="none" cap="none" strike="noStrike">
                        <a:latin typeface="League Spartan"/>
                        <a:ea typeface="League Spartan"/>
                        <a:cs typeface="League Spartan"/>
                        <a:sym typeface="League Spartan"/>
                      </a:endParaRPr>
                    </a:p>
                  </a:txBody>
                  <a:tcPr marT="68600" marB="68600" marR="137175" marL="137175">
                    <a:lnL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300"/>
                        <a:buFont typeface="Arial"/>
                        <a:buNone/>
                      </a:pPr>
                      <a:r>
                        <a:t/>
                      </a:r>
                      <a:endParaRPr sz="2200" u="none" cap="none" strike="noStrike">
                        <a:latin typeface="League Spartan"/>
                        <a:ea typeface="League Spartan"/>
                        <a:cs typeface="League Spartan"/>
                        <a:sym typeface="League Spartan"/>
                      </a:endParaRPr>
                    </a:p>
                  </a:txBody>
                  <a:tcPr marT="68600" marB="68600" marR="137175" marL="137175">
                    <a:lnL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300"/>
                        <a:buFont typeface="Arial"/>
                        <a:buNone/>
                      </a:pPr>
                      <a:r>
                        <a:t/>
                      </a:r>
                      <a:endParaRPr sz="2200" u="none" cap="none" strike="noStrike">
                        <a:latin typeface="League Spartan"/>
                        <a:ea typeface="League Spartan"/>
                        <a:cs typeface="League Spartan"/>
                        <a:sym typeface="League Spartan"/>
                      </a:endParaRPr>
                    </a:p>
                  </a:txBody>
                  <a:tcPr marT="68600" marB="68600" marR="137175" marL="137175">
                    <a:lnL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300"/>
                        <a:buFont typeface="Arial"/>
                        <a:buNone/>
                      </a:pPr>
                      <a:r>
                        <a:t/>
                      </a:r>
                      <a:endParaRPr sz="2200" u="none" cap="none" strike="noStrike">
                        <a:latin typeface="League Spartan"/>
                        <a:ea typeface="League Spartan"/>
                        <a:cs typeface="League Spartan"/>
                        <a:sym typeface="League Spartan"/>
                      </a:endParaRPr>
                    </a:p>
                  </a:txBody>
                  <a:tcPr marT="68600" marB="68600" marR="137175" marL="137175">
                    <a:lnL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5774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300"/>
                        <a:buFont typeface="Arial"/>
                        <a:buNone/>
                      </a:pPr>
                      <a:r>
                        <a:t/>
                      </a:r>
                      <a:endParaRPr sz="2200" u="none" cap="none" strike="noStrike">
                        <a:latin typeface="League Spartan"/>
                        <a:ea typeface="League Spartan"/>
                        <a:cs typeface="League Spartan"/>
                        <a:sym typeface="League Spartan"/>
                      </a:endParaRPr>
                    </a:p>
                  </a:txBody>
                  <a:tcPr marT="68600" marB="68600" marR="137175" marL="137175">
                    <a:lnL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300"/>
                        <a:buFont typeface="Arial"/>
                        <a:buNone/>
                      </a:pPr>
                      <a:r>
                        <a:t/>
                      </a:r>
                      <a:endParaRPr sz="2200" u="none" cap="none" strike="noStrike">
                        <a:latin typeface="League Spartan"/>
                        <a:ea typeface="League Spartan"/>
                        <a:cs typeface="League Spartan"/>
                        <a:sym typeface="League Spartan"/>
                      </a:endParaRPr>
                    </a:p>
                  </a:txBody>
                  <a:tcPr marT="68600" marB="68600" marR="137175" marL="137175">
                    <a:lnL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300"/>
                        <a:buFont typeface="Arial"/>
                        <a:buNone/>
                      </a:pPr>
                      <a:r>
                        <a:t/>
                      </a:r>
                      <a:endParaRPr sz="2200" u="none" cap="none" strike="noStrike">
                        <a:latin typeface="League Spartan"/>
                        <a:ea typeface="League Spartan"/>
                        <a:cs typeface="League Spartan"/>
                        <a:sym typeface="League Spartan"/>
                      </a:endParaRPr>
                    </a:p>
                  </a:txBody>
                  <a:tcPr marT="68600" marB="68600" marR="137175" marL="137175">
                    <a:lnL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300"/>
                        <a:buFont typeface="Arial"/>
                        <a:buNone/>
                      </a:pPr>
                      <a:r>
                        <a:t/>
                      </a:r>
                      <a:endParaRPr sz="2200" u="none" cap="none" strike="noStrike">
                        <a:latin typeface="League Spartan"/>
                        <a:ea typeface="League Spartan"/>
                        <a:cs typeface="League Spartan"/>
                        <a:sym typeface="League Spartan"/>
                      </a:endParaRPr>
                    </a:p>
                  </a:txBody>
                  <a:tcPr marT="68600" marB="68600" marR="137175" marL="137175">
                    <a:lnL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300"/>
                        <a:buFont typeface="Arial"/>
                        <a:buNone/>
                      </a:pPr>
                      <a:r>
                        <a:t/>
                      </a:r>
                      <a:endParaRPr sz="2200" u="none" cap="none" strike="noStrike">
                        <a:latin typeface="League Spartan"/>
                        <a:ea typeface="League Spartan"/>
                        <a:cs typeface="League Spartan"/>
                        <a:sym typeface="League Spartan"/>
                      </a:endParaRPr>
                    </a:p>
                  </a:txBody>
                  <a:tcPr marT="68600" marB="68600" marR="137175" marL="137175">
                    <a:lnL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300"/>
                        <a:buFont typeface="Arial"/>
                        <a:buNone/>
                      </a:pPr>
                      <a:r>
                        <a:t/>
                      </a:r>
                      <a:endParaRPr sz="2200" u="none" cap="none" strike="noStrike">
                        <a:latin typeface="League Spartan"/>
                        <a:ea typeface="League Spartan"/>
                        <a:cs typeface="League Spartan"/>
                        <a:sym typeface="League Spartan"/>
                      </a:endParaRPr>
                    </a:p>
                  </a:txBody>
                  <a:tcPr marT="68600" marB="68600" marR="137175" marL="137175">
                    <a:lnL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300"/>
                        <a:buFont typeface="Arial"/>
                        <a:buNone/>
                      </a:pPr>
                      <a:r>
                        <a:t/>
                      </a:r>
                      <a:endParaRPr sz="2200" u="none" cap="none" strike="noStrike">
                        <a:latin typeface="League Spartan"/>
                        <a:ea typeface="League Spartan"/>
                        <a:cs typeface="League Spartan"/>
                        <a:sym typeface="League Spartan"/>
                      </a:endParaRPr>
                    </a:p>
                  </a:txBody>
                  <a:tcPr marT="68600" marB="68600" marR="137175" marL="137175">
                    <a:lnL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300"/>
                        <a:buFont typeface="Arial"/>
                        <a:buNone/>
                      </a:pPr>
                      <a:r>
                        <a:t/>
                      </a:r>
                      <a:endParaRPr sz="2200" u="none" cap="none" strike="noStrike">
                        <a:latin typeface="League Spartan"/>
                        <a:ea typeface="League Spartan"/>
                        <a:cs typeface="League Spartan"/>
                        <a:sym typeface="League Spartan"/>
                      </a:endParaRPr>
                    </a:p>
                  </a:txBody>
                  <a:tcPr marT="68600" marB="68600" marR="137175" marL="137175">
                    <a:lnL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300"/>
                        <a:buFont typeface="Arial"/>
                        <a:buNone/>
                      </a:pPr>
                      <a:r>
                        <a:t/>
                      </a:r>
                      <a:endParaRPr sz="2200" u="none" cap="none" strike="noStrike">
                        <a:latin typeface="League Spartan"/>
                        <a:ea typeface="League Spartan"/>
                        <a:cs typeface="League Spartan"/>
                        <a:sym typeface="League Spartan"/>
                      </a:endParaRPr>
                    </a:p>
                  </a:txBody>
                  <a:tcPr marT="68600" marB="68600" marR="137175" marL="137175">
                    <a:lnL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300"/>
                        <a:buFont typeface="Arial"/>
                        <a:buNone/>
                      </a:pPr>
                      <a:r>
                        <a:t/>
                      </a:r>
                      <a:endParaRPr sz="2200" u="none" cap="none" strike="noStrike">
                        <a:latin typeface="League Spartan"/>
                        <a:ea typeface="League Spartan"/>
                        <a:cs typeface="League Spartan"/>
                        <a:sym typeface="League Spartan"/>
                      </a:endParaRPr>
                    </a:p>
                  </a:txBody>
                  <a:tcPr marT="68600" marB="68600" marR="137175" marL="137175">
                    <a:lnL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300"/>
                        <a:buFont typeface="Arial"/>
                        <a:buNone/>
                      </a:pPr>
                      <a:r>
                        <a:t/>
                      </a:r>
                      <a:endParaRPr sz="2200" u="none" cap="none" strike="noStrike">
                        <a:latin typeface="League Spartan"/>
                        <a:ea typeface="League Spartan"/>
                        <a:cs typeface="League Spartan"/>
                        <a:sym typeface="League Spartan"/>
                      </a:endParaRPr>
                    </a:p>
                  </a:txBody>
                  <a:tcPr marT="68600" marB="68600" marR="137175" marL="137175">
                    <a:lnL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300"/>
                        <a:buFont typeface="Arial"/>
                        <a:buNone/>
                      </a:pPr>
                      <a:r>
                        <a:t/>
                      </a:r>
                      <a:endParaRPr sz="2200" u="none" cap="none" strike="noStrike">
                        <a:latin typeface="League Spartan"/>
                        <a:ea typeface="League Spartan"/>
                        <a:cs typeface="League Spartan"/>
                        <a:sym typeface="League Spartan"/>
                      </a:endParaRPr>
                    </a:p>
                  </a:txBody>
                  <a:tcPr marT="68600" marB="68600" marR="137175" marL="137175">
                    <a:lnL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300"/>
                        <a:buFont typeface="Arial"/>
                        <a:buNone/>
                      </a:pPr>
                      <a:r>
                        <a:t/>
                      </a:r>
                      <a:endParaRPr sz="2200" u="none" cap="none" strike="noStrike">
                        <a:latin typeface="League Spartan"/>
                        <a:ea typeface="League Spartan"/>
                        <a:cs typeface="League Spartan"/>
                        <a:sym typeface="League Spartan"/>
                      </a:endParaRPr>
                    </a:p>
                  </a:txBody>
                  <a:tcPr marT="68600" marB="68600" marR="137175" marL="137175">
                    <a:lnL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300"/>
                        <a:buFont typeface="Arial"/>
                        <a:buNone/>
                      </a:pPr>
                      <a:r>
                        <a:t/>
                      </a:r>
                      <a:endParaRPr sz="2200" u="none" cap="none" strike="noStrike">
                        <a:latin typeface="League Spartan"/>
                        <a:ea typeface="League Spartan"/>
                        <a:cs typeface="League Spartan"/>
                        <a:sym typeface="League Spartan"/>
                      </a:endParaRPr>
                    </a:p>
                  </a:txBody>
                  <a:tcPr marT="68600" marB="68600" marR="137175" marL="137175">
                    <a:lnL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300"/>
                        <a:buFont typeface="Arial"/>
                        <a:buNone/>
                      </a:pPr>
                      <a:r>
                        <a:t/>
                      </a:r>
                      <a:endParaRPr sz="2200" u="none" cap="none" strike="noStrike">
                        <a:latin typeface="League Spartan"/>
                        <a:ea typeface="League Spartan"/>
                        <a:cs typeface="League Spartan"/>
                        <a:sym typeface="League Spartan"/>
                      </a:endParaRPr>
                    </a:p>
                  </a:txBody>
                  <a:tcPr marT="68600" marB="68600" marR="137175" marL="137175">
                    <a:lnL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2300"/>
                        <a:buFont typeface="Arial"/>
                        <a:buNone/>
                      </a:pPr>
                      <a:r>
                        <a:t/>
                      </a:r>
                      <a:endParaRPr sz="2200" u="none" cap="none" strike="noStrike">
                        <a:latin typeface="League Spartan"/>
                        <a:ea typeface="League Spartan"/>
                        <a:cs typeface="League Spartan"/>
                        <a:sym typeface="League Spartan"/>
                      </a:endParaRPr>
                    </a:p>
                  </a:txBody>
                  <a:tcPr marT="68600" marB="68600" marR="137175" marL="137175">
                    <a:lnL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43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630" name="Google Shape;630;g3f85ecfd79d_2_1191"/>
          <p:cNvSpPr/>
          <p:nvPr/>
        </p:nvSpPr>
        <p:spPr>
          <a:xfrm>
            <a:off x="1207295" y="2667903"/>
            <a:ext cx="502500" cy="265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Font typeface="Roboto"/>
              <a:buNone/>
            </a:pPr>
            <a:r>
              <a:rPr b="1" i="0" lang="en-US" sz="1600" u="none" cap="none" strike="noStrike">
                <a:solidFill>
                  <a:schemeClr val="lt1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WHO</a:t>
            </a:r>
            <a:endParaRPr i="0" sz="1600" u="none" cap="none" strike="noStrike">
              <a:solidFill>
                <a:schemeClr val="lt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631" name="Google Shape;631;g3f85ecfd79d_2_1191"/>
          <p:cNvSpPr/>
          <p:nvPr/>
        </p:nvSpPr>
        <p:spPr>
          <a:xfrm>
            <a:off x="2312195" y="2667903"/>
            <a:ext cx="1567800" cy="265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Font typeface="Roboto"/>
              <a:buNone/>
            </a:pPr>
            <a:r>
              <a:rPr b="1" i="0" lang="en-US" sz="1600" u="none" cap="none" strike="noStrike">
                <a:solidFill>
                  <a:schemeClr val="lt1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MEASURABLES</a:t>
            </a:r>
            <a:endParaRPr i="0" sz="1600" u="none" cap="none" strike="noStrike">
              <a:solidFill>
                <a:schemeClr val="lt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632" name="Google Shape;632;g3f85ecfd79d_2_1191"/>
          <p:cNvSpPr/>
          <p:nvPr/>
        </p:nvSpPr>
        <p:spPr>
          <a:xfrm>
            <a:off x="4541045" y="2667903"/>
            <a:ext cx="574800" cy="265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Font typeface="Roboto"/>
              <a:buNone/>
            </a:pPr>
            <a:r>
              <a:rPr b="1" i="0" lang="en-US" sz="1600" u="none" cap="none" strike="noStrike">
                <a:solidFill>
                  <a:schemeClr val="lt1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GOAL</a:t>
            </a:r>
            <a:endParaRPr i="0" sz="1600" u="none" cap="none" strike="noStrike">
              <a:solidFill>
                <a:schemeClr val="lt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grpSp>
        <p:nvGrpSpPr>
          <p:cNvPr id="633" name="Google Shape;633;g3f85ecfd79d_2_1191"/>
          <p:cNvGrpSpPr/>
          <p:nvPr/>
        </p:nvGrpSpPr>
        <p:grpSpPr>
          <a:xfrm>
            <a:off x="5484026" y="2667903"/>
            <a:ext cx="711113" cy="265500"/>
            <a:chOff x="3590925" y="1144588"/>
            <a:chExt cx="474075" cy="177000"/>
          </a:xfrm>
        </p:grpSpPr>
        <p:sp>
          <p:nvSpPr>
            <p:cNvPr id="634" name="Google Shape;634;g3f85ecfd79d_2_1191"/>
            <p:cNvSpPr/>
            <p:nvPr/>
          </p:nvSpPr>
          <p:spPr>
            <a:xfrm>
              <a:off x="3590925" y="1144588"/>
              <a:ext cx="169800" cy="177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Roboto"/>
                <a:buNone/>
              </a:pPr>
              <a:r>
                <a:rPr b="1" i="0" lang="en-US" sz="1600" u="none" cap="none" strike="noStrike">
                  <a:solidFill>
                    <a:schemeClr val="lt1"/>
                  </a:solidFill>
                  <a:latin typeface="League Spartan"/>
                  <a:ea typeface="League Spartan"/>
                  <a:cs typeface="League Spartan"/>
                  <a:sym typeface="League Spartan"/>
                </a:rPr>
                <a:t>30</a:t>
              </a:r>
              <a:endParaRPr i="0" sz="1600" u="none" cap="none" strike="noStrike">
                <a:solidFill>
                  <a:schemeClr val="lt1"/>
                </a:solidFill>
                <a:latin typeface="League Spartan"/>
                <a:ea typeface="League Spartan"/>
                <a:cs typeface="League Spartan"/>
                <a:sym typeface="League Spartan"/>
              </a:endParaRPr>
            </a:p>
          </p:txBody>
        </p:sp>
        <p:sp>
          <p:nvSpPr>
            <p:cNvPr id="635" name="Google Shape;635;g3f85ecfd79d_2_1191"/>
            <p:cNvSpPr/>
            <p:nvPr/>
          </p:nvSpPr>
          <p:spPr>
            <a:xfrm>
              <a:off x="3762375" y="1144588"/>
              <a:ext cx="57600" cy="177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Roboto"/>
                <a:buNone/>
              </a:pPr>
              <a:r>
                <a:rPr b="1" i="0" lang="en-US" sz="1600" u="none" cap="none" strike="noStrike">
                  <a:solidFill>
                    <a:schemeClr val="lt1"/>
                  </a:solidFill>
                  <a:latin typeface="League Spartan"/>
                  <a:ea typeface="League Spartan"/>
                  <a:cs typeface="League Spartan"/>
                  <a:sym typeface="League Spartan"/>
                </a:rPr>
                <a:t>-</a:t>
              </a:r>
              <a:endParaRPr i="0" sz="1600" u="none" cap="none" strike="noStrike">
                <a:solidFill>
                  <a:schemeClr val="lt1"/>
                </a:solidFill>
                <a:latin typeface="League Spartan"/>
                <a:ea typeface="League Spartan"/>
                <a:cs typeface="League Spartan"/>
                <a:sym typeface="League Spartan"/>
              </a:endParaRPr>
            </a:p>
          </p:txBody>
        </p:sp>
        <p:sp>
          <p:nvSpPr>
            <p:cNvPr id="636" name="Google Shape;636;g3f85ecfd79d_2_1191"/>
            <p:cNvSpPr/>
            <p:nvPr/>
          </p:nvSpPr>
          <p:spPr>
            <a:xfrm>
              <a:off x="3810000" y="1144588"/>
              <a:ext cx="255000" cy="177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Roboto"/>
                <a:buNone/>
              </a:pPr>
              <a:r>
                <a:rPr b="1" i="0" lang="en-US" sz="1600" u="none" cap="none" strike="noStrike">
                  <a:solidFill>
                    <a:schemeClr val="lt1"/>
                  </a:solidFill>
                  <a:latin typeface="League Spartan"/>
                  <a:ea typeface="League Spartan"/>
                  <a:cs typeface="League Spartan"/>
                  <a:sym typeface="League Spartan"/>
                </a:rPr>
                <a:t>Sep</a:t>
              </a:r>
              <a:endParaRPr i="0" sz="1600" u="none" cap="none" strike="noStrike">
                <a:solidFill>
                  <a:schemeClr val="lt1"/>
                </a:solidFill>
                <a:latin typeface="League Spartan"/>
                <a:ea typeface="League Spartan"/>
                <a:cs typeface="League Spartan"/>
                <a:sym typeface="League Spartan"/>
              </a:endParaRPr>
            </a:p>
          </p:txBody>
        </p:sp>
      </p:grpSp>
      <p:grpSp>
        <p:nvGrpSpPr>
          <p:cNvPr id="637" name="Google Shape;637;g3f85ecfd79d_2_1191"/>
          <p:cNvGrpSpPr/>
          <p:nvPr/>
        </p:nvGrpSpPr>
        <p:grpSpPr>
          <a:xfrm>
            <a:off x="6460335" y="2667903"/>
            <a:ext cx="546207" cy="265500"/>
            <a:chOff x="4284662" y="1144588"/>
            <a:chExt cx="364138" cy="177000"/>
          </a:xfrm>
        </p:grpSpPr>
        <p:sp>
          <p:nvSpPr>
            <p:cNvPr id="638" name="Google Shape;638;g3f85ecfd79d_2_1191"/>
            <p:cNvSpPr/>
            <p:nvPr/>
          </p:nvSpPr>
          <p:spPr>
            <a:xfrm>
              <a:off x="4284662" y="1144588"/>
              <a:ext cx="84900" cy="177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Roboto"/>
                <a:buNone/>
              </a:pPr>
              <a:r>
                <a:rPr b="1" i="0" lang="en-US" sz="1600" u="none" cap="none" strike="noStrike">
                  <a:solidFill>
                    <a:schemeClr val="lt1"/>
                  </a:solidFill>
                  <a:latin typeface="League Spartan"/>
                  <a:ea typeface="League Spartan"/>
                  <a:cs typeface="League Spartan"/>
                  <a:sym typeface="League Spartan"/>
                </a:rPr>
                <a:t>7</a:t>
              </a:r>
              <a:endParaRPr i="0" sz="1600" u="none" cap="none" strike="noStrike">
                <a:solidFill>
                  <a:schemeClr val="lt1"/>
                </a:solidFill>
                <a:latin typeface="League Spartan"/>
                <a:ea typeface="League Spartan"/>
                <a:cs typeface="League Spartan"/>
                <a:sym typeface="League Spartan"/>
              </a:endParaRPr>
            </a:p>
          </p:txBody>
        </p:sp>
        <p:sp>
          <p:nvSpPr>
            <p:cNvPr id="639" name="Google Shape;639;g3f85ecfd79d_2_1191"/>
            <p:cNvSpPr/>
            <p:nvPr/>
          </p:nvSpPr>
          <p:spPr>
            <a:xfrm>
              <a:off x="4370387" y="1144588"/>
              <a:ext cx="57600" cy="177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Roboto"/>
                <a:buNone/>
              </a:pPr>
              <a:r>
                <a:rPr b="1" i="0" lang="en-US" sz="1600" u="none" cap="none" strike="noStrike">
                  <a:solidFill>
                    <a:schemeClr val="lt1"/>
                  </a:solidFill>
                  <a:latin typeface="League Spartan"/>
                  <a:ea typeface="League Spartan"/>
                  <a:cs typeface="League Spartan"/>
                  <a:sym typeface="League Spartan"/>
                </a:rPr>
                <a:t>-</a:t>
              </a:r>
              <a:endParaRPr i="0" sz="1600" u="none" cap="none" strike="noStrike">
                <a:solidFill>
                  <a:schemeClr val="lt1"/>
                </a:solidFill>
                <a:latin typeface="League Spartan"/>
                <a:ea typeface="League Spartan"/>
                <a:cs typeface="League Spartan"/>
                <a:sym typeface="League Spartan"/>
              </a:endParaRPr>
            </a:p>
          </p:txBody>
        </p:sp>
        <p:sp>
          <p:nvSpPr>
            <p:cNvPr id="640" name="Google Shape;640;g3f85ecfd79d_2_1191"/>
            <p:cNvSpPr/>
            <p:nvPr/>
          </p:nvSpPr>
          <p:spPr>
            <a:xfrm>
              <a:off x="4419600" y="1144588"/>
              <a:ext cx="229200" cy="177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Roboto"/>
                <a:buNone/>
              </a:pPr>
              <a:r>
                <a:rPr b="1" i="0" lang="en-US" sz="1600" u="none" cap="none" strike="noStrike">
                  <a:solidFill>
                    <a:schemeClr val="lt1"/>
                  </a:solidFill>
                  <a:latin typeface="League Spartan"/>
                  <a:ea typeface="League Spartan"/>
                  <a:cs typeface="League Spartan"/>
                  <a:sym typeface="League Spartan"/>
                </a:rPr>
                <a:t>Oct</a:t>
              </a:r>
              <a:endParaRPr i="0" sz="1600" u="none" cap="none" strike="noStrike">
                <a:solidFill>
                  <a:schemeClr val="lt1"/>
                </a:solidFill>
                <a:latin typeface="League Spartan"/>
                <a:ea typeface="League Spartan"/>
                <a:cs typeface="League Spartan"/>
                <a:sym typeface="League Spartan"/>
              </a:endParaRPr>
            </a:p>
          </p:txBody>
        </p:sp>
      </p:grpSp>
      <p:grpSp>
        <p:nvGrpSpPr>
          <p:cNvPr id="641" name="Google Shape;641;g3f85ecfd79d_2_1191"/>
          <p:cNvGrpSpPr/>
          <p:nvPr/>
        </p:nvGrpSpPr>
        <p:grpSpPr>
          <a:xfrm>
            <a:off x="7306868" y="2667903"/>
            <a:ext cx="672413" cy="265500"/>
            <a:chOff x="4884737" y="1144588"/>
            <a:chExt cx="448275" cy="177000"/>
          </a:xfrm>
        </p:grpSpPr>
        <p:sp>
          <p:nvSpPr>
            <p:cNvPr id="642" name="Google Shape;642;g3f85ecfd79d_2_1191"/>
            <p:cNvSpPr/>
            <p:nvPr/>
          </p:nvSpPr>
          <p:spPr>
            <a:xfrm>
              <a:off x="4884737" y="1144588"/>
              <a:ext cx="169800" cy="177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Roboto"/>
                <a:buNone/>
              </a:pPr>
              <a:r>
                <a:rPr b="1" i="0" lang="en-US" sz="1600" u="none" cap="none" strike="noStrike">
                  <a:solidFill>
                    <a:schemeClr val="lt1"/>
                  </a:solidFill>
                  <a:latin typeface="League Spartan"/>
                  <a:ea typeface="League Spartan"/>
                  <a:cs typeface="League Spartan"/>
                  <a:sym typeface="League Spartan"/>
                </a:rPr>
                <a:t>14</a:t>
              </a:r>
              <a:endParaRPr i="0" sz="1600" u="none" cap="none" strike="noStrike">
                <a:solidFill>
                  <a:schemeClr val="lt1"/>
                </a:solidFill>
                <a:latin typeface="League Spartan"/>
                <a:ea typeface="League Spartan"/>
                <a:cs typeface="League Spartan"/>
                <a:sym typeface="League Spartan"/>
              </a:endParaRPr>
            </a:p>
          </p:txBody>
        </p:sp>
        <p:sp>
          <p:nvSpPr>
            <p:cNvPr id="643" name="Google Shape;643;g3f85ecfd79d_2_1191"/>
            <p:cNvSpPr/>
            <p:nvPr/>
          </p:nvSpPr>
          <p:spPr>
            <a:xfrm>
              <a:off x="5056187" y="1144588"/>
              <a:ext cx="57600" cy="177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Roboto"/>
                <a:buNone/>
              </a:pPr>
              <a:r>
                <a:rPr b="1" i="0" lang="en-US" sz="1600" u="none" cap="none" strike="noStrike">
                  <a:solidFill>
                    <a:schemeClr val="lt1"/>
                  </a:solidFill>
                  <a:latin typeface="League Spartan"/>
                  <a:ea typeface="League Spartan"/>
                  <a:cs typeface="League Spartan"/>
                  <a:sym typeface="League Spartan"/>
                </a:rPr>
                <a:t>-</a:t>
              </a:r>
              <a:endParaRPr i="0" sz="1600" u="none" cap="none" strike="noStrike">
                <a:solidFill>
                  <a:schemeClr val="lt1"/>
                </a:solidFill>
                <a:latin typeface="League Spartan"/>
                <a:ea typeface="League Spartan"/>
                <a:cs typeface="League Spartan"/>
                <a:sym typeface="League Spartan"/>
              </a:endParaRPr>
            </a:p>
          </p:txBody>
        </p:sp>
        <p:sp>
          <p:nvSpPr>
            <p:cNvPr id="644" name="Google Shape;644;g3f85ecfd79d_2_1191"/>
            <p:cNvSpPr/>
            <p:nvPr/>
          </p:nvSpPr>
          <p:spPr>
            <a:xfrm>
              <a:off x="5103812" y="1144588"/>
              <a:ext cx="229200" cy="177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Roboto"/>
                <a:buNone/>
              </a:pPr>
              <a:r>
                <a:rPr b="1" i="0" lang="en-US" sz="1600" u="none" cap="none" strike="noStrike">
                  <a:solidFill>
                    <a:schemeClr val="lt1"/>
                  </a:solidFill>
                  <a:latin typeface="League Spartan"/>
                  <a:ea typeface="League Spartan"/>
                  <a:cs typeface="League Spartan"/>
                  <a:sym typeface="League Spartan"/>
                </a:rPr>
                <a:t>Oct</a:t>
              </a:r>
              <a:endParaRPr i="0" sz="1600" u="none" cap="none" strike="noStrike">
                <a:solidFill>
                  <a:schemeClr val="lt1"/>
                </a:solidFill>
                <a:latin typeface="League Spartan"/>
                <a:ea typeface="League Spartan"/>
                <a:cs typeface="League Spartan"/>
                <a:sym typeface="League Spartan"/>
              </a:endParaRPr>
            </a:p>
          </p:txBody>
        </p:sp>
      </p:grpSp>
      <p:grpSp>
        <p:nvGrpSpPr>
          <p:cNvPr id="645" name="Google Shape;645;g3f85ecfd79d_2_1191"/>
          <p:cNvGrpSpPr/>
          <p:nvPr/>
        </p:nvGrpSpPr>
        <p:grpSpPr>
          <a:xfrm>
            <a:off x="8224838" y="2667903"/>
            <a:ext cx="672413" cy="265500"/>
            <a:chOff x="5532437" y="1144588"/>
            <a:chExt cx="448275" cy="177000"/>
          </a:xfrm>
        </p:grpSpPr>
        <p:sp>
          <p:nvSpPr>
            <p:cNvPr id="646" name="Google Shape;646;g3f85ecfd79d_2_1191"/>
            <p:cNvSpPr/>
            <p:nvPr/>
          </p:nvSpPr>
          <p:spPr>
            <a:xfrm>
              <a:off x="5532437" y="1144588"/>
              <a:ext cx="169800" cy="177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Roboto"/>
                <a:buNone/>
              </a:pPr>
              <a:r>
                <a:rPr b="1" i="0" lang="en-US" sz="1600" u="none" cap="none" strike="noStrike">
                  <a:solidFill>
                    <a:schemeClr val="lt1"/>
                  </a:solidFill>
                  <a:latin typeface="League Spartan"/>
                  <a:ea typeface="League Spartan"/>
                  <a:cs typeface="League Spartan"/>
                  <a:sym typeface="League Spartan"/>
                </a:rPr>
                <a:t>21</a:t>
              </a:r>
              <a:endParaRPr i="0" sz="1600" u="none" cap="none" strike="noStrike">
                <a:solidFill>
                  <a:schemeClr val="lt1"/>
                </a:solidFill>
                <a:latin typeface="League Spartan"/>
                <a:ea typeface="League Spartan"/>
                <a:cs typeface="League Spartan"/>
                <a:sym typeface="League Spartan"/>
              </a:endParaRPr>
            </a:p>
          </p:txBody>
        </p:sp>
        <p:sp>
          <p:nvSpPr>
            <p:cNvPr id="647" name="Google Shape;647;g3f85ecfd79d_2_1191"/>
            <p:cNvSpPr/>
            <p:nvPr/>
          </p:nvSpPr>
          <p:spPr>
            <a:xfrm>
              <a:off x="5703887" y="1144588"/>
              <a:ext cx="57600" cy="177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Roboto"/>
                <a:buNone/>
              </a:pPr>
              <a:r>
                <a:rPr b="1" i="0" lang="en-US" sz="1600" u="none" cap="none" strike="noStrike">
                  <a:solidFill>
                    <a:schemeClr val="lt1"/>
                  </a:solidFill>
                  <a:latin typeface="League Spartan"/>
                  <a:ea typeface="League Spartan"/>
                  <a:cs typeface="League Spartan"/>
                  <a:sym typeface="League Spartan"/>
                </a:rPr>
                <a:t>-</a:t>
              </a:r>
              <a:endParaRPr i="0" sz="1600" u="none" cap="none" strike="noStrike">
                <a:solidFill>
                  <a:schemeClr val="lt1"/>
                </a:solidFill>
                <a:latin typeface="League Spartan"/>
                <a:ea typeface="League Spartan"/>
                <a:cs typeface="League Spartan"/>
                <a:sym typeface="League Spartan"/>
              </a:endParaRPr>
            </a:p>
          </p:txBody>
        </p:sp>
        <p:sp>
          <p:nvSpPr>
            <p:cNvPr id="648" name="Google Shape;648;g3f85ecfd79d_2_1191"/>
            <p:cNvSpPr/>
            <p:nvPr/>
          </p:nvSpPr>
          <p:spPr>
            <a:xfrm>
              <a:off x="5751512" y="1144588"/>
              <a:ext cx="229200" cy="177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Roboto"/>
                <a:buNone/>
              </a:pPr>
              <a:r>
                <a:rPr b="1" i="0" lang="en-US" sz="1600" u="none" cap="none" strike="noStrike">
                  <a:solidFill>
                    <a:schemeClr val="lt1"/>
                  </a:solidFill>
                  <a:latin typeface="League Spartan"/>
                  <a:ea typeface="League Spartan"/>
                  <a:cs typeface="League Spartan"/>
                  <a:sym typeface="League Spartan"/>
                </a:rPr>
                <a:t>Oct</a:t>
              </a:r>
              <a:endParaRPr i="0" sz="1600" u="none" cap="none" strike="noStrike">
                <a:solidFill>
                  <a:schemeClr val="lt1"/>
                </a:solidFill>
                <a:latin typeface="League Spartan"/>
                <a:ea typeface="League Spartan"/>
                <a:cs typeface="League Spartan"/>
                <a:sym typeface="League Spartan"/>
              </a:endParaRPr>
            </a:p>
          </p:txBody>
        </p:sp>
      </p:grpSp>
      <p:grpSp>
        <p:nvGrpSpPr>
          <p:cNvPr id="649" name="Google Shape;649;g3f85ecfd79d_2_1191"/>
          <p:cNvGrpSpPr/>
          <p:nvPr/>
        </p:nvGrpSpPr>
        <p:grpSpPr>
          <a:xfrm>
            <a:off x="9160496" y="2667903"/>
            <a:ext cx="674795" cy="265500"/>
            <a:chOff x="6178550" y="1144588"/>
            <a:chExt cx="449863" cy="177000"/>
          </a:xfrm>
        </p:grpSpPr>
        <p:sp>
          <p:nvSpPr>
            <p:cNvPr id="650" name="Google Shape;650;g3f85ecfd79d_2_1191"/>
            <p:cNvSpPr/>
            <p:nvPr/>
          </p:nvSpPr>
          <p:spPr>
            <a:xfrm>
              <a:off x="6178550" y="1144588"/>
              <a:ext cx="169800" cy="177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Roboto"/>
                <a:buNone/>
              </a:pPr>
              <a:r>
                <a:rPr b="1" i="0" lang="en-US" sz="1600" u="none" cap="none" strike="noStrike">
                  <a:solidFill>
                    <a:schemeClr val="lt1"/>
                  </a:solidFill>
                  <a:latin typeface="League Spartan"/>
                  <a:ea typeface="League Spartan"/>
                  <a:cs typeface="League Spartan"/>
                  <a:sym typeface="League Spartan"/>
                </a:rPr>
                <a:t>28</a:t>
              </a:r>
              <a:endParaRPr i="0" sz="1600" u="none" cap="none" strike="noStrike">
                <a:solidFill>
                  <a:schemeClr val="lt1"/>
                </a:solidFill>
                <a:latin typeface="League Spartan"/>
                <a:ea typeface="League Spartan"/>
                <a:cs typeface="League Spartan"/>
                <a:sym typeface="League Spartan"/>
              </a:endParaRPr>
            </a:p>
          </p:txBody>
        </p:sp>
        <p:sp>
          <p:nvSpPr>
            <p:cNvPr id="651" name="Google Shape;651;g3f85ecfd79d_2_1191"/>
            <p:cNvSpPr/>
            <p:nvPr/>
          </p:nvSpPr>
          <p:spPr>
            <a:xfrm>
              <a:off x="6351588" y="1144588"/>
              <a:ext cx="57600" cy="177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Roboto"/>
                <a:buNone/>
              </a:pPr>
              <a:r>
                <a:rPr b="1" i="0" lang="en-US" sz="1600" u="none" cap="none" strike="noStrike">
                  <a:solidFill>
                    <a:schemeClr val="lt1"/>
                  </a:solidFill>
                  <a:latin typeface="League Spartan"/>
                  <a:ea typeface="League Spartan"/>
                  <a:cs typeface="League Spartan"/>
                  <a:sym typeface="League Spartan"/>
                </a:rPr>
                <a:t>-</a:t>
              </a:r>
              <a:endParaRPr i="0" sz="1600" u="none" cap="none" strike="noStrike">
                <a:solidFill>
                  <a:schemeClr val="lt1"/>
                </a:solidFill>
                <a:latin typeface="League Spartan"/>
                <a:ea typeface="League Spartan"/>
                <a:cs typeface="League Spartan"/>
                <a:sym typeface="League Spartan"/>
              </a:endParaRPr>
            </a:p>
          </p:txBody>
        </p:sp>
        <p:sp>
          <p:nvSpPr>
            <p:cNvPr id="652" name="Google Shape;652;g3f85ecfd79d_2_1191"/>
            <p:cNvSpPr/>
            <p:nvPr/>
          </p:nvSpPr>
          <p:spPr>
            <a:xfrm>
              <a:off x="6399213" y="1144588"/>
              <a:ext cx="229200" cy="177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Roboto"/>
                <a:buNone/>
              </a:pPr>
              <a:r>
                <a:rPr b="1" i="0" lang="en-US" sz="1600" u="none" cap="none" strike="noStrike">
                  <a:solidFill>
                    <a:schemeClr val="lt1"/>
                  </a:solidFill>
                  <a:latin typeface="League Spartan"/>
                  <a:ea typeface="League Spartan"/>
                  <a:cs typeface="League Spartan"/>
                  <a:sym typeface="League Spartan"/>
                </a:rPr>
                <a:t>Oct</a:t>
              </a:r>
              <a:endParaRPr i="0" sz="1600" u="none" cap="none" strike="noStrike">
                <a:solidFill>
                  <a:schemeClr val="lt1"/>
                </a:solidFill>
                <a:latin typeface="League Spartan"/>
                <a:ea typeface="League Spartan"/>
                <a:cs typeface="League Spartan"/>
                <a:sym typeface="League Spartan"/>
              </a:endParaRPr>
            </a:p>
          </p:txBody>
        </p:sp>
      </p:grpSp>
      <p:grpSp>
        <p:nvGrpSpPr>
          <p:cNvPr id="653" name="Google Shape;653;g3f85ecfd79d_2_1191"/>
          <p:cNvGrpSpPr/>
          <p:nvPr/>
        </p:nvGrpSpPr>
        <p:grpSpPr>
          <a:xfrm>
            <a:off x="10119905" y="2667903"/>
            <a:ext cx="591975" cy="265500"/>
            <a:chOff x="6854825" y="1144588"/>
            <a:chExt cx="394650" cy="177000"/>
          </a:xfrm>
        </p:grpSpPr>
        <p:sp>
          <p:nvSpPr>
            <p:cNvPr id="654" name="Google Shape;654;g3f85ecfd79d_2_1191"/>
            <p:cNvSpPr/>
            <p:nvPr/>
          </p:nvSpPr>
          <p:spPr>
            <a:xfrm>
              <a:off x="6854825" y="1144588"/>
              <a:ext cx="84900" cy="177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Roboto"/>
                <a:buNone/>
              </a:pPr>
              <a:r>
                <a:rPr b="1" i="0" lang="en-US" sz="1600" u="none" cap="none" strike="noStrike">
                  <a:solidFill>
                    <a:schemeClr val="lt1"/>
                  </a:solidFill>
                  <a:latin typeface="League Spartan"/>
                  <a:ea typeface="League Spartan"/>
                  <a:cs typeface="League Spartan"/>
                  <a:sym typeface="League Spartan"/>
                </a:rPr>
                <a:t>4</a:t>
              </a:r>
              <a:endParaRPr i="0" sz="1600" u="none" cap="none" strike="noStrike">
                <a:solidFill>
                  <a:schemeClr val="lt1"/>
                </a:solidFill>
                <a:latin typeface="League Spartan"/>
                <a:ea typeface="League Spartan"/>
                <a:cs typeface="League Spartan"/>
                <a:sym typeface="League Spartan"/>
              </a:endParaRPr>
            </a:p>
          </p:txBody>
        </p:sp>
        <p:sp>
          <p:nvSpPr>
            <p:cNvPr id="655" name="Google Shape;655;g3f85ecfd79d_2_1191"/>
            <p:cNvSpPr/>
            <p:nvPr/>
          </p:nvSpPr>
          <p:spPr>
            <a:xfrm>
              <a:off x="6940550" y="1144588"/>
              <a:ext cx="57600" cy="177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Roboto"/>
                <a:buNone/>
              </a:pPr>
              <a:r>
                <a:rPr b="1" i="0" lang="en-US" sz="1600" u="none" cap="none" strike="noStrike">
                  <a:solidFill>
                    <a:schemeClr val="lt1"/>
                  </a:solidFill>
                  <a:latin typeface="League Spartan"/>
                  <a:ea typeface="League Spartan"/>
                  <a:cs typeface="League Spartan"/>
                  <a:sym typeface="League Spartan"/>
                </a:rPr>
                <a:t>-</a:t>
              </a:r>
              <a:endParaRPr i="0" sz="1600" u="none" cap="none" strike="noStrike">
                <a:solidFill>
                  <a:schemeClr val="lt1"/>
                </a:solidFill>
                <a:latin typeface="League Spartan"/>
                <a:ea typeface="League Spartan"/>
                <a:cs typeface="League Spartan"/>
                <a:sym typeface="League Spartan"/>
              </a:endParaRPr>
            </a:p>
          </p:txBody>
        </p:sp>
        <p:sp>
          <p:nvSpPr>
            <p:cNvPr id="656" name="Google Shape;656;g3f85ecfd79d_2_1191"/>
            <p:cNvSpPr/>
            <p:nvPr/>
          </p:nvSpPr>
          <p:spPr>
            <a:xfrm>
              <a:off x="6988175" y="1144588"/>
              <a:ext cx="261300" cy="177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Roboto"/>
                <a:buNone/>
              </a:pPr>
              <a:r>
                <a:rPr b="1" i="0" lang="en-US" sz="1600" u="none" cap="none" strike="noStrike">
                  <a:solidFill>
                    <a:schemeClr val="lt1"/>
                  </a:solidFill>
                  <a:latin typeface="League Spartan"/>
                  <a:ea typeface="League Spartan"/>
                  <a:cs typeface="League Spartan"/>
                  <a:sym typeface="League Spartan"/>
                </a:rPr>
                <a:t>Nov</a:t>
              </a:r>
              <a:endParaRPr i="0" sz="1600" u="none" cap="none" strike="noStrike">
                <a:solidFill>
                  <a:schemeClr val="lt1"/>
                </a:solidFill>
                <a:latin typeface="League Spartan"/>
                <a:ea typeface="League Spartan"/>
                <a:cs typeface="League Spartan"/>
                <a:sym typeface="League Spartan"/>
              </a:endParaRPr>
            </a:p>
          </p:txBody>
        </p:sp>
      </p:grpSp>
      <p:grpSp>
        <p:nvGrpSpPr>
          <p:cNvPr id="657" name="Google Shape;657;g3f85ecfd79d_2_1191"/>
          <p:cNvGrpSpPr/>
          <p:nvPr/>
        </p:nvGrpSpPr>
        <p:grpSpPr>
          <a:xfrm>
            <a:off x="10973582" y="2667903"/>
            <a:ext cx="720563" cy="265500"/>
            <a:chOff x="7454900" y="1144588"/>
            <a:chExt cx="480375" cy="177000"/>
          </a:xfrm>
        </p:grpSpPr>
        <p:sp>
          <p:nvSpPr>
            <p:cNvPr id="658" name="Google Shape;658;g3f85ecfd79d_2_1191"/>
            <p:cNvSpPr/>
            <p:nvPr/>
          </p:nvSpPr>
          <p:spPr>
            <a:xfrm>
              <a:off x="7454900" y="1144588"/>
              <a:ext cx="169800" cy="177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Roboto"/>
                <a:buNone/>
              </a:pPr>
              <a:r>
                <a:rPr b="1" i="0" lang="en-US" sz="1600" u="none" cap="none" strike="noStrike">
                  <a:solidFill>
                    <a:schemeClr val="lt1"/>
                  </a:solidFill>
                  <a:latin typeface="League Spartan"/>
                  <a:ea typeface="League Spartan"/>
                  <a:cs typeface="League Spartan"/>
                  <a:sym typeface="League Spartan"/>
                </a:rPr>
                <a:t>11</a:t>
              </a:r>
              <a:endParaRPr i="0" sz="1600" u="none" cap="none" strike="noStrike">
                <a:solidFill>
                  <a:schemeClr val="lt1"/>
                </a:solidFill>
                <a:latin typeface="League Spartan"/>
                <a:ea typeface="League Spartan"/>
                <a:cs typeface="League Spartan"/>
                <a:sym typeface="League Spartan"/>
              </a:endParaRPr>
            </a:p>
          </p:txBody>
        </p:sp>
        <p:sp>
          <p:nvSpPr>
            <p:cNvPr id="659" name="Google Shape;659;g3f85ecfd79d_2_1191"/>
            <p:cNvSpPr/>
            <p:nvPr/>
          </p:nvSpPr>
          <p:spPr>
            <a:xfrm>
              <a:off x="7626350" y="1144588"/>
              <a:ext cx="57600" cy="177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Roboto"/>
                <a:buNone/>
              </a:pPr>
              <a:r>
                <a:rPr b="1" i="0" lang="en-US" sz="1600" u="none" cap="none" strike="noStrike">
                  <a:solidFill>
                    <a:schemeClr val="lt1"/>
                  </a:solidFill>
                  <a:latin typeface="League Spartan"/>
                  <a:ea typeface="League Spartan"/>
                  <a:cs typeface="League Spartan"/>
                  <a:sym typeface="League Spartan"/>
                </a:rPr>
                <a:t>-</a:t>
              </a:r>
              <a:endParaRPr i="0" sz="1600" u="none" cap="none" strike="noStrike">
                <a:solidFill>
                  <a:schemeClr val="lt1"/>
                </a:solidFill>
                <a:latin typeface="League Spartan"/>
                <a:ea typeface="League Spartan"/>
                <a:cs typeface="League Spartan"/>
                <a:sym typeface="League Spartan"/>
              </a:endParaRPr>
            </a:p>
          </p:txBody>
        </p:sp>
        <p:sp>
          <p:nvSpPr>
            <p:cNvPr id="660" name="Google Shape;660;g3f85ecfd79d_2_1191"/>
            <p:cNvSpPr/>
            <p:nvPr/>
          </p:nvSpPr>
          <p:spPr>
            <a:xfrm>
              <a:off x="7673975" y="1144588"/>
              <a:ext cx="261300" cy="177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Roboto"/>
                <a:buNone/>
              </a:pPr>
              <a:r>
                <a:rPr b="1" i="0" lang="en-US" sz="1600" u="none" cap="none" strike="noStrike">
                  <a:solidFill>
                    <a:schemeClr val="lt1"/>
                  </a:solidFill>
                  <a:latin typeface="League Spartan"/>
                  <a:ea typeface="League Spartan"/>
                  <a:cs typeface="League Spartan"/>
                  <a:sym typeface="League Spartan"/>
                </a:rPr>
                <a:t>Nov</a:t>
              </a:r>
              <a:endParaRPr i="0" sz="1600" u="none" cap="none" strike="noStrike">
                <a:solidFill>
                  <a:schemeClr val="lt1"/>
                </a:solidFill>
                <a:latin typeface="League Spartan"/>
                <a:ea typeface="League Spartan"/>
                <a:cs typeface="League Spartan"/>
                <a:sym typeface="League Spartan"/>
              </a:endParaRPr>
            </a:p>
          </p:txBody>
        </p:sp>
      </p:grpSp>
      <p:grpSp>
        <p:nvGrpSpPr>
          <p:cNvPr id="661" name="Google Shape;661;g3f85ecfd79d_2_1191"/>
          <p:cNvGrpSpPr/>
          <p:nvPr/>
        </p:nvGrpSpPr>
        <p:grpSpPr>
          <a:xfrm>
            <a:off x="11891552" y="2667903"/>
            <a:ext cx="720563" cy="265500"/>
            <a:chOff x="8102600" y="1144588"/>
            <a:chExt cx="480375" cy="177000"/>
          </a:xfrm>
        </p:grpSpPr>
        <p:sp>
          <p:nvSpPr>
            <p:cNvPr id="662" name="Google Shape;662;g3f85ecfd79d_2_1191"/>
            <p:cNvSpPr/>
            <p:nvPr/>
          </p:nvSpPr>
          <p:spPr>
            <a:xfrm>
              <a:off x="8102600" y="1144588"/>
              <a:ext cx="169800" cy="177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Roboto"/>
                <a:buNone/>
              </a:pPr>
              <a:r>
                <a:rPr b="1" i="0" lang="en-US" sz="1600" u="none" cap="none" strike="noStrike">
                  <a:solidFill>
                    <a:schemeClr val="lt1"/>
                  </a:solidFill>
                  <a:latin typeface="League Spartan"/>
                  <a:ea typeface="League Spartan"/>
                  <a:cs typeface="League Spartan"/>
                  <a:sym typeface="League Spartan"/>
                </a:rPr>
                <a:t>18</a:t>
              </a:r>
              <a:endParaRPr i="0" sz="1600" u="none" cap="none" strike="noStrike">
                <a:solidFill>
                  <a:schemeClr val="lt1"/>
                </a:solidFill>
                <a:latin typeface="League Spartan"/>
                <a:ea typeface="League Spartan"/>
                <a:cs typeface="League Spartan"/>
                <a:sym typeface="League Spartan"/>
              </a:endParaRPr>
            </a:p>
          </p:txBody>
        </p:sp>
        <p:sp>
          <p:nvSpPr>
            <p:cNvPr id="663" name="Google Shape;663;g3f85ecfd79d_2_1191"/>
            <p:cNvSpPr/>
            <p:nvPr/>
          </p:nvSpPr>
          <p:spPr>
            <a:xfrm>
              <a:off x="8274050" y="1144588"/>
              <a:ext cx="57600" cy="177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Roboto"/>
                <a:buNone/>
              </a:pPr>
              <a:r>
                <a:rPr b="1" i="0" lang="en-US" sz="1600" u="none" cap="none" strike="noStrike">
                  <a:solidFill>
                    <a:schemeClr val="lt1"/>
                  </a:solidFill>
                  <a:latin typeface="League Spartan"/>
                  <a:ea typeface="League Spartan"/>
                  <a:cs typeface="League Spartan"/>
                  <a:sym typeface="League Spartan"/>
                </a:rPr>
                <a:t>-</a:t>
              </a:r>
              <a:endParaRPr i="0" sz="1600" u="none" cap="none" strike="noStrike">
                <a:solidFill>
                  <a:schemeClr val="lt1"/>
                </a:solidFill>
                <a:latin typeface="League Spartan"/>
                <a:ea typeface="League Spartan"/>
                <a:cs typeface="League Spartan"/>
                <a:sym typeface="League Spartan"/>
              </a:endParaRPr>
            </a:p>
          </p:txBody>
        </p:sp>
        <p:sp>
          <p:nvSpPr>
            <p:cNvPr id="664" name="Google Shape;664;g3f85ecfd79d_2_1191"/>
            <p:cNvSpPr/>
            <p:nvPr/>
          </p:nvSpPr>
          <p:spPr>
            <a:xfrm>
              <a:off x="8321675" y="1144588"/>
              <a:ext cx="261300" cy="177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Roboto"/>
                <a:buNone/>
              </a:pPr>
              <a:r>
                <a:rPr b="1" i="0" lang="en-US" sz="1600" u="none" cap="none" strike="noStrike">
                  <a:solidFill>
                    <a:schemeClr val="lt1"/>
                  </a:solidFill>
                  <a:latin typeface="League Spartan"/>
                  <a:ea typeface="League Spartan"/>
                  <a:cs typeface="League Spartan"/>
                  <a:sym typeface="League Spartan"/>
                </a:rPr>
                <a:t>Nov</a:t>
              </a:r>
              <a:endParaRPr i="0" sz="1600" u="none" cap="none" strike="noStrike">
                <a:solidFill>
                  <a:schemeClr val="lt1"/>
                </a:solidFill>
                <a:latin typeface="League Spartan"/>
                <a:ea typeface="League Spartan"/>
                <a:cs typeface="League Spartan"/>
                <a:sym typeface="League Spartan"/>
              </a:endParaRPr>
            </a:p>
          </p:txBody>
        </p:sp>
      </p:grpSp>
      <p:grpSp>
        <p:nvGrpSpPr>
          <p:cNvPr id="665" name="Google Shape;665;g3f85ecfd79d_2_1191"/>
          <p:cNvGrpSpPr/>
          <p:nvPr/>
        </p:nvGrpSpPr>
        <p:grpSpPr>
          <a:xfrm>
            <a:off x="12816666" y="2667903"/>
            <a:ext cx="722943" cy="265500"/>
            <a:chOff x="8748713" y="1144588"/>
            <a:chExt cx="481962" cy="177000"/>
          </a:xfrm>
        </p:grpSpPr>
        <p:sp>
          <p:nvSpPr>
            <p:cNvPr id="666" name="Google Shape;666;g3f85ecfd79d_2_1191"/>
            <p:cNvSpPr/>
            <p:nvPr/>
          </p:nvSpPr>
          <p:spPr>
            <a:xfrm>
              <a:off x="8748713" y="1144588"/>
              <a:ext cx="174600" cy="177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Roboto"/>
                <a:buNone/>
              </a:pPr>
              <a:r>
                <a:rPr b="1" i="0" lang="en-US" sz="1600" u="none" cap="none" strike="noStrike">
                  <a:solidFill>
                    <a:schemeClr val="lt1"/>
                  </a:solidFill>
                  <a:latin typeface="League Spartan"/>
                  <a:ea typeface="League Spartan"/>
                  <a:cs typeface="League Spartan"/>
                  <a:sym typeface="League Spartan"/>
                </a:rPr>
                <a:t>25</a:t>
              </a:r>
              <a:endParaRPr i="0" sz="1600" u="none" cap="none" strike="noStrike">
                <a:solidFill>
                  <a:schemeClr val="lt1"/>
                </a:solidFill>
                <a:latin typeface="League Spartan"/>
                <a:ea typeface="League Spartan"/>
                <a:cs typeface="League Spartan"/>
                <a:sym typeface="League Spartan"/>
              </a:endParaRPr>
            </a:p>
          </p:txBody>
        </p:sp>
        <p:sp>
          <p:nvSpPr>
            <p:cNvPr id="667" name="Google Shape;667;g3f85ecfd79d_2_1191"/>
            <p:cNvSpPr/>
            <p:nvPr/>
          </p:nvSpPr>
          <p:spPr>
            <a:xfrm>
              <a:off x="8921750" y="1144588"/>
              <a:ext cx="57600" cy="177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Roboto"/>
                <a:buNone/>
              </a:pPr>
              <a:r>
                <a:rPr b="1" i="0" lang="en-US" sz="1600" u="none" cap="none" strike="noStrike">
                  <a:solidFill>
                    <a:schemeClr val="lt1"/>
                  </a:solidFill>
                  <a:latin typeface="League Spartan"/>
                  <a:ea typeface="League Spartan"/>
                  <a:cs typeface="League Spartan"/>
                  <a:sym typeface="League Spartan"/>
                </a:rPr>
                <a:t>-</a:t>
              </a:r>
              <a:endParaRPr i="0" sz="1600" u="none" cap="none" strike="noStrike">
                <a:solidFill>
                  <a:schemeClr val="lt1"/>
                </a:solidFill>
                <a:latin typeface="League Spartan"/>
                <a:ea typeface="League Spartan"/>
                <a:cs typeface="League Spartan"/>
                <a:sym typeface="League Spartan"/>
              </a:endParaRPr>
            </a:p>
          </p:txBody>
        </p:sp>
        <p:sp>
          <p:nvSpPr>
            <p:cNvPr id="668" name="Google Shape;668;g3f85ecfd79d_2_1191"/>
            <p:cNvSpPr/>
            <p:nvPr/>
          </p:nvSpPr>
          <p:spPr>
            <a:xfrm>
              <a:off x="8969375" y="1144588"/>
              <a:ext cx="261300" cy="177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Roboto"/>
                <a:buNone/>
              </a:pPr>
              <a:r>
                <a:rPr b="1" i="0" lang="en-US" sz="1600" u="none" cap="none" strike="noStrike">
                  <a:solidFill>
                    <a:schemeClr val="lt1"/>
                  </a:solidFill>
                  <a:latin typeface="League Spartan"/>
                  <a:ea typeface="League Spartan"/>
                  <a:cs typeface="League Spartan"/>
                  <a:sym typeface="League Spartan"/>
                </a:rPr>
                <a:t>Nov</a:t>
              </a:r>
              <a:endParaRPr i="0" sz="1600" u="none" cap="none" strike="noStrike">
                <a:solidFill>
                  <a:schemeClr val="lt1"/>
                </a:solidFill>
                <a:latin typeface="League Spartan"/>
                <a:ea typeface="League Spartan"/>
                <a:cs typeface="League Spartan"/>
                <a:sym typeface="League Spartan"/>
              </a:endParaRPr>
            </a:p>
          </p:txBody>
        </p:sp>
      </p:grpSp>
      <p:grpSp>
        <p:nvGrpSpPr>
          <p:cNvPr id="669" name="Google Shape;669;g3f85ecfd79d_2_1191"/>
          <p:cNvGrpSpPr/>
          <p:nvPr/>
        </p:nvGrpSpPr>
        <p:grpSpPr>
          <a:xfrm>
            <a:off x="13805013" y="2667903"/>
            <a:ext cx="579825" cy="265500"/>
            <a:chOff x="9453563" y="1144588"/>
            <a:chExt cx="386550" cy="177000"/>
          </a:xfrm>
        </p:grpSpPr>
        <p:sp>
          <p:nvSpPr>
            <p:cNvPr id="670" name="Google Shape;670;g3f85ecfd79d_2_1191"/>
            <p:cNvSpPr/>
            <p:nvPr/>
          </p:nvSpPr>
          <p:spPr>
            <a:xfrm>
              <a:off x="9453563" y="1144588"/>
              <a:ext cx="86700" cy="177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Roboto"/>
                <a:buNone/>
              </a:pPr>
              <a:r>
                <a:rPr b="1" i="0" lang="en-US" sz="1600" u="none" cap="none" strike="noStrike">
                  <a:solidFill>
                    <a:schemeClr val="lt1"/>
                  </a:solidFill>
                  <a:latin typeface="League Spartan"/>
                  <a:ea typeface="League Spartan"/>
                  <a:cs typeface="League Spartan"/>
                  <a:sym typeface="League Spartan"/>
                </a:rPr>
                <a:t>2</a:t>
              </a:r>
              <a:endParaRPr i="0" sz="1600" u="none" cap="none" strike="noStrike">
                <a:solidFill>
                  <a:schemeClr val="lt1"/>
                </a:solidFill>
                <a:latin typeface="League Spartan"/>
                <a:ea typeface="League Spartan"/>
                <a:cs typeface="League Spartan"/>
                <a:sym typeface="League Spartan"/>
              </a:endParaRPr>
            </a:p>
          </p:txBody>
        </p:sp>
        <p:sp>
          <p:nvSpPr>
            <p:cNvPr id="671" name="Google Shape;671;g3f85ecfd79d_2_1191"/>
            <p:cNvSpPr/>
            <p:nvPr/>
          </p:nvSpPr>
          <p:spPr>
            <a:xfrm>
              <a:off x="9539288" y="1144588"/>
              <a:ext cx="57600" cy="177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Roboto"/>
                <a:buNone/>
              </a:pPr>
              <a:r>
                <a:rPr b="1" i="0" lang="en-US" sz="1600" u="none" cap="none" strike="noStrike">
                  <a:solidFill>
                    <a:schemeClr val="lt1"/>
                  </a:solidFill>
                  <a:latin typeface="League Spartan"/>
                  <a:ea typeface="League Spartan"/>
                  <a:cs typeface="League Spartan"/>
                  <a:sym typeface="League Spartan"/>
                </a:rPr>
                <a:t>-</a:t>
              </a:r>
              <a:endParaRPr i="0" sz="1600" u="none" cap="none" strike="noStrike">
                <a:solidFill>
                  <a:schemeClr val="lt1"/>
                </a:solidFill>
                <a:latin typeface="League Spartan"/>
                <a:ea typeface="League Spartan"/>
                <a:cs typeface="League Spartan"/>
                <a:sym typeface="League Spartan"/>
              </a:endParaRPr>
            </a:p>
          </p:txBody>
        </p:sp>
        <p:sp>
          <p:nvSpPr>
            <p:cNvPr id="672" name="Google Shape;672;g3f85ecfd79d_2_1191"/>
            <p:cNvSpPr/>
            <p:nvPr/>
          </p:nvSpPr>
          <p:spPr>
            <a:xfrm>
              <a:off x="9586913" y="1144588"/>
              <a:ext cx="253200" cy="177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Roboto"/>
                <a:buNone/>
              </a:pPr>
              <a:r>
                <a:rPr b="1" i="0" lang="en-US" sz="1600" u="none" cap="none" strike="noStrike">
                  <a:solidFill>
                    <a:schemeClr val="lt1"/>
                  </a:solidFill>
                  <a:latin typeface="League Spartan"/>
                  <a:ea typeface="League Spartan"/>
                  <a:cs typeface="League Spartan"/>
                  <a:sym typeface="League Spartan"/>
                </a:rPr>
                <a:t>Dec</a:t>
              </a:r>
              <a:endParaRPr i="0" sz="1600" u="none" cap="none" strike="noStrike">
                <a:solidFill>
                  <a:schemeClr val="lt1"/>
                </a:solidFill>
                <a:latin typeface="League Spartan"/>
                <a:ea typeface="League Spartan"/>
                <a:cs typeface="League Spartan"/>
                <a:sym typeface="League Spartan"/>
              </a:endParaRPr>
            </a:p>
          </p:txBody>
        </p:sp>
      </p:grpSp>
      <p:grpSp>
        <p:nvGrpSpPr>
          <p:cNvPr id="673" name="Google Shape;673;g3f85ecfd79d_2_1191"/>
          <p:cNvGrpSpPr/>
          <p:nvPr/>
        </p:nvGrpSpPr>
        <p:grpSpPr>
          <a:xfrm>
            <a:off x="14713394" y="2667903"/>
            <a:ext cx="579825" cy="265500"/>
            <a:chOff x="10101263" y="1144588"/>
            <a:chExt cx="386550" cy="177000"/>
          </a:xfrm>
        </p:grpSpPr>
        <p:sp>
          <p:nvSpPr>
            <p:cNvPr id="674" name="Google Shape;674;g3f85ecfd79d_2_1191"/>
            <p:cNvSpPr/>
            <p:nvPr/>
          </p:nvSpPr>
          <p:spPr>
            <a:xfrm>
              <a:off x="10101263" y="1144588"/>
              <a:ext cx="84900" cy="177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Roboto"/>
                <a:buNone/>
              </a:pPr>
              <a:r>
                <a:rPr b="1" i="0" lang="en-US" sz="1600" u="none" cap="none" strike="noStrike">
                  <a:solidFill>
                    <a:schemeClr val="lt1"/>
                  </a:solidFill>
                  <a:latin typeface="League Spartan"/>
                  <a:ea typeface="League Spartan"/>
                  <a:cs typeface="League Spartan"/>
                  <a:sym typeface="League Spartan"/>
                </a:rPr>
                <a:t>9</a:t>
              </a:r>
              <a:endParaRPr i="0" sz="1600" u="none" cap="none" strike="noStrike">
                <a:solidFill>
                  <a:schemeClr val="lt1"/>
                </a:solidFill>
                <a:latin typeface="League Spartan"/>
                <a:ea typeface="League Spartan"/>
                <a:cs typeface="League Spartan"/>
                <a:sym typeface="League Spartan"/>
              </a:endParaRPr>
            </a:p>
          </p:txBody>
        </p:sp>
        <p:sp>
          <p:nvSpPr>
            <p:cNvPr id="675" name="Google Shape;675;g3f85ecfd79d_2_1191"/>
            <p:cNvSpPr/>
            <p:nvPr/>
          </p:nvSpPr>
          <p:spPr>
            <a:xfrm>
              <a:off x="10186988" y="1144588"/>
              <a:ext cx="57600" cy="177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Roboto"/>
                <a:buNone/>
              </a:pPr>
              <a:r>
                <a:rPr b="1" i="0" lang="en-US" sz="1600" u="none" cap="none" strike="noStrike">
                  <a:solidFill>
                    <a:schemeClr val="lt1"/>
                  </a:solidFill>
                  <a:latin typeface="League Spartan"/>
                  <a:ea typeface="League Spartan"/>
                  <a:cs typeface="League Spartan"/>
                  <a:sym typeface="League Spartan"/>
                </a:rPr>
                <a:t>-</a:t>
              </a:r>
              <a:endParaRPr i="0" sz="1600" u="none" cap="none" strike="noStrike">
                <a:solidFill>
                  <a:schemeClr val="lt1"/>
                </a:solidFill>
                <a:latin typeface="League Spartan"/>
                <a:ea typeface="League Spartan"/>
                <a:cs typeface="League Spartan"/>
                <a:sym typeface="League Spartan"/>
              </a:endParaRPr>
            </a:p>
          </p:txBody>
        </p:sp>
        <p:sp>
          <p:nvSpPr>
            <p:cNvPr id="676" name="Google Shape;676;g3f85ecfd79d_2_1191"/>
            <p:cNvSpPr/>
            <p:nvPr/>
          </p:nvSpPr>
          <p:spPr>
            <a:xfrm>
              <a:off x="10234613" y="1144588"/>
              <a:ext cx="253200" cy="177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Roboto"/>
                <a:buNone/>
              </a:pPr>
              <a:r>
                <a:rPr b="1" i="0" lang="en-US" sz="1600" u="none" cap="none" strike="noStrike">
                  <a:solidFill>
                    <a:schemeClr val="lt1"/>
                  </a:solidFill>
                  <a:latin typeface="League Spartan"/>
                  <a:ea typeface="League Spartan"/>
                  <a:cs typeface="League Spartan"/>
                  <a:sym typeface="League Spartan"/>
                </a:rPr>
                <a:t>Dec</a:t>
              </a:r>
              <a:endParaRPr i="0" sz="1600" u="none" cap="none" strike="noStrike">
                <a:solidFill>
                  <a:schemeClr val="lt1"/>
                </a:solidFill>
                <a:latin typeface="League Spartan"/>
                <a:ea typeface="League Spartan"/>
                <a:cs typeface="League Spartan"/>
                <a:sym typeface="League Spartan"/>
              </a:endParaRPr>
            </a:p>
          </p:txBody>
        </p:sp>
      </p:grpSp>
      <p:grpSp>
        <p:nvGrpSpPr>
          <p:cNvPr id="677" name="Google Shape;677;g3f85ecfd79d_2_1191"/>
          <p:cNvGrpSpPr/>
          <p:nvPr/>
        </p:nvGrpSpPr>
        <p:grpSpPr>
          <a:xfrm>
            <a:off x="15577787" y="2667903"/>
            <a:ext cx="708413" cy="265500"/>
            <a:chOff x="10710863" y="1144588"/>
            <a:chExt cx="472275" cy="177000"/>
          </a:xfrm>
        </p:grpSpPr>
        <p:sp>
          <p:nvSpPr>
            <p:cNvPr id="678" name="Google Shape;678;g3f85ecfd79d_2_1191"/>
            <p:cNvSpPr/>
            <p:nvPr/>
          </p:nvSpPr>
          <p:spPr>
            <a:xfrm>
              <a:off x="10710863" y="1144588"/>
              <a:ext cx="169800" cy="177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Roboto"/>
                <a:buNone/>
              </a:pPr>
              <a:r>
                <a:rPr b="1" i="0" lang="en-US" sz="1600" u="none" cap="none" strike="noStrike">
                  <a:solidFill>
                    <a:schemeClr val="lt1"/>
                  </a:solidFill>
                  <a:latin typeface="League Spartan"/>
                  <a:ea typeface="League Spartan"/>
                  <a:cs typeface="League Spartan"/>
                  <a:sym typeface="League Spartan"/>
                </a:rPr>
                <a:t>16</a:t>
              </a:r>
              <a:endParaRPr i="0" sz="1600" u="none" cap="none" strike="noStrike">
                <a:solidFill>
                  <a:schemeClr val="lt1"/>
                </a:solidFill>
                <a:latin typeface="League Spartan"/>
                <a:ea typeface="League Spartan"/>
                <a:cs typeface="League Spartan"/>
                <a:sym typeface="League Spartan"/>
              </a:endParaRPr>
            </a:p>
          </p:txBody>
        </p:sp>
        <p:sp>
          <p:nvSpPr>
            <p:cNvPr id="679" name="Google Shape;679;g3f85ecfd79d_2_1191"/>
            <p:cNvSpPr/>
            <p:nvPr/>
          </p:nvSpPr>
          <p:spPr>
            <a:xfrm>
              <a:off x="10882313" y="1144588"/>
              <a:ext cx="57600" cy="177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Roboto"/>
                <a:buNone/>
              </a:pPr>
              <a:r>
                <a:rPr b="1" i="0" lang="en-US" sz="1600" u="none" cap="none" strike="noStrike">
                  <a:solidFill>
                    <a:schemeClr val="lt1"/>
                  </a:solidFill>
                  <a:latin typeface="League Spartan"/>
                  <a:ea typeface="League Spartan"/>
                  <a:cs typeface="League Spartan"/>
                  <a:sym typeface="League Spartan"/>
                </a:rPr>
                <a:t>-</a:t>
              </a:r>
              <a:endParaRPr i="0" sz="1600" u="none" cap="none" strike="noStrike">
                <a:solidFill>
                  <a:schemeClr val="lt1"/>
                </a:solidFill>
                <a:latin typeface="League Spartan"/>
                <a:ea typeface="League Spartan"/>
                <a:cs typeface="League Spartan"/>
                <a:sym typeface="League Spartan"/>
              </a:endParaRPr>
            </a:p>
          </p:txBody>
        </p:sp>
        <p:sp>
          <p:nvSpPr>
            <p:cNvPr id="680" name="Google Shape;680;g3f85ecfd79d_2_1191"/>
            <p:cNvSpPr/>
            <p:nvPr/>
          </p:nvSpPr>
          <p:spPr>
            <a:xfrm>
              <a:off x="10929938" y="1144588"/>
              <a:ext cx="253200" cy="177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Roboto"/>
                <a:buNone/>
              </a:pPr>
              <a:r>
                <a:rPr b="1" i="0" lang="en-US" sz="1600" u="none" cap="none" strike="noStrike">
                  <a:solidFill>
                    <a:schemeClr val="lt1"/>
                  </a:solidFill>
                  <a:latin typeface="League Spartan"/>
                  <a:ea typeface="League Spartan"/>
                  <a:cs typeface="League Spartan"/>
                  <a:sym typeface="League Spartan"/>
                </a:rPr>
                <a:t>Dec</a:t>
              </a:r>
              <a:endParaRPr i="0" sz="1600" u="none" cap="none" strike="noStrike">
                <a:solidFill>
                  <a:schemeClr val="lt1"/>
                </a:solidFill>
                <a:latin typeface="League Spartan"/>
                <a:ea typeface="League Spartan"/>
                <a:cs typeface="League Spartan"/>
                <a:sym typeface="League Spartan"/>
              </a:endParaRPr>
            </a:p>
          </p:txBody>
        </p:sp>
      </p:grpSp>
      <p:grpSp>
        <p:nvGrpSpPr>
          <p:cNvPr id="681" name="Google Shape;681;g3f85ecfd79d_2_1191"/>
          <p:cNvGrpSpPr/>
          <p:nvPr/>
        </p:nvGrpSpPr>
        <p:grpSpPr>
          <a:xfrm>
            <a:off x="16490144" y="2667903"/>
            <a:ext cx="710795" cy="265500"/>
            <a:chOff x="11356975" y="1144588"/>
            <a:chExt cx="473863" cy="177000"/>
          </a:xfrm>
        </p:grpSpPr>
        <p:sp>
          <p:nvSpPr>
            <p:cNvPr id="682" name="Google Shape;682;g3f85ecfd79d_2_1191"/>
            <p:cNvSpPr/>
            <p:nvPr/>
          </p:nvSpPr>
          <p:spPr>
            <a:xfrm>
              <a:off x="11356975" y="1144588"/>
              <a:ext cx="173100" cy="177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Roboto"/>
                <a:buNone/>
              </a:pPr>
              <a:r>
                <a:rPr b="1" i="0" lang="en-US" sz="1600" u="none" cap="none" strike="noStrike">
                  <a:solidFill>
                    <a:schemeClr val="lt1"/>
                  </a:solidFill>
                  <a:latin typeface="League Spartan"/>
                  <a:ea typeface="League Spartan"/>
                  <a:cs typeface="League Spartan"/>
                  <a:sym typeface="League Spartan"/>
                </a:rPr>
                <a:t>23</a:t>
              </a:r>
              <a:endParaRPr i="0" sz="1600" u="none" cap="none" strike="noStrike">
                <a:solidFill>
                  <a:schemeClr val="lt1"/>
                </a:solidFill>
                <a:latin typeface="League Spartan"/>
                <a:ea typeface="League Spartan"/>
                <a:cs typeface="League Spartan"/>
                <a:sym typeface="League Spartan"/>
              </a:endParaRPr>
            </a:p>
          </p:txBody>
        </p:sp>
        <p:sp>
          <p:nvSpPr>
            <p:cNvPr id="683" name="Google Shape;683;g3f85ecfd79d_2_1191"/>
            <p:cNvSpPr/>
            <p:nvPr/>
          </p:nvSpPr>
          <p:spPr>
            <a:xfrm>
              <a:off x="11528425" y="1144588"/>
              <a:ext cx="57600" cy="177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Roboto"/>
                <a:buNone/>
              </a:pPr>
              <a:r>
                <a:rPr b="1" i="0" lang="en-US" sz="1600" u="none" cap="none" strike="noStrike">
                  <a:solidFill>
                    <a:schemeClr val="lt1"/>
                  </a:solidFill>
                  <a:latin typeface="League Spartan"/>
                  <a:ea typeface="League Spartan"/>
                  <a:cs typeface="League Spartan"/>
                  <a:sym typeface="League Spartan"/>
                </a:rPr>
                <a:t>-</a:t>
              </a:r>
              <a:endParaRPr i="0" sz="1600" u="none" cap="none" strike="noStrike">
                <a:solidFill>
                  <a:schemeClr val="lt1"/>
                </a:solidFill>
                <a:latin typeface="League Spartan"/>
                <a:ea typeface="League Spartan"/>
                <a:cs typeface="League Spartan"/>
                <a:sym typeface="League Spartan"/>
              </a:endParaRPr>
            </a:p>
          </p:txBody>
        </p:sp>
        <p:sp>
          <p:nvSpPr>
            <p:cNvPr id="684" name="Google Shape;684;g3f85ecfd79d_2_1191"/>
            <p:cNvSpPr/>
            <p:nvPr/>
          </p:nvSpPr>
          <p:spPr>
            <a:xfrm>
              <a:off x="11577638" y="1144588"/>
              <a:ext cx="253200" cy="177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1700"/>
                <a:buFont typeface="Roboto"/>
                <a:buNone/>
              </a:pPr>
              <a:r>
                <a:rPr b="1" i="0" lang="en-US" sz="1600" u="none" cap="none" strike="noStrike">
                  <a:solidFill>
                    <a:schemeClr val="lt1"/>
                  </a:solidFill>
                  <a:latin typeface="League Spartan"/>
                  <a:ea typeface="League Spartan"/>
                  <a:cs typeface="League Spartan"/>
                  <a:sym typeface="League Spartan"/>
                </a:rPr>
                <a:t>Dec</a:t>
              </a:r>
              <a:endParaRPr i="0" sz="1600" u="none" cap="none" strike="noStrike">
                <a:solidFill>
                  <a:schemeClr val="lt1"/>
                </a:solidFill>
                <a:latin typeface="League Spartan"/>
                <a:ea typeface="League Spartan"/>
                <a:cs typeface="League Spartan"/>
                <a:sym typeface="League Spartan"/>
              </a:endParaRPr>
            </a:p>
          </p:txBody>
        </p:sp>
      </p:grpSp>
      <p:sp>
        <p:nvSpPr>
          <p:cNvPr id="685" name="Google Shape;685;g3f85ecfd79d_2_1191"/>
          <p:cNvSpPr/>
          <p:nvPr/>
        </p:nvSpPr>
        <p:spPr>
          <a:xfrm>
            <a:off x="1207295" y="3243222"/>
            <a:ext cx="507000" cy="265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Roboto"/>
              <a:buNone/>
            </a:pPr>
            <a:r>
              <a:rPr i="0" lang="en-US" sz="1600" u="none" cap="none" strike="noStrike">
                <a:solidFill>
                  <a:srgbClr val="0000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Anne</a:t>
            </a:r>
            <a:endParaRPr i="0" sz="1600" u="none" cap="none" strike="noStrike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686" name="Google Shape;686;g3f85ecfd79d_2_1191"/>
          <p:cNvSpPr/>
          <p:nvPr/>
        </p:nvSpPr>
        <p:spPr>
          <a:xfrm>
            <a:off x="2269332" y="3243222"/>
            <a:ext cx="1603800" cy="265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Roboto"/>
              <a:buNone/>
            </a:pPr>
            <a:r>
              <a:rPr i="0" lang="en-US" sz="1600" u="none" cap="none" strike="noStrike">
                <a:solidFill>
                  <a:srgbClr val="0000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Weekly Revenue</a:t>
            </a:r>
            <a:endParaRPr i="0" sz="1600" u="none" cap="none" strike="noStrike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687" name="Google Shape;687;g3f85ecfd79d_2_1191"/>
          <p:cNvSpPr/>
          <p:nvPr/>
        </p:nvSpPr>
        <p:spPr>
          <a:xfrm>
            <a:off x="4312445" y="3262272"/>
            <a:ext cx="973800" cy="25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Roboto"/>
              <a:buNone/>
            </a:pPr>
            <a:r>
              <a:rPr i="0" lang="en-US" sz="1600" u="none" cap="none" strike="noStrike">
                <a:solidFill>
                  <a:srgbClr val="0000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&gt;=$84,500</a:t>
            </a:r>
            <a:endParaRPr i="0" sz="1600" u="none" cap="none" strike="noStrike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688" name="Google Shape;688;g3f85ecfd79d_2_1191"/>
          <p:cNvSpPr/>
          <p:nvPr/>
        </p:nvSpPr>
        <p:spPr>
          <a:xfrm>
            <a:off x="5432996" y="3262272"/>
            <a:ext cx="747900" cy="25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Roboto"/>
              <a:buNone/>
            </a:pPr>
            <a:r>
              <a:rPr i="0" lang="en-US" sz="1600" u="none" cap="none" strike="noStrike">
                <a:solidFill>
                  <a:srgbClr val="0000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$92,000</a:t>
            </a:r>
            <a:endParaRPr i="0" sz="1600" u="none" cap="none" strike="noStrike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689" name="Google Shape;689;g3f85ecfd79d_2_1191"/>
          <p:cNvSpPr/>
          <p:nvPr/>
        </p:nvSpPr>
        <p:spPr>
          <a:xfrm>
            <a:off x="6346035" y="3262272"/>
            <a:ext cx="800700" cy="25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Roboto"/>
              <a:buNone/>
            </a:pPr>
            <a:r>
              <a:rPr i="0" lang="en-US" sz="1600" u="none" cap="none" strike="noStrike">
                <a:solidFill>
                  <a:srgbClr val="0000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$85,238 </a:t>
            </a:r>
            <a:endParaRPr i="0" sz="1600" u="none" cap="none" strike="noStrike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690" name="Google Shape;690;g3f85ecfd79d_2_1191"/>
          <p:cNvSpPr/>
          <p:nvPr/>
        </p:nvSpPr>
        <p:spPr>
          <a:xfrm>
            <a:off x="7264005" y="3262272"/>
            <a:ext cx="800700" cy="25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53E00"/>
              </a:buClr>
              <a:buSzPts val="1700"/>
              <a:buFont typeface="Roboto"/>
              <a:buNone/>
            </a:pPr>
            <a:r>
              <a:rPr i="0" lang="en-US" sz="1600" u="none" cap="none" strike="noStrike">
                <a:solidFill>
                  <a:srgbClr val="D53E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$81,200 </a:t>
            </a:r>
            <a:endParaRPr i="0" sz="2000" u="none" cap="none" strike="noStrike">
              <a:solidFill>
                <a:srgbClr val="000000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691" name="Google Shape;691;g3f85ecfd79d_2_1191"/>
          <p:cNvSpPr/>
          <p:nvPr/>
        </p:nvSpPr>
        <p:spPr>
          <a:xfrm>
            <a:off x="8181975" y="3262272"/>
            <a:ext cx="800700" cy="25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53E00"/>
              </a:buClr>
              <a:buSzPts val="1700"/>
              <a:buFont typeface="Roboto"/>
              <a:buNone/>
            </a:pPr>
            <a:r>
              <a:rPr i="0" lang="en-US" sz="1600" u="none" cap="none" strike="noStrike">
                <a:solidFill>
                  <a:srgbClr val="D53E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$80,934 </a:t>
            </a:r>
            <a:endParaRPr i="0" sz="2000" u="none" cap="none" strike="noStrike">
              <a:solidFill>
                <a:srgbClr val="000000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692" name="Google Shape;692;g3f85ecfd79d_2_1191"/>
          <p:cNvSpPr/>
          <p:nvPr/>
        </p:nvSpPr>
        <p:spPr>
          <a:xfrm>
            <a:off x="9097565" y="3262272"/>
            <a:ext cx="800700" cy="25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Roboto"/>
              <a:buNone/>
            </a:pPr>
            <a:r>
              <a:rPr i="0" lang="en-US" sz="1600" u="none" cap="none" strike="noStrike">
                <a:solidFill>
                  <a:srgbClr val="0000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$88,678 </a:t>
            </a:r>
            <a:endParaRPr i="0" sz="1600" u="none" cap="none" strike="noStrike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693" name="Google Shape;693;g3f85ecfd79d_2_1191"/>
          <p:cNvSpPr/>
          <p:nvPr/>
        </p:nvSpPr>
        <p:spPr>
          <a:xfrm>
            <a:off x="10015535" y="3262272"/>
            <a:ext cx="800700" cy="25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Roboto"/>
              <a:buNone/>
            </a:pPr>
            <a:r>
              <a:rPr i="0" lang="en-US" sz="1600" u="none" cap="none" strike="noStrike">
                <a:solidFill>
                  <a:srgbClr val="0000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$88,200 </a:t>
            </a:r>
            <a:endParaRPr i="0" sz="1600" u="none" cap="none" strike="noStrike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694" name="Google Shape;694;g3f85ecfd79d_2_1191"/>
          <p:cNvSpPr/>
          <p:nvPr/>
        </p:nvSpPr>
        <p:spPr>
          <a:xfrm>
            <a:off x="10933505" y="3262272"/>
            <a:ext cx="800700" cy="25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Roboto"/>
              <a:buNone/>
            </a:pPr>
            <a:r>
              <a:rPr i="0" lang="en-US" sz="1600" u="none" cap="none" strike="noStrike">
                <a:solidFill>
                  <a:srgbClr val="0000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$85,321 </a:t>
            </a:r>
            <a:endParaRPr i="0" sz="1600" u="none" cap="none" strike="noStrike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695" name="Google Shape;695;g3f85ecfd79d_2_1191"/>
          <p:cNvSpPr/>
          <p:nvPr/>
        </p:nvSpPr>
        <p:spPr>
          <a:xfrm>
            <a:off x="11862191" y="3262272"/>
            <a:ext cx="800700" cy="25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53E00"/>
              </a:buClr>
              <a:buSzPts val="1700"/>
              <a:buFont typeface="Roboto"/>
              <a:buNone/>
            </a:pPr>
            <a:r>
              <a:rPr i="0" lang="en-US" sz="1600" u="none" cap="none" strike="noStrike">
                <a:solidFill>
                  <a:srgbClr val="D53E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$80,282 </a:t>
            </a:r>
            <a:endParaRPr i="0" sz="2000" u="none" cap="none" strike="noStrike">
              <a:solidFill>
                <a:srgbClr val="000000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696" name="Google Shape;696;g3f85ecfd79d_2_1191"/>
          <p:cNvSpPr/>
          <p:nvPr/>
        </p:nvSpPr>
        <p:spPr>
          <a:xfrm>
            <a:off x="12777780" y="3262272"/>
            <a:ext cx="800700" cy="25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Roboto"/>
              <a:buNone/>
            </a:pPr>
            <a:r>
              <a:rPr i="0" lang="en-US" sz="1600" u="none" cap="none" strike="noStrike">
                <a:solidFill>
                  <a:srgbClr val="0000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$95,291 </a:t>
            </a:r>
            <a:endParaRPr i="0" sz="1600" u="none" cap="none" strike="noStrike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697" name="Google Shape;697;g3f85ecfd79d_2_1191"/>
          <p:cNvSpPr/>
          <p:nvPr/>
        </p:nvSpPr>
        <p:spPr>
          <a:xfrm>
            <a:off x="13662171" y="3262272"/>
            <a:ext cx="865800" cy="25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Roboto"/>
              <a:buNone/>
            </a:pPr>
            <a:r>
              <a:rPr i="0" lang="en-US" sz="1600" u="none" cap="none" strike="noStrike">
                <a:solidFill>
                  <a:schemeClr val="dk1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$100,281</a:t>
            </a:r>
            <a:endParaRPr i="0" sz="2000" u="none" cap="none" strike="noStrike">
              <a:solidFill>
                <a:srgbClr val="000000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698" name="Google Shape;698;g3f85ecfd79d_2_1191"/>
          <p:cNvSpPr/>
          <p:nvPr/>
        </p:nvSpPr>
        <p:spPr>
          <a:xfrm>
            <a:off x="14603011" y="3262272"/>
            <a:ext cx="800700" cy="25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Roboto"/>
              <a:buNone/>
            </a:pPr>
            <a:r>
              <a:rPr i="0" lang="en-US" sz="1600" u="none" cap="none" strike="noStrike">
                <a:solidFill>
                  <a:srgbClr val="0000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$86,200 </a:t>
            </a:r>
            <a:endParaRPr i="0" sz="1600" u="none" cap="none" strike="noStrike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699" name="Google Shape;699;g3f85ecfd79d_2_1191"/>
          <p:cNvSpPr/>
          <p:nvPr/>
        </p:nvSpPr>
        <p:spPr>
          <a:xfrm>
            <a:off x="15531698" y="3262272"/>
            <a:ext cx="800700" cy="25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53E00"/>
              </a:buClr>
              <a:buSzPts val="1700"/>
              <a:buFont typeface="Roboto"/>
              <a:buNone/>
            </a:pPr>
            <a:r>
              <a:rPr i="0" lang="en-US" sz="1600" u="none" cap="none" strike="noStrike">
                <a:solidFill>
                  <a:srgbClr val="D53E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$78,290 </a:t>
            </a:r>
            <a:endParaRPr i="0" sz="2000" u="none" cap="none" strike="noStrike">
              <a:solidFill>
                <a:srgbClr val="000000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700" name="Google Shape;700;g3f85ecfd79d_2_1191"/>
          <p:cNvSpPr/>
          <p:nvPr/>
        </p:nvSpPr>
        <p:spPr>
          <a:xfrm>
            <a:off x="16447281" y="3262272"/>
            <a:ext cx="800700" cy="25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53E00"/>
              </a:buClr>
              <a:buSzPts val="1700"/>
              <a:buFont typeface="Roboto"/>
              <a:buNone/>
            </a:pPr>
            <a:r>
              <a:rPr i="0" lang="en-US" sz="1600" u="none" cap="none" strike="noStrike">
                <a:solidFill>
                  <a:srgbClr val="D53E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$83,498 </a:t>
            </a:r>
            <a:endParaRPr i="0" sz="2000" u="none" cap="none" strike="noStrike">
              <a:solidFill>
                <a:srgbClr val="000000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701" name="Google Shape;701;g3f85ecfd79d_2_1191"/>
          <p:cNvSpPr/>
          <p:nvPr/>
        </p:nvSpPr>
        <p:spPr>
          <a:xfrm>
            <a:off x="1207295" y="3836154"/>
            <a:ext cx="507000" cy="265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Roboto"/>
              <a:buNone/>
            </a:pPr>
            <a:r>
              <a:rPr i="0" lang="en-US" sz="1600" u="none" cap="none" strike="noStrike">
                <a:solidFill>
                  <a:srgbClr val="0000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Anne</a:t>
            </a:r>
            <a:endParaRPr i="0" sz="1600" u="none" cap="none" strike="noStrike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702" name="Google Shape;702;g3f85ecfd79d_2_1191"/>
          <p:cNvSpPr/>
          <p:nvPr/>
        </p:nvSpPr>
        <p:spPr>
          <a:xfrm>
            <a:off x="2426495" y="3836154"/>
            <a:ext cx="1341900" cy="265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Roboto"/>
              <a:buNone/>
            </a:pPr>
            <a:r>
              <a:rPr i="0" lang="en-US" sz="1600" u="none" cap="none" strike="noStrike">
                <a:solidFill>
                  <a:srgbClr val="0000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Cash Balance</a:t>
            </a:r>
            <a:endParaRPr i="0" sz="1600" u="none" cap="none" strike="noStrike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703" name="Google Shape;703;g3f85ecfd79d_2_1191"/>
          <p:cNvSpPr/>
          <p:nvPr/>
        </p:nvSpPr>
        <p:spPr>
          <a:xfrm>
            <a:off x="4312445" y="3855204"/>
            <a:ext cx="973800" cy="25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Roboto"/>
              <a:buNone/>
            </a:pPr>
            <a:r>
              <a:rPr i="0" lang="en-US" sz="1600" u="none" cap="none" strike="noStrike">
                <a:solidFill>
                  <a:srgbClr val="0000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&gt;=$14,245</a:t>
            </a:r>
            <a:endParaRPr i="0" sz="1600" u="none" cap="none" strike="noStrike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704" name="Google Shape;704;g3f85ecfd79d_2_1191"/>
          <p:cNvSpPr/>
          <p:nvPr/>
        </p:nvSpPr>
        <p:spPr>
          <a:xfrm>
            <a:off x="5441163" y="3855204"/>
            <a:ext cx="800700" cy="25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Roboto"/>
              <a:buNone/>
            </a:pPr>
            <a:r>
              <a:rPr i="0" lang="en-US" sz="1600" u="none" cap="none" strike="noStrike">
                <a:solidFill>
                  <a:srgbClr val="0000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$16,230 </a:t>
            </a:r>
            <a:endParaRPr i="0" sz="1600" u="none" cap="none" strike="noStrike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705" name="Google Shape;705;g3f85ecfd79d_2_1191"/>
          <p:cNvSpPr/>
          <p:nvPr/>
        </p:nvSpPr>
        <p:spPr>
          <a:xfrm>
            <a:off x="6346035" y="3855204"/>
            <a:ext cx="800700" cy="25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Roboto"/>
              <a:buNone/>
            </a:pPr>
            <a:r>
              <a:rPr i="0" lang="en-US" sz="1600" u="none" cap="none" strike="noStrike">
                <a:solidFill>
                  <a:srgbClr val="0000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$15,200 </a:t>
            </a:r>
            <a:endParaRPr i="0" sz="1600" u="none" cap="none" strike="noStrike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706" name="Google Shape;706;g3f85ecfd79d_2_1191"/>
          <p:cNvSpPr/>
          <p:nvPr/>
        </p:nvSpPr>
        <p:spPr>
          <a:xfrm>
            <a:off x="7264005" y="3855204"/>
            <a:ext cx="800700" cy="25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53E00"/>
              </a:buClr>
              <a:buSzPts val="1700"/>
              <a:buFont typeface="Roboto"/>
              <a:buNone/>
            </a:pPr>
            <a:r>
              <a:rPr i="0" lang="en-US" sz="1600" u="none" cap="none" strike="noStrike">
                <a:solidFill>
                  <a:srgbClr val="D53E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$12,289 </a:t>
            </a:r>
            <a:endParaRPr i="0" sz="2000" u="none" cap="none" strike="noStrike">
              <a:solidFill>
                <a:srgbClr val="000000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707" name="Google Shape;707;g3f85ecfd79d_2_1191"/>
          <p:cNvSpPr/>
          <p:nvPr/>
        </p:nvSpPr>
        <p:spPr>
          <a:xfrm>
            <a:off x="8181975" y="3855204"/>
            <a:ext cx="800700" cy="25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53E00"/>
              </a:buClr>
              <a:buSzPts val="1700"/>
              <a:buFont typeface="Roboto"/>
              <a:buNone/>
            </a:pPr>
            <a:r>
              <a:rPr i="0" lang="en-US" sz="1600" u="none" cap="none" strike="noStrike">
                <a:solidFill>
                  <a:srgbClr val="D53E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$11,989 </a:t>
            </a:r>
            <a:endParaRPr i="0" sz="2000" u="none" cap="none" strike="noStrike">
              <a:solidFill>
                <a:srgbClr val="000000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708" name="Google Shape;708;g3f85ecfd79d_2_1191"/>
          <p:cNvSpPr/>
          <p:nvPr/>
        </p:nvSpPr>
        <p:spPr>
          <a:xfrm>
            <a:off x="9097565" y="3855204"/>
            <a:ext cx="800700" cy="25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Roboto"/>
              <a:buNone/>
            </a:pPr>
            <a:r>
              <a:rPr i="0" lang="en-US" sz="1600" u="none" cap="none" strike="noStrike">
                <a:solidFill>
                  <a:srgbClr val="0000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$14,980 </a:t>
            </a:r>
            <a:endParaRPr i="0" sz="1600" u="none" cap="none" strike="noStrike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709" name="Google Shape;709;g3f85ecfd79d_2_1191"/>
          <p:cNvSpPr/>
          <p:nvPr/>
        </p:nvSpPr>
        <p:spPr>
          <a:xfrm>
            <a:off x="10015535" y="3855204"/>
            <a:ext cx="800700" cy="25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Roboto"/>
              <a:buNone/>
            </a:pPr>
            <a:r>
              <a:rPr i="0" lang="en-US" sz="1600" u="none" cap="none" strike="noStrike">
                <a:solidFill>
                  <a:srgbClr val="0000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$15,123 </a:t>
            </a:r>
            <a:endParaRPr i="0" sz="1600" u="none" cap="none" strike="noStrike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710" name="Google Shape;710;g3f85ecfd79d_2_1191"/>
          <p:cNvSpPr/>
          <p:nvPr/>
        </p:nvSpPr>
        <p:spPr>
          <a:xfrm>
            <a:off x="10933505" y="3855204"/>
            <a:ext cx="800700" cy="25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Roboto"/>
              <a:buNone/>
            </a:pPr>
            <a:r>
              <a:rPr i="0" lang="en-US" sz="1600" u="none" cap="none" strike="noStrike">
                <a:solidFill>
                  <a:srgbClr val="0000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$14,989 </a:t>
            </a:r>
            <a:endParaRPr i="0" sz="1600" u="none" cap="none" strike="noStrike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711" name="Google Shape;711;g3f85ecfd79d_2_1191"/>
          <p:cNvSpPr/>
          <p:nvPr/>
        </p:nvSpPr>
        <p:spPr>
          <a:xfrm>
            <a:off x="11862191" y="3855204"/>
            <a:ext cx="800700" cy="25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53E00"/>
              </a:buClr>
              <a:buSzPts val="1700"/>
              <a:buFont typeface="Roboto"/>
              <a:buNone/>
            </a:pPr>
            <a:r>
              <a:rPr i="0" lang="en-US" sz="1600" u="none" cap="none" strike="noStrike">
                <a:solidFill>
                  <a:srgbClr val="D53E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$11,291 </a:t>
            </a:r>
            <a:endParaRPr i="0" sz="2000" u="none" cap="none" strike="noStrike">
              <a:solidFill>
                <a:srgbClr val="000000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712" name="Google Shape;712;g3f85ecfd79d_2_1191"/>
          <p:cNvSpPr/>
          <p:nvPr/>
        </p:nvSpPr>
        <p:spPr>
          <a:xfrm>
            <a:off x="12777780" y="3855204"/>
            <a:ext cx="800700" cy="25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Roboto"/>
              <a:buNone/>
            </a:pPr>
            <a:r>
              <a:rPr i="0" lang="en-US" sz="1600" u="none" cap="none" strike="noStrike">
                <a:solidFill>
                  <a:srgbClr val="0000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$17,281 </a:t>
            </a:r>
            <a:endParaRPr i="0" sz="1600" u="none" cap="none" strike="noStrike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713" name="Google Shape;713;g3f85ecfd79d_2_1191"/>
          <p:cNvSpPr/>
          <p:nvPr/>
        </p:nvSpPr>
        <p:spPr>
          <a:xfrm>
            <a:off x="13694631" y="3855204"/>
            <a:ext cx="800700" cy="25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Roboto"/>
              <a:buNone/>
            </a:pPr>
            <a:r>
              <a:rPr i="0" lang="en-US" sz="1600" u="none" cap="none" strike="noStrike">
                <a:solidFill>
                  <a:srgbClr val="0000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$18,359 </a:t>
            </a:r>
            <a:endParaRPr i="0" sz="1600" u="none" cap="none" strike="noStrike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714" name="Google Shape;714;g3f85ecfd79d_2_1191"/>
          <p:cNvSpPr/>
          <p:nvPr/>
        </p:nvSpPr>
        <p:spPr>
          <a:xfrm>
            <a:off x="14603011" y="3855204"/>
            <a:ext cx="800700" cy="25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Roboto"/>
              <a:buNone/>
            </a:pPr>
            <a:r>
              <a:rPr i="0" lang="en-US" sz="1600" u="none" cap="none" strike="noStrike">
                <a:solidFill>
                  <a:srgbClr val="0000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$15,289 </a:t>
            </a:r>
            <a:endParaRPr i="0" sz="1600" u="none" cap="none" strike="noStrike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715" name="Google Shape;715;g3f85ecfd79d_2_1191"/>
          <p:cNvSpPr/>
          <p:nvPr/>
        </p:nvSpPr>
        <p:spPr>
          <a:xfrm>
            <a:off x="15531698" y="3855204"/>
            <a:ext cx="800700" cy="25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53E00"/>
              </a:buClr>
              <a:buSzPts val="1700"/>
              <a:buFont typeface="Roboto"/>
              <a:buNone/>
            </a:pPr>
            <a:r>
              <a:rPr i="0" lang="en-US" sz="1600" u="none" cap="none" strike="noStrike">
                <a:solidFill>
                  <a:srgbClr val="D53E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$10,221 </a:t>
            </a:r>
            <a:endParaRPr i="0" sz="2000" u="none" cap="none" strike="noStrike">
              <a:solidFill>
                <a:srgbClr val="000000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716" name="Google Shape;716;g3f85ecfd79d_2_1191"/>
          <p:cNvSpPr/>
          <p:nvPr/>
        </p:nvSpPr>
        <p:spPr>
          <a:xfrm>
            <a:off x="16447281" y="3855204"/>
            <a:ext cx="800700" cy="25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53E00"/>
              </a:buClr>
              <a:buSzPts val="1700"/>
              <a:buFont typeface="Roboto"/>
              <a:buNone/>
            </a:pPr>
            <a:r>
              <a:rPr i="0" lang="en-US" sz="1600" u="none" cap="none" strike="noStrike">
                <a:solidFill>
                  <a:srgbClr val="D53E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$11,189 </a:t>
            </a:r>
            <a:endParaRPr i="0" sz="2000" u="none" cap="none" strike="noStrike">
              <a:solidFill>
                <a:srgbClr val="000000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717" name="Google Shape;717;g3f85ecfd79d_2_1191"/>
          <p:cNvSpPr/>
          <p:nvPr/>
        </p:nvSpPr>
        <p:spPr>
          <a:xfrm>
            <a:off x="1121570" y="4412417"/>
            <a:ext cx="651600" cy="265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Roboto"/>
              <a:buNone/>
            </a:pPr>
            <a:r>
              <a:rPr i="0" lang="en-US" sz="1600" u="none" cap="none" strike="noStrike">
                <a:solidFill>
                  <a:srgbClr val="0000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Robert</a:t>
            </a:r>
            <a:endParaRPr i="0" sz="1600" u="none" cap="none" strike="noStrike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718" name="Google Shape;718;g3f85ecfd79d_2_1191"/>
          <p:cNvSpPr/>
          <p:nvPr/>
        </p:nvSpPr>
        <p:spPr>
          <a:xfrm>
            <a:off x="2597945" y="4412417"/>
            <a:ext cx="1074600" cy="265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Roboto"/>
              <a:buNone/>
            </a:pPr>
            <a:r>
              <a:rPr i="0" lang="en-US" sz="1600" u="none" cap="none" strike="noStrike">
                <a:solidFill>
                  <a:srgbClr val="0000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Sales Calls</a:t>
            </a:r>
            <a:endParaRPr i="0" sz="1600" u="none" cap="none" strike="noStrike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719" name="Google Shape;719;g3f85ecfd79d_2_1191"/>
          <p:cNvSpPr/>
          <p:nvPr/>
        </p:nvSpPr>
        <p:spPr>
          <a:xfrm>
            <a:off x="4726782" y="4431467"/>
            <a:ext cx="235800" cy="25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Roboto"/>
              <a:buNone/>
            </a:pPr>
            <a:r>
              <a:rPr i="0" lang="en-US" sz="1600" u="none" cap="none" strike="noStrike">
                <a:solidFill>
                  <a:srgbClr val="0000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50</a:t>
            </a:r>
            <a:endParaRPr i="0" sz="1600" u="none" cap="none" strike="noStrike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720" name="Google Shape;720;g3f85ecfd79d_2_1191"/>
          <p:cNvSpPr/>
          <p:nvPr/>
        </p:nvSpPr>
        <p:spPr>
          <a:xfrm>
            <a:off x="5726913" y="4431467"/>
            <a:ext cx="235800" cy="25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Roboto"/>
              <a:buNone/>
            </a:pPr>
            <a:r>
              <a:rPr i="0" lang="en-US" sz="1600" u="none" cap="none" strike="noStrike">
                <a:solidFill>
                  <a:srgbClr val="0000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54</a:t>
            </a:r>
            <a:endParaRPr i="0" sz="1600" u="none" cap="none" strike="noStrike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721" name="Google Shape;721;g3f85ecfd79d_2_1191"/>
          <p:cNvSpPr/>
          <p:nvPr/>
        </p:nvSpPr>
        <p:spPr>
          <a:xfrm>
            <a:off x="6634167" y="4431467"/>
            <a:ext cx="235800" cy="25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Roboto"/>
              <a:buNone/>
            </a:pPr>
            <a:r>
              <a:rPr i="0" lang="en-US" sz="1600" u="none" cap="none" strike="noStrike">
                <a:solidFill>
                  <a:srgbClr val="0000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55</a:t>
            </a:r>
            <a:endParaRPr i="0" sz="1600" u="none" cap="none" strike="noStrike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722" name="Google Shape;722;g3f85ecfd79d_2_1191"/>
          <p:cNvSpPr/>
          <p:nvPr/>
        </p:nvSpPr>
        <p:spPr>
          <a:xfrm>
            <a:off x="7549755" y="4431467"/>
            <a:ext cx="235800" cy="25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Roboto"/>
              <a:buNone/>
            </a:pPr>
            <a:r>
              <a:rPr i="0" lang="en-US" sz="1600" u="none" cap="none" strike="noStrike">
                <a:solidFill>
                  <a:srgbClr val="0000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61</a:t>
            </a:r>
            <a:endParaRPr i="0" sz="1600" u="none" cap="none" strike="noStrike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723" name="Google Shape;723;g3f85ecfd79d_2_1191"/>
          <p:cNvSpPr/>
          <p:nvPr/>
        </p:nvSpPr>
        <p:spPr>
          <a:xfrm>
            <a:off x="8467725" y="4431467"/>
            <a:ext cx="235800" cy="25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Roboto"/>
              <a:buNone/>
            </a:pPr>
            <a:r>
              <a:rPr i="0" lang="en-US" sz="1600" u="none" cap="none" strike="noStrike">
                <a:solidFill>
                  <a:srgbClr val="0000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59</a:t>
            </a:r>
            <a:endParaRPr i="0" sz="1600" u="none" cap="none" strike="noStrike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724" name="Google Shape;724;g3f85ecfd79d_2_1191"/>
          <p:cNvSpPr/>
          <p:nvPr/>
        </p:nvSpPr>
        <p:spPr>
          <a:xfrm>
            <a:off x="9380094" y="4431467"/>
            <a:ext cx="235800" cy="25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53E00"/>
              </a:buClr>
              <a:buSzPts val="1700"/>
              <a:buFont typeface="Roboto"/>
              <a:buNone/>
            </a:pPr>
            <a:r>
              <a:rPr i="0" lang="en-US" sz="1600" u="none" cap="none" strike="noStrike">
                <a:solidFill>
                  <a:srgbClr val="D53E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32</a:t>
            </a:r>
            <a:endParaRPr i="0" sz="2000" u="none" cap="none" strike="noStrike">
              <a:solidFill>
                <a:srgbClr val="000000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725" name="Google Shape;725;g3f85ecfd79d_2_1191"/>
          <p:cNvSpPr/>
          <p:nvPr/>
        </p:nvSpPr>
        <p:spPr>
          <a:xfrm>
            <a:off x="10298064" y="4431467"/>
            <a:ext cx="235800" cy="25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53E00"/>
              </a:buClr>
              <a:buSzPts val="1700"/>
              <a:buFont typeface="Roboto"/>
              <a:buNone/>
            </a:pPr>
            <a:r>
              <a:rPr i="0" lang="en-US" sz="1600" u="none" cap="none" strike="noStrike">
                <a:solidFill>
                  <a:srgbClr val="D53E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48</a:t>
            </a:r>
            <a:endParaRPr i="0" sz="2000" u="none" cap="none" strike="noStrike">
              <a:solidFill>
                <a:srgbClr val="000000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726" name="Google Shape;726;g3f85ecfd79d_2_1191"/>
          <p:cNvSpPr/>
          <p:nvPr/>
        </p:nvSpPr>
        <p:spPr>
          <a:xfrm>
            <a:off x="11216034" y="4431467"/>
            <a:ext cx="235800" cy="25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Roboto"/>
              <a:buNone/>
            </a:pPr>
            <a:r>
              <a:rPr i="0" lang="en-US" sz="1600" u="none" cap="none" strike="noStrike">
                <a:solidFill>
                  <a:srgbClr val="0000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51</a:t>
            </a:r>
            <a:endParaRPr i="0" sz="1600" u="none" cap="none" strike="noStrike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727" name="Google Shape;727;g3f85ecfd79d_2_1191"/>
          <p:cNvSpPr/>
          <p:nvPr/>
        </p:nvSpPr>
        <p:spPr>
          <a:xfrm>
            <a:off x="12144720" y="4431467"/>
            <a:ext cx="235800" cy="25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Roboto"/>
              <a:buNone/>
            </a:pPr>
            <a:r>
              <a:rPr i="0" lang="en-US" sz="1600" u="none" cap="none" strike="noStrike">
                <a:solidFill>
                  <a:srgbClr val="0000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72</a:t>
            </a:r>
            <a:endParaRPr i="0" sz="1600" u="none" cap="none" strike="noStrike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728" name="Google Shape;728;g3f85ecfd79d_2_1191"/>
          <p:cNvSpPr/>
          <p:nvPr/>
        </p:nvSpPr>
        <p:spPr>
          <a:xfrm>
            <a:off x="13060310" y="4431467"/>
            <a:ext cx="235800" cy="25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Roboto"/>
              <a:buNone/>
            </a:pPr>
            <a:r>
              <a:rPr i="0" lang="en-US" sz="1600" u="none" cap="none" strike="noStrike">
                <a:solidFill>
                  <a:srgbClr val="0000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61</a:t>
            </a:r>
            <a:endParaRPr i="0" sz="1600" u="none" cap="none" strike="noStrike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729" name="Google Shape;729;g3f85ecfd79d_2_1191"/>
          <p:cNvSpPr/>
          <p:nvPr/>
        </p:nvSpPr>
        <p:spPr>
          <a:xfrm>
            <a:off x="13977161" y="4431467"/>
            <a:ext cx="235800" cy="25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Roboto"/>
              <a:buNone/>
            </a:pPr>
            <a:r>
              <a:rPr i="0" lang="en-US" sz="1600" u="none" cap="none" strike="noStrike">
                <a:solidFill>
                  <a:srgbClr val="0000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54</a:t>
            </a:r>
            <a:endParaRPr i="0" sz="1600" u="none" cap="none" strike="noStrike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730" name="Google Shape;730;g3f85ecfd79d_2_1191"/>
          <p:cNvSpPr/>
          <p:nvPr/>
        </p:nvSpPr>
        <p:spPr>
          <a:xfrm>
            <a:off x="14885541" y="4431467"/>
            <a:ext cx="235800" cy="25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Roboto"/>
              <a:buNone/>
            </a:pPr>
            <a:r>
              <a:rPr i="0" lang="en-US" sz="1600" u="none" cap="none" strike="noStrike">
                <a:solidFill>
                  <a:srgbClr val="0000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50</a:t>
            </a:r>
            <a:endParaRPr i="0" sz="1600" u="none" cap="none" strike="noStrike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731" name="Google Shape;731;g3f85ecfd79d_2_1191"/>
          <p:cNvSpPr/>
          <p:nvPr/>
        </p:nvSpPr>
        <p:spPr>
          <a:xfrm>
            <a:off x="15814227" y="4431467"/>
            <a:ext cx="235800" cy="25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Roboto"/>
              <a:buNone/>
            </a:pPr>
            <a:r>
              <a:rPr i="0" lang="en-US" sz="1600" u="none" cap="none" strike="noStrike">
                <a:solidFill>
                  <a:srgbClr val="0000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52</a:t>
            </a:r>
            <a:endParaRPr i="0" sz="1600" u="none" cap="none" strike="noStrike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732" name="Google Shape;732;g3f85ecfd79d_2_1191"/>
          <p:cNvSpPr/>
          <p:nvPr/>
        </p:nvSpPr>
        <p:spPr>
          <a:xfrm>
            <a:off x="16733031" y="4431467"/>
            <a:ext cx="235800" cy="25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Roboto"/>
              <a:buNone/>
            </a:pPr>
            <a:r>
              <a:rPr i="0" lang="en-US" sz="1600" u="none" cap="none" strike="noStrike">
                <a:solidFill>
                  <a:srgbClr val="0000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54</a:t>
            </a:r>
            <a:endParaRPr i="0" sz="1600" u="none" cap="none" strike="noStrike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733" name="Google Shape;733;g3f85ecfd79d_2_1191"/>
          <p:cNvSpPr/>
          <p:nvPr/>
        </p:nvSpPr>
        <p:spPr>
          <a:xfrm>
            <a:off x="1121570" y="4986297"/>
            <a:ext cx="651600" cy="265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Roboto"/>
              <a:buNone/>
            </a:pPr>
            <a:r>
              <a:rPr i="0" lang="en-US" sz="1600" u="none" cap="none" strike="noStrike">
                <a:solidFill>
                  <a:srgbClr val="0000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Robert</a:t>
            </a:r>
            <a:endParaRPr i="0" sz="1600" u="none" cap="none" strike="noStrike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734" name="Google Shape;734;g3f85ecfd79d_2_1191"/>
          <p:cNvSpPr/>
          <p:nvPr/>
        </p:nvSpPr>
        <p:spPr>
          <a:xfrm>
            <a:off x="2355057" y="4986297"/>
            <a:ext cx="1505400" cy="265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Roboto"/>
              <a:buNone/>
            </a:pPr>
            <a:r>
              <a:rPr i="0" lang="en-US" sz="1600" u="none" cap="none" strike="noStrike">
                <a:solidFill>
                  <a:srgbClr val="0000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Sales Meetings</a:t>
            </a:r>
            <a:endParaRPr i="0" sz="1600" u="none" cap="none" strike="noStrike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735" name="Google Shape;735;g3f85ecfd79d_2_1191"/>
          <p:cNvSpPr/>
          <p:nvPr/>
        </p:nvSpPr>
        <p:spPr>
          <a:xfrm>
            <a:off x="4726782" y="5005347"/>
            <a:ext cx="235800" cy="25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Roboto"/>
              <a:buNone/>
            </a:pPr>
            <a:r>
              <a:rPr i="0" lang="en-US" sz="1600" u="none" cap="none" strike="noStrike">
                <a:solidFill>
                  <a:srgbClr val="0000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10</a:t>
            </a:r>
            <a:endParaRPr i="0" sz="1600" u="none" cap="none" strike="noStrike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736" name="Google Shape;736;g3f85ecfd79d_2_1191"/>
          <p:cNvSpPr/>
          <p:nvPr/>
        </p:nvSpPr>
        <p:spPr>
          <a:xfrm>
            <a:off x="5726913" y="5005347"/>
            <a:ext cx="235800" cy="25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Roboto"/>
              <a:buNone/>
            </a:pPr>
            <a:r>
              <a:rPr i="0" lang="en-US" sz="1600" u="none" cap="none" strike="noStrike">
                <a:solidFill>
                  <a:srgbClr val="0000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10</a:t>
            </a:r>
            <a:endParaRPr i="0" sz="1600" u="none" cap="none" strike="noStrike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737" name="Google Shape;737;g3f85ecfd79d_2_1191"/>
          <p:cNvSpPr/>
          <p:nvPr/>
        </p:nvSpPr>
        <p:spPr>
          <a:xfrm>
            <a:off x="6634167" y="5005347"/>
            <a:ext cx="235800" cy="25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Roboto"/>
              <a:buNone/>
            </a:pPr>
            <a:r>
              <a:rPr i="0" lang="en-US" sz="1600" u="none" cap="none" strike="noStrike">
                <a:solidFill>
                  <a:srgbClr val="0000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10</a:t>
            </a:r>
            <a:endParaRPr i="0" sz="1600" u="none" cap="none" strike="noStrike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738" name="Google Shape;738;g3f85ecfd79d_2_1191"/>
          <p:cNvSpPr/>
          <p:nvPr/>
        </p:nvSpPr>
        <p:spPr>
          <a:xfrm>
            <a:off x="7549755" y="5005347"/>
            <a:ext cx="235800" cy="25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Roboto"/>
              <a:buNone/>
            </a:pPr>
            <a:r>
              <a:rPr i="0" lang="en-US" sz="1600" u="none" cap="none" strike="noStrike">
                <a:solidFill>
                  <a:srgbClr val="0000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10</a:t>
            </a:r>
            <a:endParaRPr i="0" sz="1600" u="none" cap="none" strike="noStrike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739" name="Google Shape;739;g3f85ecfd79d_2_1191"/>
          <p:cNvSpPr/>
          <p:nvPr/>
        </p:nvSpPr>
        <p:spPr>
          <a:xfrm>
            <a:off x="8524875" y="5005347"/>
            <a:ext cx="117900" cy="25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53E00"/>
              </a:buClr>
              <a:buSzPts val="1700"/>
              <a:buFont typeface="Roboto"/>
              <a:buNone/>
            </a:pPr>
            <a:r>
              <a:rPr i="0" lang="en-US" sz="1600" u="none" cap="none" strike="noStrike">
                <a:solidFill>
                  <a:srgbClr val="D53E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8</a:t>
            </a:r>
            <a:endParaRPr i="0" sz="2000" u="none" cap="none" strike="noStrike">
              <a:solidFill>
                <a:srgbClr val="000000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740" name="Google Shape;740;g3f85ecfd79d_2_1191"/>
          <p:cNvSpPr/>
          <p:nvPr/>
        </p:nvSpPr>
        <p:spPr>
          <a:xfrm>
            <a:off x="9380094" y="5005347"/>
            <a:ext cx="235800" cy="25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Roboto"/>
              <a:buNone/>
            </a:pPr>
            <a:r>
              <a:rPr i="0" lang="en-US" sz="1600" u="none" cap="none" strike="noStrike">
                <a:solidFill>
                  <a:srgbClr val="0000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10</a:t>
            </a:r>
            <a:endParaRPr i="0" sz="1600" u="none" cap="none" strike="noStrike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741" name="Google Shape;741;g3f85ecfd79d_2_1191"/>
          <p:cNvSpPr/>
          <p:nvPr/>
        </p:nvSpPr>
        <p:spPr>
          <a:xfrm>
            <a:off x="10298064" y="5005347"/>
            <a:ext cx="235800" cy="25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Roboto"/>
              <a:buNone/>
            </a:pPr>
            <a:r>
              <a:rPr i="0" lang="en-US" sz="1600" u="none" cap="none" strike="noStrike">
                <a:solidFill>
                  <a:srgbClr val="0000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10</a:t>
            </a:r>
            <a:endParaRPr i="0" sz="1600" u="none" cap="none" strike="noStrike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742" name="Google Shape;742;g3f85ecfd79d_2_1191"/>
          <p:cNvSpPr/>
          <p:nvPr/>
        </p:nvSpPr>
        <p:spPr>
          <a:xfrm>
            <a:off x="11216034" y="5005347"/>
            <a:ext cx="235800" cy="25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Roboto"/>
              <a:buNone/>
            </a:pPr>
            <a:r>
              <a:rPr i="0" lang="en-US" sz="1600" u="none" cap="none" strike="noStrike">
                <a:solidFill>
                  <a:srgbClr val="0000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12</a:t>
            </a:r>
            <a:endParaRPr i="0" sz="1600" u="none" cap="none" strike="noStrike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743" name="Google Shape;743;g3f85ecfd79d_2_1191"/>
          <p:cNvSpPr/>
          <p:nvPr/>
        </p:nvSpPr>
        <p:spPr>
          <a:xfrm>
            <a:off x="12144720" y="5005347"/>
            <a:ext cx="235800" cy="25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Roboto"/>
              <a:buNone/>
            </a:pPr>
            <a:r>
              <a:rPr i="0" lang="en-US" sz="1600" u="none" cap="none" strike="noStrike">
                <a:solidFill>
                  <a:srgbClr val="0000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11</a:t>
            </a:r>
            <a:endParaRPr i="0" sz="1600" u="none" cap="none" strike="noStrike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744" name="Google Shape;744;g3f85ecfd79d_2_1191"/>
          <p:cNvSpPr/>
          <p:nvPr/>
        </p:nvSpPr>
        <p:spPr>
          <a:xfrm>
            <a:off x="13060310" y="5005347"/>
            <a:ext cx="235800" cy="25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Roboto"/>
              <a:buNone/>
            </a:pPr>
            <a:r>
              <a:rPr i="0" lang="en-US" sz="1600" u="none" cap="none" strike="noStrike">
                <a:solidFill>
                  <a:srgbClr val="0000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15</a:t>
            </a:r>
            <a:endParaRPr i="0" sz="1600" u="none" cap="none" strike="noStrike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745" name="Google Shape;745;g3f85ecfd79d_2_1191"/>
          <p:cNvSpPr/>
          <p:nvPr/>
        </p:nvSpPr>
        <p:spPr>
          <a:xfrm>
            <a:off x="13977161" y="5005347"/>
            <a:ext cx="235800" cy="25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Roboto"/>
              <a:buNone/>
            </a:pPr>
            <a:r>
              <a:rPr i="0" lang="en-US" sz="1600" u="none" cap="none" strike="noStrike">
                <a:solidFill>
                  <a:srgbClr val="0000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10</a:t>
            </a:r>
            <a:endParaRPr i="0" sz="1600" u="none" cap="none" strike="noStrike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746" name="Google Shape;746;g3f85ecfd79d_2_1191"/>
          <p:cNvSpPr/>
          <p:nvPr/>
        </p:nvSpPr>
        <p:spPr>
          <a:xfrm>
            <a:off x="14944451" y="5005347"/>
            <a:ext cx="117900" cy="25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53E00"/>
              </a:buClr>
              <a:buSzPts val="1700"/>
              <a:buFont typeface="Roboto"/>
              <a:buNone/>
            </a:pPr>
            <a:r>
              <a:rPr i="0" lang="en-US" sz="1600" u="none" cap="none" strike="noStrike">
                <a:solidFill>
                  <a:srgbClr val="D53E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9</a:t>
            </a:r>
            <a:endParaRPr i="0" sz="2000" u="none" cap="none" strike="noStrike">
              <a:solidFill>
                <a:srgbClr val="000000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747" name="Google Shape;747;g3f85ecfd79d_2_1191"/>
          <p:cNvSpPr/>
          <p:nvPr/>
        </p:nvSpPr>
        <p:spPr>
          <a:xfrm>
            <a:off x="15873137" y="5005347"/>
            <a:ext cx="117900" cy="25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53E00"/>
              </a:buClr>
              <a:buSzPts val="1700"/>
              <a:buFont typeface="Roboto"/>
              <a:buNone/>
            </a:pPr>
            <a:r>
              <a:rPr i="0" lang="en-US" sz="1600" u="none" cap="none" strike="noStrike">
                <a:solidFill>
                  <a:srgbClr val="D53E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8</a:t>
            </a:r>
            <a:endParaRPr i="0" sz="2000" u="none" cap="none" strike="noStrike">
              <a:solidFill>
                <a:srgbClr val="000000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748" name="Google Shape;748;g3f85ecfd79d_2_1191"/>
          <p:cNvSpPr/>
          <p:nvPr/>
        </p:nvSpPr>
        <p:spPr>
          <a:xfrm>
            <a:off x="16792563" y="5005347"/>
            <a:ext cx="117900" cy="25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53E00"/>
              </a:buClr>
              <a:buSzPts val="1700"/>
              <a:buFont typeface="Roboto"/>
              <a:buNone/>
            </a:pPr>
            <a:r>
              <a:rPr i="0" lang="en-US" sz="1600" u="none" cap="none" strike="noStrike">
                <a:solidFill>
                  <a:srgbClr val="D53E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8</a:t>
            </a:r>
            <a:endParaRPr i="0" sz="2000" u="none" cap="none" strike="noStrike">
              <a:solidFill>
                <a:srgbClr val="000000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749" name="Google Shape;749;g3f85ecfd79d_2_1191"/>
          <p:cNvSpPr/>
          <p:nvPr/>
        </p:nvSpPr>
        <p:spPr>
          <a:xfrm>
            <a:off x="1121570" y="5560179"/>
            <a:ext cx="651600" cy="265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Roboto"/>
              <a:buNone/>
            </a:pPr>
            <a:r>
              <a:rPr i="0" lang="en-US" sz="1600" u="none" cap="none" strike="noStrike">
                <a:solidFill>
                  <a:srgbClr val="0000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Robert</a:t>
            </a:r>
            <a:endParaRPr i="0" sz="1600" u="none" cap="none" strike="noStrike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750" name="Google Shape;750;g3f85ecfd79d_2_1191"/>
          <p:cNvSpPr/>
          <p:nvPr/>
        </p:nvSpPr>
        <p:spPr>
          <a:xfrm>
            <a:off x="2655095" y="5560179"/>
            <a:ext cx="875400" cy="265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Roboto"/>
              <a:buNone/>
            </a:pPr>
            <a:r>
              <a:rPr i="0" lang="en-US" sz="1600" u="none" cap="none" strike="noStrike">
                <a:solidFill>
                  <a:srgbClr val="0000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Proposal</a:t>
            </a:r>
            <a:endParaRPr i="0" sz="1600" u="none" cap="none" strike="noStrike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751" name="Google Shape;751;g3f85ecfd79d_2_1191"/>
          <p:cNvSpPr/>
          <p:nvPr/>
        </p:nvSpPr>
        <p:spPr>
          <a:xfrm>
            <a:off x="4798220" y="5579229"/>
            <a:ext cx="117900" cy="25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Roboto"/>
              <a:buNone/>
            </a:pPr>
            <a:r>
              <a:rPr i="0" lang="en-US" sz="1600" u="none" cap="none" strike="noStrike">
                <a:solidFill>
                  <a:srgbClr val="0000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5</a:t>
            </a:r>
            <a:endParaRPr i="0" sz="1600" u="none" cap="none" strike="noStrike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752" name="Google Shape;752;g3f85ecfd79d_2_1191"/>
          <p:cNvSpPr/>
          <p:nvPr/>
        </p:nvSpPr>
        <p:spPr>
          <a:xfrm>
            <a:off x="5784063" y="5579229"/>
            <a:ext cx="117900" cy="25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Roboto"/>
              <a:buNone/>
            </a:pPr>
            <a:r>
              <a:rPr i="0" lang="en-US" sz="1600" u="none" cap="none" strike="noStrike">
                <a:solidFill>
                  <a:srgbClr val="0000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5</a:t>
            </a:r>
            <a:endParaRPr i="0" sz="1600" u="none" cap="none" strike="noStrike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753" name="Google Shape;753;g3f85ecfd79d_2_1191"/>
          <p:cNvSpPr/>
          <p:nvPr/>
        </p:nvSpPr>
        <p:spPr>
          <a:xfrm>
            <a:off x="6691317" y="5579229"/>
            <a:ext cx="117900" cy="25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Roboto"/>
              <a:buNone/>
            </a:pPr>
            <a:r>
              <a:rPr i="0" lang="en-US" sz="1600" u="none" cap="none" strike="noStrike">
                <a:solidFill>
                  <a:srgbClr val="0000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5</a:t>
            </a:r>
            <a:endParaRPr i="0" sz="1600" u="none" cap="none" strike="noStrike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754" name="Google Shape;754;g3f85ecfd79d_2_1191"/>
          <p:cNvSpPr/>
          <p:nvPr/>
        </p:nvSpPr>
        <p:spPr>
          <a:xfrm>
            <a:off x="7606905" y="5579229"/>
            <a:ext cx="117900" cy="25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Roboto"/>
              <a:buNone/>
            </a:pPr>
            <a:r>
              <a:rPr i="0" lang="en-US" sz="1600" u="none" cap="none" strike="noStrike">
                <a:solidFill>
                  <a:srgbClr val="0000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6</a:t>
            </a:r>
            <a:endParaRPr i="0" sz="1600" u="none" cap="none" strike="noStrike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755" name="Google Shape;755;g3f85ecfd79d_2_1191"/>
          <p:cNvSpPr/>
          <p:nvPr/>
        </p:nvSpPr>
        <p:spPr>
          <a:xfrm>
            <a:off x="8524875" y="5579229"/>
            <a:ext cx="117900" cy="25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Roboto"/>
              <a:buNone/>
            </a:pPr>
            <a:r>
              <a:rPr i="0" lang="en-US" sz="1600" u="none" cap="none" strike="noStrike">
                <a:solidFill>
                  <a:srgbClr val="0000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5</a:t>
            </a:r>
            <a:endParaRPr i="0" sz="1600" u="none" cap="none" strike="noStrike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756" name="Google Shape;756;g3f85ecfd79d_2_1191"/>
          <p:cNvSpPr/>
          <p:nvPr/>
        </p:nvSpPr>
        <p:spPr>
          <a:xfrm>
            <a:off x="9439004" y="5579229"/>
            <a:ext cx="117900" cy="25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Roboto"/>
              <a:buNone/>
            </a:pPr>
            <a:r>
              <a:rPr i="0" lang="en-US" sz="1600" u="none" cap="none" strike="noStrike">
                <a:solidFill>
                  <a:srgbClr val="0000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6</a:t>
            </a:r>
            <a:endParaRPr i="0" sz="1600" u="none" cap="none" strike="noStrike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757" name="Google Shape;757;g3f85ecfd79d_2_1191"/>
          <p:cNvSpPr/>
          <p:nvPr/>
        </p:nvSpPr>
        <p:spPr>
          <a:xfrm>
            <a:off x="10356974" y="5579229"/>
            <a:ext cx="117900" cy="25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Roboto"/>
              <a:buNone/>
            </a:pPr>
            <a:r>
              <a:rPr i="0" lang="en-US" sz="1600" u="none" cap="none" strike="noStrike">
                <a:solidFill>
                  <a:srgbClr val="0000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5</a:t>
            </a:r>
            <a:endParaRPr i="0" sz="1600" u="none" cap="none" strike="noStrike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758" name="Google Shape;758;g3f85ecfd79d_2_1191"/>
          <p:cNvSpPr/>
          <p:nvPr/>
        </p:nvSpPr>
        <p:spPr>
          <a:xfrm>
            <a:off x="11274944" y="5579229"/>
            <a:ext cx="117900" cy="25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Roboto"/>
              <a:buNone/>
            </a:pPr>
            <a:r>
              <a:rPr i="0" lang="en-US" sz="1600" u="none" cap="none" strike="noStrike">
                <a:solidFill>
                  <a:srgbClr val="0000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6</a:t>
            </a:r>
            <a:endParaRPr i="0" sz="1600" u="none" cap="none" strike="noStrike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759" name="Google Shape;759;g3f85ecfd79d_2_1191"/>
          <p:cNvSpPr/>
          <p:nvPr/>
        </p:nvSpPr>
        <p:spPr>
          <a:xfrm>
            <a:off x="12203630" y="5579229"/>
            <a:ext cx="117900" cy="25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53E00"/>
              </a:buClr>
              <a:buSzPts val="1700"/>
              <a:buFont typeface="Roboto"/>
              <a:buNone/>
            </a:pPr>
            <a:r>
              <a:rPr i="0" lang="en-US" sz="1600" u="none" cap="none" strike="noStrike">
                <a:solidFill>
                  <a:srgbClr val="D53E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4</a:t>
            </a:r>
            <a:endParaRPr i="0" sz="2000" u="none" cap="none" strike="noStrike">
              <a:solidFill>
                <a:srgbClr val="000000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760" name="Google Shape;760;g3f85ecfd79d_2_1191"/>
          <p:cNvSpPr/>
          <p:nvPr/>
        </p:nvSpPr>
        <p:spPr>
          <a:xfrm>
            <a:off x="13119219" y="5579229"/>
            <a:ext cx="117900" cy="25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Roboto"/>
              <a:buNone/>
            </a:pPr>
            <a:r>
              <a:rPr i="0" lang="en-US" sz="1600" u="none" cap="none" strike="noStrike">
                <a:solidFill>
                  <a:srgbClr val="0000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5</a:t>
            </a:r>
            <a:endParaRPr i="0" sz="1600" u="none" cap="none" strike="noStrike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761" name="Google Shape;761;g3f85ecfd79d_2_1191"/>
          <p:cNvSpPr/>
          <p:nvPr/>
        </p:nvSpPr>
        <p:spPr>
          <a:xfrm>
            <a:off x="14036070" y="5579229"/>
            <a:ext cx="117900" cy="25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Roboto"/>
              <a:buNone/>
            </a:pPr>
            <a:r>
              <a:rPr i="0" lang="en-US" sz="1600" u="none" cap="none" strike="noStrike">
                <a:solidFill>
                  <a:srgbClr val="0000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8</a:t>
            </a:r>
            <a:endParaRPr i="0" sz="1600" u="none" cap="none" strike="noStrike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762" name="Google Shape;762;g3f85ecfd79d_2_1191"/>
          <p:cNvSpPr/>
          <p:nvPr/>
        </p:nvSpPr>
        <p:spPr>
          <a:xfrm>
            <a:off x="14944451" y="5579229"/>
            <a:ext cx="117900" cy="25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Roboto"/>
              <a:buNone/>
            </a:pPr>
            <a:r>
              <a:rPr i="0" lang="en-US" sz="1600" u="none" cap="none" strike="noStrike">
                <a:solidFill>
                  <a:srgbClr val="0000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6</a:t>
            </a:r>
            <a:endParaRPr i="0" sz="1600" u="none" cap="none" strike="noStrike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763" name="Google Shape;763;g3f85ecfd79d_2_1191"/>
          <p:cNvSpPr/>
          <p:nvPr/>
        </p:nvSpPr>
        <p:spPr>
          <a:xfrm>
            <a:off x="15873137" y="5579229"/>
            <a:ext cx="117900" cy="25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Roboto"/>
              <a:buNone/>
            </a:pPr>
            <a:r>
              <a:rPr i="0" lang="en-US" sz="1600" u="none" cap="none" strike="noStrike">
                <a:solidFill>
                  <a:srgbClr val="0000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5</a:t>
            </a:r>
            <a:endParaRPr i="0" sz="1600" u="none" cap="none" strike="noStrike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764" name="Google Shape;764;g3f85ecfd79d_2_1191"/>
          <p:cNvSpPr/>
          <p:nvPr/>
        </p:nvSpPr>
        <p:spPr>
          <a:xfrm>
            <a:off x="16792563" y="5579229"/>
            <a:ext cx="117900" cy="25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Roboto"/>
              <a:buNone/>
            </a:pPr>
            <a:r>
              <a:rPr i="0" lang="en-US" sz="1600" u="none" cap="none" strike="noStrike">
                <a:solidFill>
                  <a:srgbClr val="0000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5</a:t>
            </a:r>
            <a:endParaRPr i="0" sz="1600" u="none" cap="none" strike="noStrike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765" name="Google Shape;765;g3f85ecfd79d_2_1191"/>
          <p:cNvSpPr/>
          <p:nvPr/>
        </p:nvSpPr>
        <p:spPr>
          <a:xfrm>
            <a:off x="1121570" y="6136442"/>
            <a:ext cx="651600" cy="265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Roboto"/>
              <a:buNone/>
            </a:pPr>
            <a:r>
              <a:rPr i="0" lang="en-US" sz="1600" u="none" cap="none" strike="noStrike">
                <a:solidFill>
                  <a:srgbClr val="0000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Robert</a:t>
            </a:r>
            <a:endParaRPr i="0" sz="1600" u="none" cap="none" strike="noStrike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766" name="Google Shape;766;g3f85ecfd79d_2_1191"/>
          <p:cNvSpPr/>
          <p:nvPr/>
        </p:nvSpPr>
        <p:spPr>
          <a:xfrm>
            <a:off x="2283620" y="6136442"/>
            <a:ext cx="1625400" cy="265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Roboto"/>
              <a:buNone/>
            </a:pPr>
            <a:r>
              <a:rPr i="0" lang="en-US" sz="1600" u="none" cap="none" strike="noStrike">
                <a:solidFill>
                  <a:srgbClr val="0000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Closed Business</a:t>
            </a:r>
            <a:endParaRPr i="0" sz="1600" u="none" cap="none" strike="noStrike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767" name="Google Shape;767;g3f85ecfd79d_2_1191"/>
          <p:cNvSpPr/>
          <p:nvPr/>
        </p:nvSpPr>
        <p:spPr>
          <a:xfrm>
            <a:off x="4798220" y="6155492"/>
            <a:ext cx="117900" cy="25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Roboto"/>
              <a:buNone/>
            </a:pPr>
            <a:r>
              <a:rPr i="0" lang="en-US" sz="1600" u="none" cap="none" strike="noStrike">
                <a:solidFill>
                  <a:srgbClr val="0000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2</a:t>
            </a:r>
            <a:endParaRPr i="0" sz="1600" u="none" cap="none" strike="noStrike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768" name="Google Shape;768;g3f85ecfd79d_2_1191"/>
          <p:cNvSpPr/>
          <p:nvPr/>
        </p:nvSpPr>
        <p:spPr>
          <a:xfrm>
            <a:off x="5784063" y="6155492"/>
            <a:ext cx="117900" cy="25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Roboto"/>
              <a:buNone/>
            </a:pPr>
            <a:r>
              <a:rPr i="0" lang="en-US" sz="1600" u="none" cap="none" strike="noStrike">
                <a:solidFill>
                  <a:srgbClr val="0000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2</a:t>
            </a:r>
            <a:endParaRPr i="0" sz="1600" u="none" cap="none" strike="noStrike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769" name="Google Shape;769;g3f85ecfd79d_2_1191"/>
          <p:cNvSpPr/>
          <p:nvPr/>
        </p:nvSpPr>
        <p:spPr>
          <a:xfrm>
            <a:off x="6691317" y="6155492"/>
            <a:ext cx="117900" cy="25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Roboto"/>
              <a:buNone/>
            </a:pPr>
            <a:r>
              <a:rPr i="0" lang="en-US" sz="1600" u="none" cap="none" strike="noStrike">
                <a:solidFill>
                  <a:srgbClr val="0000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3</a:t>
            </a:r>
            <a:endParaRPr i="0" sz="1600" u="none" cap="none" strike="noStrike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770" name="Google Shape;770;g3f85ecfd79d_2_1191"/>
          <p:cNvSpPr/>
          <p:nvPr/>
        </p:nvSpPr>
        <p:spPr>
          <a:xfrm>
            <a:off x="7606905" y="6155492"/>
            <a:ext cx="117900" cy="25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Roboto"/>
              <a:buNone/>
            </a:pPr>
            <a:r>
              <a:rPr i="0" lang="en-US" sz="1600" u="none" cap="none" strike="noStrike">
                <a:solidFill>
                  <a:srgbClr val="0000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6</a:t>
            </a:r>
            <a:endParaRPr i="0" sz="1600" u="none" cap="none" strike="noStrike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771" name="Google Shape;771;g3f85ecfd79d_2_1191"/>
          <p:cNvSpPr/>
          <p:nvPr/>
        </p:nvSpPr>
        <p:spPr>
          <a:xfrm>
            <a:off x="8524875" y="6155492"/>
            <a:ext cx="117900" cy="25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Roboto"/>
              <a:buNone/>
            </a:pPr>
            <a:r>
              <a:rPr i="0" lang="en-US" sz="1600" u="none" cap="none" strike="noStrike">
                <a:solidFill>
                  <a:srgbClr val="0000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3</a:t>
            </a:r>
            <a:endParaRPr i="0" sz="1600" u="none" cap="none" strike="noStrike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772" name="Google Shape;772;g3f85ecfd79d_2_1191"/>
          <p:cNvSpPr/>
          <p:nvPr/>
        </p:nvSpPr>
        <p:spPr>
          <a:xfrm>
            <a:off x="9439004" y="6155492"/>
            <a:ext cx="117900" cy="25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Roboto"/>
              <a:buNone/>
            </a:pPr>
            <a:r>
              <a:rPr i="0" lang="en-US" sz="1600" u="none" cap="none" strike="noStrike">
                <a:solidFill>
                  <a:srgbClr val="0000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2</a:t>
            </a:r>
            <a:endParaRPr i="0" sz="1600" u="none" cap="none" strike="noStrike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773" name="Google Shape;773;g3f85ecfd79d_2_1191"/>
          <p:cNvSpPr/>
          <p:nvPr/>
        </p:nvSpPr>
        <p:spPr>
          <a:xfrm>
            <a:off x="10356974" y="6155492"/>
            <a:ext cx="117900" cy="25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Roboto"/>
              <a:buNone/>
            </a:pPr>
            <a:r>
              <a:rPr i="0" lang="en-US" sz="1600" u="none" cap="none" strike="noStrike">
                <a:solidFill>
                  <a:srgbClr val="0000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3</a:t>
            </a:r>
            <a:endParaRPr i="0" sz="1600" u="none" cap="none" strike="noStrike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774" name="Google Shape;774;g3f85ecfd79d_2_1191"/>
          <p:cNvSpPr/>
          <p:nvPr/>
        </p:nvSpPr>
        <p:spPr>
          <a:xfrm>
            <a:off x="11274944" y="6155492"/>
            <a:ext cx="117900" cy="25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Roboto"/>
              <a:buNone/>
            </a:pPr>
            <a:r>
              <a:rPr i="0" lang="en-US" sz="1600" u="none" cap="none" strike="noStrike">
                <a:solidFill>
                  <a:srgbClr val="0000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5</a:t>
            </a:r>
            <a:endParaRPr i="0" sz="1600" u="none" cap="none" strike="noStrike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775" name="Google Shape;775;g3f85ecfd79d_2_1191"/>
          <p:cNvSpPr/>
          <p:nvPr/>
        </p:nvSpPr>
        <p:spPr>
          <a:xfrm>
            <a:off x="12203630" y="6155492"/>
            <a:ext cx="117900" cy="25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Roboto"/>
              <a:buNone/>
            </a:pPr>
            <a:r>
              <a:rPr i="0" lang="en-US" sz="1600" u="none" cap="none" strike="noStrike">
                <a:solidFill>
                  <a:srgbClr val="0000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3</a:t>
            </a:r>
            <a:endParaRPr i="0" sz="1600" u="none" cap="none" strike="noStrike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776" name="Google Shape;776;g3f85ecfd79d_2_1191"/>
          <p:cNvSpPr/>
          <p:nvPr/>
        </p:nvSpPr>
        <p:spPr>
          <a:xfrm>
            <a:off x="13119219" y="6155492"/>
            <a:ext cx="117900" cy="25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Roboto"/>
              <a:buNone/>
            </a:pPr>
            <a:r>
              <a:rPr i="0" lang="en-US" sz="1600" u="none" cap="none" strike="noStrike">
                <a:solidFill>
                  <a:srgbClr val="0000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2</a:t>
            </a:r>
            <a:endParaRPr i="0" sz="1600" u="none" cap="none" strike="noStrike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777" name="Google Shape;777;g3f85ecfd79d_2_1191"/>
          <p:cNvSpPr/>
          <p:nvPr/>
        </p:nvSpPr>
        <p:spPr>
          <a:xfrm>
            <a:off x="14036070" y="6155492"/>
            <a:ext cx="117900" cy="25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53E00"/>
              </a:buClr>
              <a:buSzPts val="1700"/>
              <a:buFont typeface="Roboto"/>
              <a:buNone/>
            </a:pPr>
            <a:r>
              <a:rPr i="0" lang="en-US" sz="1600" u="none" cap="none" strike="noStrike">
                <a:solidFill>
                  <a:srgbClr val="D53E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1</a:t>
            </a:r>
            <a:endParaRPr i="0" sz="2000" u="none" cap="none" strike="noStrike">
              <a:solidFill>
                <a:srgbClr val="000000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778" name="Google Shape;778;g3f85ecfd79d_2_1191"/>
          <p:cNvSpPr/>
          <p:nvPr/>
        </p:nvSpPr>
        <p:spPr>
          <a:xfrm>
            <a:off x="14944451" y="6155492"/>
            <a:ext cx="117900" cy="25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Roboto"/>
              <a:buNone/>
            </a:pPr>
            <a:r>
              <a:rPr i="0" lang="en-US" sz="1600" u="none" cap="none" strike="noStrike">
                <a:solidFill>
                  <a:srgbClr val="0000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2</a:t>
            </a:r>
            <a:endParaRPr i="0" sz="1600" u="none" cap="none" strike="noStrike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779" name="Google Shape;779;g3f85ecfd79d_2_1191"/>
          <p:cNvSpPr/>
          <p:nvPr/>
        </p:nvSpPr>
        <p:spPr>
          <a:xfrm>
            <a:off x="15873137" y="6155492"/>
            <a:ext cx="117900" cy="25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Roboto"/>
              <a:buNone/>
            </a:pPr>
            <a:r>
              <a:rPr i="0" lang="en-US" sz="1600" u="none" cap="none" strike="noStrike">
                <a:solidFill>
                  <a:srgbClr val="0000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8</a:t>
            </a:r>
            <a:endParaRPr i="0" sz="1600" u="none" cap="none" strike="noStrike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780" name="Google Shape;780;g3f85ecfd79d_2_1191"/>
          <p:cNvSpPr/>
          <p:nvPr/>
        </p:nvSpPr>
        <p:spPr>
          <a:xfrm>
            <a:off x="16792563" y="6155492"/>
            <a:ext cx="117900" cy="25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Roboto"/>
              <a:buNone/>
            </a:pPr>
            <a:r>
              <a:rPr i="0" lang="en-US" sz="1600" u="none" cap="none" strike="noStrike">
                <a:solidFill>
                  <a:srgbClr val="0000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4</a:t>
            </a:r>
            <a:endParaRPr i="0" sz="1600" u="none" cap="none" strike="noStrike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781" name="Google Shape;781;g3f85ecfd79d_2_1191"/>
          <p:cNvSpPr/>
          <p:nvPr/>
        </p:nvSpPr>
        <p:spPr>
          <a:xfrm>
            <a:off x="1178720" y="6710322"/>
            <a:ext cx="550800" cy="265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Roboto"/>
              <a:buNone/>
            </a:pPr>
            <a:r>
              <a:rPr i="0" lang="en-US" sz="1600" u="none" cap="none" strike="noStrike">
                <a:solidFill>
                  <a:srgbClr val="0000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David</a:t>
            </a:r>
            <a:endParaRPr i="0" sz="1600" u="none" cap="none" strike="noStrike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782" name="Google Shape;782;g3f85ecfd79d_2_1191"/>
          <p:cNvSpPr/>
          <p:nvPr/>
        </p:nvSpPr>
        <p:spPr>
          <a:xfrm>
            <a:off x="1955007" y="6710322"/>
            <a:ext cx="2195100" cy="265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Roboto"/>
              <a:buNone/>
            </a:pPr>
            <a:r>
              <a:rPr i="0" lang="en-US" sz="1600" u="none" cap="none" strike="noStrike">
                <a:solidFill>
                  <a:srgbClr val="0000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Customer Satisfaction</a:t>
            </a:r>
            <a:endParaRPr i="0" sz="1600" u="none" cap="none" strike="noStrike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783" name="Google Shape;783;g3f85ecfd79d_2_1191"/>
          <p:cNvSpPr/>
          <p:nvPr/>
        </p:nvSpPr>
        <p:spPr>
          <a:xfrm>
            <a:off x="4512470" y="6729372"/>
            <a:ext cx="615600" cy="25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Roboto"/>
              <a:buNone/>
            </a:pPr>
            <a:r>
              <a:rPr i="0" lang="en-US" sz="1600" u="none" cap="none" strike="noStrike">
                <a:solidFill>
                  <a:srgbClr val="0000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&gt;=80%</a:t>
            </a:r>
            <a:endParaRPr i="0" sz="1600" u="none" cap="none" strike="noStrike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784" name="Google Shape;784;g3f85ecfd79d_2_1191"/>
          <p:cNvSpPr/>
          <p:nvPr/>
        </p:nvSpPr>
        <p:spPr>
          <a:xfrm>
            <a:off x="5626901" y="6729372"/>
            <a:ext cx="389700" cy="25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Roboto"/>
              <a:buNone/>
            </a:pPr>
            <a:r>
              <a:rPr i="0" lang="en-US" sz="1600" u="none" cap="none" strike="noStrike">
                <a:solidFill>
                  <a:srgbClr val="0000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80%</a:t>
            </a:r>
            <a:endParaRPr i="0" sz="1600" u="none" cap="none" strike="noStrike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785" name="Google Shape;785;g3f85ecfd79d_2_1191"/>
          <p:cNvSpPr/>
          <p:nvPr/>
        </p:nvSpPr>
        <p:spPr>
          <a:xfrm>
            <a:off x="6531774" y="6729372"/>
            <a:ext cx="389700" cy="25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Roboto"/>
              <a:buNone/>
            </a:pPr>
            <a:r>
              <a:rPr i="0" lang="en-US" sz="1600" u="none" cap="none" strike="noStrike">
                <a:solidFill>
                  <a:srgbClr val="0000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80%</a:t>
            </a:r>
            <a:endParaRPr i="0" sz="1600" u="none" cap="none" strike="noStrike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786" name="Google Shape;786;g3f85ecfd79d_2_1191"/>
          <p:cNvSpPr/>
          <p:nvPr/>
        </p:nvSpPr>
        <p:spPr>
          <a:xfrm>
            <a:off x="7449744" y="6729372"/>
            <a:ext cx="389700" cy="25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Roboto"/>
              <a:buNone/>
            </a:pPr>
            <a:r>
              <a:rPr i="0" lang="en-US" sz="1600" u="none" cap="none" strike="noStrike">
                <a:solidFill>
                  <a:srgbClr val="0000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80%</a:t>
            </a:r>
            <a:endParaRPr i="0" sz="1600" u="none" cap="none" strike="noStrike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787" name="Google Shape;787;g3f85ecfd79d_2_1191"/>
          <p:cNvSpPr/>
          <p:nvPr/>
        </p:nvSpPr>
        <p:spPr>
          <a:xfrm>
            <a:off x="8367714" y="6729372"/>
            <a:ext cx="389700" cy="25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Roboto"/>
              <a:buNone/>
            </a:pPr>
            <a:r>
              <a:rPr i="0" lang="en-US" sz="1600" u="none" cap="none" strike="noStrike">
                <a:solidFill>
                  <a:srgbClr val="0000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80%</a:t>
            </a:r>
            <a:endParaRPr i="0" sz="1600" u="none" cap="none" strike="noStrike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788" name="Google Shape;788;g3f85ecfd79d_2_1191"/>
          <p:cNvSpPr/>
          <p:nvPr/>
        </p:nvSpPr>
        <p:spPr>
          <a:xfrm>
            <a:off x="9303150" y="6729372"/>
            <a:ext cx="389700" cy="25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Roboto"/>
              <a:buNone/>
            </a:pPr>
            <a:r>
              <a:rPr i="0" lang="en-US" sz="1600" u="none" cap="none" strike="noStrike">
                <a:solidFill>
                  <a:srgbClr val="0000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80%</a:t>
            </a:r>
            <a:endParaRPr i="0" sz="1600" u="none" cap="none" strike="noStrike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789" name="Google Shape;789;g3f85ecfd79d_2_1191"/>
          <p:cNvSpPr/>
          <p:nvPr/>
        </p:nvSpPr>
        <p:spPr>
          <a:xfrm>
            <a:off x="10221120" y="6729372"/>
            <a:ext cx="389700" cy="25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Roboto"/>
              <a:buNone/>
            </a:pPr>
            <a:r>
              <a:rPr i="0" lang="en-US" sz="1600" u="none" cap="none" strike="noStrike">
                <a:solidFill>
                  <a:srgbClr val="0000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80%</a:t>
            </a:r>
            <a:endParaRPr i="0" sz="1600" u="none" cap="none" strike="noStrike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790" name="Google Shape;790;g3f85ecfd79d_2_1191"/>
          <p:cNvSpPr/>
          <p:nvPr/>
        </p:nvSpPr>
        <p:spPr>
          <a:xfrm>
            <a:off x="11139090" y="6729372"/>
            <a:ext cx="389700" cy="25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Roboto"/>
              <a:buNone/>
            </a:pPr>
            <a:r>
              <a:rPr i="0" lang="en-US" sz="1600" u="none" cap="none" strike="noStrike">
                <a:solidFill>
                  <a:srgbClr val="0000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80%</a:t>
            </a:r>
            <a:endParaRPr i="0" sz="1600" u="none" cap="none" strike="noStrike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791" name="Google Shape;791;g3f85ecfd79d_2_1191"/>
          <p:cNvSpPr/>
          <p:nvPr/>
        </p:nvSpPr>
        <p:spPr>
          <a:xfrm>
            <a:off x="12067776" y="6729372"/>
            <a:ext cx="389700" cy="25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Roboto"/>
              <a:buNone/>
            </a:pPr>
            <a:r>
              <a:rPr i="0" lang="en-US" sz="1600" u="none" cap="none" strike="noStrike">
                <a:solidFill>
                  <a:srgbClr val="0000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80%</a:t>
            </a:r>
            <a:endParaRPr i="0" sz="1600" u="none" cap="none" strike="noStrike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792" name="Google Shape;792;g3f85ecfd79d_2_1191"/>
          <p:cNvSpPr/>
          <p:nvPr/>
        </p:nvSpPr>
        <p:spPr>
          <a:xfrm>
            <a:off x="12983366" y="6729372"/>
            <a:ext cx="389700" cy="25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Roboto"/>
              <a:buNone/>
            </a:pPr>
            <a:r>
              <a:rPr i="0" lang="en-US" sz="1600" u="none" cap="none" strike="noStrike">
                <a:solidFill>
                  <a:srgbClr val="0000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80%</a:t>
            </a:r>
            <a:endParaRPr i="0" sz="1600" u="none" cap="none" strike="noStrike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793" name="Google Shape;793;g3f85ecfd79d_2_1191"/>
          <p:cNvSpPr/>
          <p:nvPr/>
        </p:nvSpPr>
        <p:spPr>
          <a:xfrm>
            <a:off x="13900217" y="6729372"/>
            <a:ext cx="389700" cy="25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Roboto"/>
              <a:buNone/>
            </a:pPr>
            <a:r>
              <a:rPr i="0" lang="en-US" sz="1600" u="none" cap="none" strike="noStrike">
                <a:solidFill>
                  <a:srgbClr val="0000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80%</a:t>
            </a:r>
            <a:endParaRPr i="0" sz="1600" u="none" cap="none" strike="noStrike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794" name="Google Shape;794;g3f85ecfd79d_2_1191"/>
          <p:cNvSpPr/>
          <p:nvPr/>
        </p:nvSpPr>
        <p:spPr>
          <a:xfrm>
            <a:off x="14808597" y="6729372"/>
            <a:ext cx="389700" cy="25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Roboto"/>
              <a:buNone/>
            </a:pPr>
            <a:r>
              <a:rPr i="0" lang="en-US" sz="1600" u="none" cap="none" strike="noStrike">
                <a:solidFill>
                  <a:srgbClr val="0000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80%</a:t>
            </a:r>
            <a:endParaRPr i="0" sz="1600" u="none" cap="none" strike="noStrike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795" name="Google Shape;795;g3f85ecfd79d_2_1191"/>
          <p:cNvSpPr/>
          <p:nvPr/>
        </p:nvSpPr>
        <p:spPr>
          <a:xfrm>
            <a:off x="15737283" y="6729372"/>
            <a:ext cx="389700" cy="25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Roboto"/>
              <a:buNone/>
            </a:pPr>
            <a:r>
              <a:rPr i="0" lang="en-US" sz="1600" u="none" cap="none" strike="noStrike">
                <a:solidFill>
                  <a:srgbClr val="0000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80%</a:t>
            </a:r>
            <a:endParaRPr i="0" sz="1600" u="none" cap="none" strike="noStrike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796" name="Google Shape;796;g3f85ecfd79d_2_1191"/>
          <p:cNvSpPr/>
          <p:nvPr/>
        </p:nvSpPr>
        <p:spPr>
          <a:xfrm>
            <a:off x="16633019" y="6729372"/>
            <a:ext cx="389700" cy="25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Roboto"/>
              <a:buNone/>
            </a:pPr>
            <a:r>
              <a:rPr i="0" lang="en-US" sz="1600" u="none" cap="none" strike="noStrike">
                <a:solidFill>
                  <a:srgbClr val="0000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80%</a:t>
            </a:r>
            <a:endParaRPr i="0" sz="1600" u="none" cap="none" strike="noStrike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797" name="Google Shape;797;g3f85ecfd79d_2_1191"/>
          <p:cNvSpPr/>
          <p:nvPr/>
        </p:nvSpPr>
        <p:spPr>
          <a:xfrm>
            <a:off x="1178720" y="7281822"/>
            <a:ext cx="562500" cy="265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Roboto"/>
              <a:buNone/>
            </a:pPr>
            <a:r>
              <a:rPr i="0" lang="en-US" sz="1600" u="none" cap="none" strike="noStrike">
                <a:solidFill>
                  <a:srgbClr val="0000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Claire</a:t>
            </a:r>
            <a:endParaRPr i="0" sz="1600" u="none" cap="none" strike="noStrike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798" name="Google Shape;798;g3f85ecfd79d_2_1191"/>
          <p:cNvSpPr/>
          <p:nvPr/>
        </p:nvSpPr>
        <p:spPr>
          <a:xfrm>
            <a:off x="2197895" y="7281822"/>
            <a:ext cx="1767300" cy="265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Roboto"/>
              <a:buNone/>
            </a:pPr>
            <a:r>
              <a:rPr i="0" lang="en-US" sz="1600" u="none" cap="none" strike="noStrike">
                <a:solidFill>
                  <a:srgbClr val="0000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Accounts Payable</a:t>
            </a:r>
            <a:endParaRPr i="0" sz="1600" u="none" cap="none" strike="noStrike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799" name="Google Shape;799;g3f85ecfd79d_2_1191"/>
          <p:cNvSpPr/>
          <p:nvPr/>
        </p:nvSpPr>
        <p:spPr>
          <a:xfrm>
            <a:off x="4441024" y="7300875"/>
            <a:ext cx="820500" cy="25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Roboto"/>
              <a:buNone/>
            </a:pPr>
            <a:r>
              <a:rPr i="0" lang="en-US" sz="1600" u="none" cap="none" strike="noStrike">
                <a:solidFill>
                  <a:srgbClr val="0000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&lt;$8,000</a:t>
            </a:r>
            <a:endParaRPr i="0" sz="1600" u="none" cap="none" strike="noStrike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800" name="Google Shape;800;g3f85ecfd79d_2_1191"/>
          <p:cNvSpPr/>
          <p:nvPr/>
        </p:nvSpPr>
        <p:spPr>
          <a:xfrm>
            <a:off x="5498313" y="7300872"/>
            <a:ext cx="683100" cy="25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53E00"/>
              </a:buClr>
              <a:buSzPts val="1700"/>
              <a:buFont typeface="Roboto"/>
              <a:buNone/>
            </a:pPr>
            <a:r>
              <a:rPr i="0" lang="en-US" sz="1600" u="none" cap="none" strike="noStrike">
                <a:solidFill>
                  <a:srgbClr val="D53E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$8,450 </a:t>
            </a:r>
            <a:endParaRPr i="0" sz="2000" u="none" cap="none" strike="noStrike">
              <a:solidFill>
                <a:srgbClr val="000000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801" name="Google Shape;801;g3f85ecfd79d_2_1191"/>
          <p:cNvSpPr/>
          <p:nvPr/>
        </p:nvSpPr>
        <p:spPr>
          <a:xfrm>
            <a:off x="6403186" y="7300872"/>
            <a:ext cx="683100" cy="25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53E00"/>
              </a:buClr>
              <a:buSzPts val="1700"/>
              <a:buFont typeface="Roboto"/>
              <a:buNone/>
            </a:pPr>
            <a:r>
              <a:rPr i="0" lang="en-US" sz="1600" u="none" cap="none" strike="noStrike">
                <a:solidFill>
                  <a:srgbClr val="D53E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$9,234 </a:t>
            </a:r>
            <a:endParaRPr i="0" sz="2000" u="none" cap="none" strike="noStrike">
              <a:solidFill>
                <a:srgbClr val="000000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802" name="Google Shape;802;g3f85ecfd79d_2_1191"/>
          <p:cNvSpPr/>
          <p:nvPr/>
        </p:nvSpPr>
        <p:spPr>
          <a:xfrm>
            <a:off x="7321157" y="7300872"/>
            <a:ext cx="683100" cy="25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Roboto"/>
              <a:buNone/>
            </a:pPr>
            <a:r>
              <a:rPr i="0" lang="en-US" sz="1600" u="none" cap="none" strike="noStrike">
                <a:solidFill>
                  <a:srgbClr val="0000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$3,450 </a:t>
            </a:r>
            <a:endParaRPr i="0" sz="1600" u="none" cap="none" strike="noStrike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803" name="Google Shape;803;g3f85ecfd79d_2_1191"/>
          <p:cNvSpPr/>
          <p:nvPr/>
        </p:nvSpPr>
        <p:spPr>
          <a:xfrm>
            <a:off x="8239127" y="7300872"/>
            <a:ext cx="683100" cy="25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Roboto"/>
              <a:buNone/>
            </a:pPr>
            <a:r>
              <a:rPr i="0" lang="en-US" sz="1600" u="none" cap="none" strike="noStrike">
                <a:solidFill>
                  <a:srgbClr val="0000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$5,500 </a:t>
            </a:r>
            <a:endParaRPr i="0" sz="1600" u="none" cap="none" strike="noStrike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804" name="Google Shape;804;g3f85ecfd79d_2_1191"/>
          <p:cNvSpPr/>
          <p:nvPr/>
        </p:nvSpPr>
        <p:spPr>
          <a:xfrm>
            <a:off x="9156476" y="7300872"/>
            <a:ext cx="683100" cy="25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Roboto"/>
              <a:buNone/>
            </a:pPr>
            <a:r>
              <a:rPr i="0" lang="en-US" sz="1600" u="none" cap="none" strike="noStrike">
                <a:solidFill>
                  <a:srgbClr val="0000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$4,300 </a:t>
            </a:r>
            <a:endParaRPr i="0" sz="1600" u="none" cap="none" strike="noStrike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805" name="Google Shape;805;g3f85ecfd79d_2_1191"/>
          <p:cNvSpPr/>
          <p:nvPr/>
        </p:nvSpPr>
        <p:spPr>
          <a:xfrm>
            <a:off x="10074446" y="7300872"/>
            <a:ext cx="683100" cy="25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53E00"/>
              </a:buClr>
              <a:buSzPts val="1700"/>
              <a:buFont typeface="Roboto"/>
              <a:buNone/>
            </a:pPr>
            <a:r>
              <a:rPr i="0" lang="en-US" sz="1600" u="none" cap="none" strike="noStrike">
                <a:solidFill>
                  <a:srgbClr val="D53E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$8,900 </a:t>
            </a:r>
            <a:endParaRPr i="0" sz="2000" u="none" cap="none" strike="noStrike">
              <a:solidFill>
                <a:srgbClr val="000000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806" name="Google Shape;806;g3f85ecfd79d_2_1191"/>
          <p:cNvSpPr/>
          <p:nvPr/>
        </p:nvSpPr>
        <p:spPr>
          <a:xfrm>
            <a:off x="10992416" y="7300872"/>
            <a:ext cx="683100" cy="25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Roboto"/>
              <a:buNone/>
            </a:pPr>
            <a:r>
              <a:rPr i="0" lang="en-US" sz="1600" u="none" cap="none" strike="noStrike">
                <a:solidFill>
                  <a:srgbClr val="0000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$2,300 </a:t>
            </a:r>
            <a:endParaRPr i="0" sz="1600" u="none" cap="none" strike="noStrike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807" name="Google Shape;807;g3f85ecfd79d_2_1191"/>
          <p:cNvSpPr/>
          <p:nvPr/>
        </p:nvSpPr>
        <p:spPr>
          <a:xfrm>
            <a:off x="11921102" y="7300872"/>
            <a:ext cx="683100" cy="25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Roboto"/>
              <a:buNone/>
            </a:pPr>
            <a:r>
              <a:rPr i="0" lang="en-US" sz="1600" u="none" cap="none" strike="noStrike">
                <a:solidFill>
                  <a:srgbClr val="0000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$5,409 </a:t>
            </a:r>
            <a:endParaRPr i="0" sz="1600" u="none" cap="none" strike="noStrike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808" name="Google Shape;808;g3f85ecfd79d_2_1191"/>
          <p:cNvSpPr/>
          <p:nvPr/>
        </p:nvSpPr>
        <p:spPr>
          <a:xfrm>
            <a:off x="12836691" y="7300872"/>
            <a:ext cx="683100" cy="25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Roboto"/>
              <a:buNone/>
            </a:pPr>
            <a:r>
              <a:rPr i="0" lang="en-US" sz="1600" u="none" cap="none" strike="noStrike">
                <a:solidFill>
                  <a:srgbClr val="0000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$4,390 </a:t>
            </a:r>
            <a:endParaRPr i="0" sz="1600" u="none" cap="none" strike="noStrike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809" name="Google Shape;809;g3f85ecfd79d_2_1191"/>
          <p:cNvSpPr/>
          <p:nvPr/>
        </p:nvSpPr>
        <p:spPr>
          <a:xfrm>
            <a:off x="13753542" y="7300872"/>
            <a:ext cx="683100" cy="25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53E00"/>
              </a:buClr>
              <a:buSzPts val="1700"/>
              <a:buFont typeface="Roboto"/>
              <a:buNone/>
            </a:pPr>
            <a:r>
              <a:rPr i="0" lang="en-US" sz="1600" u="none" cap="none" strike="noStrike">
                <a:solidFill>
                  <a:srgbClr val="D53E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$9,032 </a:t>
            </a:r>
            <a:endParaRPr i="0" sz="2000" u="none" cap="none" strike="noStrike">
              <a:solidFill>
                <a:srgbClr val="000000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810" name="Google Shape;810;g3f85ecfd79d_2_1191"/>
          <p:cNvSpPr/>
          <p:nvPr/>
        </p:nvSpPr>
        <p:spPr>
          <a:xfrm>
            <a:off x="14661923" y="7300872"/>
            <a:ext cx="683100" cy="25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Roboto"/>
              <a:buNone/>
            </a:pPr>
            <a:r>
              <a:rPr i="0" lang="en-US" sz="1600" u="none" cap="none" strike="noStrike">
                <a:solidFill>
                  <a:srgbClr val="0000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$3,445 </a:t>
            </a:r>
            <a:endParaRPr i="0" sz="1600" u="none" cap="none" strike="noStrike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811" name="Google Shape;811;g3f85ecfd79d_2_1191"/>
          <p:cNvSpPr/>
          <p:nvPr/>
        </p:nvSpPr>
        <p:spPr>
          <a:xfrm>
            <a:off x="15590609" y="7300872"/>
            <a:ext cx="683100" cy="25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Roboto"/>
              <a:buNone/>
            </a:pPr>
            <a:r>
              <a:rPr i="0" lang="en-US" sz="1600" u="none" cap="none" strike="noStrike">
                <a:solidFill>
                  <a:srgbClr val="0000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$2,300 </a:t>
            </a:r>
            <a:endParaRPr i="0" sz="1600" u="none" cap="none" strike="noStrike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812" name="Google Shape;812;g3f85ecfd79d_2_1191"/>
          <p:cNvSpPr/>
          <p:nvPr/>
        </p:nvSpPr>
        <p:spPr>
          <a:xfrm>
            <a:off x="16504431" y="7300872"/>
            <a:ext cx="683100" cy="25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Roboto"/>
              <a:buNone/>
            </a:pPr>
            <a:r>
              <a:rPr i="0" lang="en-US" sz="1600" u="none" cap="none" strike="noStrike">
                <a:solidFill>
                  <a:srgbClr val="0000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$5,009 </a:t>
            </a:r>
            <a:endParaRPr i="0" sz="1600" u="none" cap="none" strike="noStrike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813" name="Google Shape;813;g3f85ecfd79d_2_1191"/>
          <p:cNvSpPr/>
          <p:nvPr/>
        </p:nvSpPr>
        <p:spPr>
          <a:xfrm>
            <a:off x="1178720" y="7841417"/>
            <a:ext cx="550800" cy="265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Roboto"/>
              <a:buNone/>
            </a:pPr>
            <a:r>
              <a:rPr i="0" lang="en-US" sz="1600" u="none" cap="none" strike="noStrike">
                <a:solidFill>
                  <a:srgbClr val="0000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David</a:t>
            </a:r>
            <a:endParaRPr i="0" sz="1600" u="none" cap="none" strike="noStrike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814" name="Google Shape;814;g3f85ecfd79d_2_1191"/>
          <p:cNvSpPr/>
          <p:nvPr/>
        </p:nvSpPr>
        <p:spPr>
          <a:xfrm>
            <a:off x="2797970" y="7841417"/>
            <a:ext cx="586800" cy="265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Roboto"/>
              <a:buNone/>
            </a:pPr>
            <a:r>
              <a:rPr i="0" lang="en-US" sz="1600" u="none" cap="none" strike="noStrike">
                <a:solidFill>
                  <a:srgbClr val="0000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Errors</a:t>
            </a:r>
            <a:endParaRPr i="0" sz="1600" u="none" cap="none" strike="noStrike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815" name="Google Shape;815;g3f85ecfd79d_2_1191"/>
          <p:cNvSpPr/>
          <p:nvPr/>
        </p:nvSpPr>
        <p:spPr>
          <a:xfrm>
            <a:off x="4669632" y="7860467"/>
            <a:ext cx="341700" cy="25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Roboto"/>
              <a:buNone/>
            </a:pPr>
            <a:r>
              <a:rPr i="0" lang="en-US" sz="1600" u="none" cap="none" strike="noStrike">
                <a:solidFill>
                  <a:srgbClr val="0000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&lt;=4</a:t>
            </a:r>
            <a:endParaRPr i="0" sz="1600" u="none" cap="none" strike="noStrike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816" name="Google Shape;816;g3f85ecfd79d_2_1191"/>
          <p:cNvSpPr/>
          <p:nvPr/>
        </p:nvSpPr>
        <p:spPr>
          <a:xfrm>
            <a:off x="5784063" y="7860467"/>
            <a:ext cx="117900" cy="25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Roboto"/>
              <a:buNone/>
            </a:pPr>
            <a:r>
              <a:rPr i="0" lang="en-US" sz="1600" u="none" cap="none" strike="noStrike">
                <a:solidFill>
                  <a:srgbClr val="0000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3</a:t>
            </a:r>
            <a:endParaRPr i="0" sz="1600" u="none" cap="none" strike="noStrike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817" name="Google Shape;817;g3f85ecfd79d_2_1191"/>
          <p:cNvSpPr/>
          <p:nvPr/>
        </p:nvSpPr>
        <p:spPr>
          <a:xfrm>
            <a:off x="6691317" y="7860467"/>
            <a:ext cx="117900" cy="25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Roboto"/>
              <a:buNone/>
            </a:pPr>
            <a:r>
              <a:rPr i="0" lang="en-US" sz="1600" u="none" cap="none" strike="noStrike">
                <a:solidFill>
                  <a:srgbClr val="0000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2</a:t>
            </a:r>
            <a:endParaRPr i="0" sz="1600" u="none" cap="none" strike="noStrike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818" name="Google Shape;818;g3f85ecfd79d_2_1191"/>
          <p:cNvSpPr/>
          <p:nvPr/>
        </p:nvSpPr>
        <p:spPr>
          <a:xfrm>
            <a:off x="7606907" y="7860467"/>
            <a:ext cx="117900" cy="25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Roboto"/>
              <a:buNone/>
            </a:pPr>
            <a:r>
              <a:rPr i="0" lang="en-US" sz="1600" u="none" cap="none" strike="noStrike">
                <a:solidFill>
                  <a:srgbClr val="0000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2</a:t>
            </a:r>
            <a:endParaRPr i="0" sz="1600" u="none" cap="none" strike="noStrike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819" name="Google Shape;819;g3f85ecfd79d_2_1191"/>
          <p:cNvSpPr/>
          <p:nvPr/>
        </p:nvSpPr>
        <p:spPr>
          <a:xfrm>
            <a:off x="8524877" y="7860467"/>
            <a:ext cx="117900" cy="25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Roboto"/>
              <a:buNone/>
            </a:pPr>
            <a:r>
              <a:rPr i="0" lang="en-US" sz="1600" u="none" cap="none" strike="noStrike">
                <a:solidFill>
                  <a:srgbClr val="0000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2</a:t>
            </a:r>
            <a:endParaRPr i="0" sz="1600" u="none" cap="none" strike="noStrike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820" name="Google Shape;820;g3f85ecfd79d_2_1191"/>
          <p:cNvSpPr/>
          <p:nvPr/>
        </p:nvSpPr>
        <p:spPr>
          <a:xfrm>
            <a:off x="9439004" y="7860467"/>
            <a:ext cx="117900" cy="25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Roboto"/>
              <a:buNone/>
            </a:pPr>
            <a:r>
              <a:rPr i="0" lang="en-US" sz="1600" u="none" cap="none" strike="noStrike">
                <a:solidFill>
                  <a:srgbClr val="0000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2</a:t>
            </a:r>
            <a:endParaRPr i="0" sz="1600" u="none" cap="none" strike="noStrike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821" name="Google Shape;821;g3f85ecfd79d_2_1191"/>
          <p:cNvSpPr/>
          <p:nvPr/>
        </p:nvSpPr>
        <p:spPr>
          <a:xfrm>
            <a:off x="10356974" y="7860467"/>
            <a:ext cx="117900" cy="25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Roboto"/>
              <a:buNone/>
            </a:pPr>
            <a:r>
              <a:rPr i="0" lang="en-US" sz="1600" u="none" cap="none" strike="noStrike">
                <a:solidFill>
                  <a:srgbClr val="0000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1</a:t>
            </a:r>
            <a:endParaRPr i="0" sz="1600" u="none" cap="none" strike="noStrike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822" name="Google Shape;822;g3f85ecfd79d_2_1191"/>
          <p:cNvSpPr/>
          <p:nvPr/>
        </p:nvSpPr>
        <p:spPr>
          <a:xfrm>
            <a:off x="11274944" y="7860467"/>
            <a:ext cx="117900" cy="25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Roboto"/>
              <a:buNone/>
            </a:pPr>
            <a:r>
              <a:rPr i="0" lang="en-US" sz="1600" u="none" cap="none" strike="noStrike">
                <a:solidFill>
                  <a:srgbClr val="0000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2</a:t>
            </a:r>
            <a:endParaRPr i="0" sz="1600" u="none" cap="none" strike="noStrike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823" name="Google Shape;823;g3f85ecfd79d_2_1191"/>
          <p:cNvSpPr/>
          <p:nvPr/>
        </p:nvSpPr>
        <p:spPr>
          <a:xfrm>
            <a:off x="12203630" y="7860467"/>
            <a:ext cx="117900" cy="25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Roboto"/>
              <a:buNone/>
            </a:pPr>
            <a:r>
              <a:rPr i="0" lang="en-US" sz="1600" u="none" cap="none" strike="noStrike">
                <a:solidFill>
                  <a:srgbClr val="0000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3</a:t>
            </a:r>
            <a:endParaRPr i="0" sz="1600" u="none" cap="none" strike="noStrike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824" name="Google Shape;824;g3f85ecfd79d_2_1191"/>
          <p:cNvSpPr/>
          <p:nvPr/>
        </p:nvSpPr>
        <p:spPr>
          <a:xfrm>
            <a:off x="13119219" y="7860467"/>
            <a:ext cx="117900" cy="25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Roboto"/>
              <a:buNone/>
            </a:pPr>
            <a:r>
              <a:rPr i="0" lang="en-US" sz="1600" u="none" cap="none" strike="noStrike">
                <a:solidFill>
                  <a:srgbClr val="0000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0</a:t>
            </a:r>
            <a:endParaRPr i="0" sz="1600" u="none" cap="none" strike="noStrike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825" name="Google Shape;825;g3f85ecfd79d_2_1191"/>
          <p:cNvSpPr/>
          <p:nvPr/>
        </p:nvSpPr>
        <p:spPr>
          <a:xfrm>
            <a:off x="14036070" y="7860467"/>
            <a:ext cx="117900" cy="25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Roboto"/>
              <a:buNone/>
            </a:pPr>
            <a:r>
              <a:rPr i="0" lang="en-US" sz="1600" u="none" cap="none" strike="noStrike">
                <a:solidFill>
                  <a:srgbClr val="0000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0</a:t>
            </a:r>
            <a:endParaRPr i="0" sz="1600" u="none" cap="none" strike="noStrike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826" name="Google Shape;826;g3f85ecfd79d_2_1191"/>
          <p:cNvSpPr/>
          <p:nvPr/>
        </p:nvSpPr>
        <p:spPr>
          <a:xfrm>
            <a:off x="14944451" y="7860467"/>
            <a:ext cx="117900" cy="25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Roboto"/>
              <a:buNone/>
            </a:pPr>
            <a:r>
              <a:rPr i="0" lang="en-US" sz="1600" u="none" cap="none" strike="noStrike">
                <a:solidFill>
                  <a:srgbClr val="0000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0</a:t>
            </a:r>
            <a:endParaRPr i="0" sz="1600" u="none" cap="none" strike="noStrike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827" name="Google Shape;827;g3f85ecfd79d_2_1191"/>
          <p:cNvSpPr/>
          <p:nvPr/>
        </p:nvSpPr>
        <p:spPr>
          <a:xfrm>
            <a:off x="15873137" y="7860467"/>
            <a:ext cx="117900" cy="25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Roboto"/>
              <a:buNone/>
            </a:pPr>
            <a:r>
              <a:rPr i="0" lang="en-US" sz="1600" u="none" cap="none" strike="noStrike">
                <a:solidFill>
                  <a:srgbClr val="0000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2</a:t>
            </a:r>
            <a:endParaRPr i="0" sz="1600" u="none" cap="none" strike="noStrike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828" name="Google Shape;828;g3f85ecfd79d_2_1191"/>
          <p:cNvSpPr/>
          <p:nvPr/>
        </p:nvSpPr>
        <p:spPr>
          <a:xfrm>
            <a:off x="16792563" y="7860467"/>
            <a:ext cx="117900" cy="25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Roboto"/>
              <a:buNone/>
            </a:pPr>
            <a:r>
              <a:rPr i="0" lang="en-US" sz="1600" u="none" cap="none" strike="noStrike">
                <a:solidFill>
                  <a:srgbClr val="0000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1</a:t>
            </a:r>
            <a:endParaRPr i="0" sz="1600" u="none" cap="none" strike="noStrike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829" name="Google Shape;829;g3f85ecfd79d_2_1191"/>
          <p:cNvSpPr/>
          <p:nvPr/>
        </p:nvSpPr>
        <p:spPr>
          <a:xfrm>
            <a:off x="1250157" y="8415297"/>
            <a:ext cx="492900" cy="265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Roboto"/>
              <a:buNone/>
            </a:pPr>
            <a:r>
              <a:rPr i="0" lang="en-US" sz="1600" u="none" cap="none" strike="noStrike">
                <a:solidFill>
                  <a:srgbClr val="0000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John</a:t>
            </a:r>
            <a:endParaRPr i="0" sz="1600" u="none" cap="none" strike="noStrike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830" name="Google Shape;830;g3f85ecfd79d_2_1191"/>
          <p:cNvSpPr/>
          <p:nvPr/>
        </p:nvSpPr>
        <p:spPr>
          <a:xfrm>
            <a:off x="2097882" y="8415297"/>
            <a:ext cx="1926000" cy="265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Roboto"/>
              <a:buNone/>
            </a:pPr>
            <a:r>
              <a:rPr i="0" lang="en-US" sz="1600" u="none" cap="none" strike="noStrike">
                <a:solidFill>
                  <a:srgbClr val="0000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Utilization/Capacity</a:t>
            </a:r>
            <a:endParaRPr i="0" sz="1600" u="none" cap="none" strike="noStrike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831" name="Google Shape;831;g3f85ecfd79d_2_1191"/>
          <p:cNvSpPr/>
          <p:nvPr/>
        </p:nvSpPr>
        <p:spPr>
          <a:xfrm>
            <a:off x="4569620" y="8434347"/>
            <a:ext cx="500100" cy="25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Roboto"/>
              <a:buNone/>
            </a:pPr>
            <a:r>
              <a:rPr i="0" lang="en-US" sz="1600" u="none" cap="none" strike="noStrike">
                <a:solidFill>
                  <a:srgbClr val="0000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&gt;75%</a:t>
            </a:r>
            <a:endParaRPr i="0" sz="1600" u="none" cap="none" strike="noStrike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832" name="Google Shape;832;g3f85ecfd79d_2_1191"/>
          <p:cNvSpPr/>
          <p:nvPr/>
        </p:nvSpPr>
        <p:spPr>
          <a:xfrm>
            <a:off x="5626901" y="8434347"/>
            <a:ext cx="389700" cy="25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Roboto"/>
              <a:buNone/>
            </a:pPr>
            <a:r>
              <a:rPr i="0" lang="en-US" sz="1600" u="none" cap="none" strike="noStrike">
                <a:solidFill>
                  <a:srgbClr val="0000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75%</a:t>
            </a:r>
            <a:endParaRPr i="0" sz="1600" u="none" cap="none" strike="noStrike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833" name="Google Shape;833;g3f85ecfd79d_2_1191"/>
          <p:cNvSpPr/>
          <p:nvPr/>
        </p:nvSpPr>
        <p:spPr>
          <a:xfrm>
            <a:off x="6531774" y="8434347"/>
            <a:ext cx="389700" cy="25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Roboto"/>
              <a:buNone/>
            </a:pPr>
            <a:r>
              <a:rPr i="0" lang="en-US" sz="1600" u="none" cap="none" strike="noStrike">
                <a:solidFill>
                  <a:srgbClr val="0000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76%</a:t>
            </a:r>
            <a:endParaRPr i="0" sz="1600" u="none" cap="none" strike="noStrike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834" name="Google Shape;834;g3f85ecfd79d_2_1191"/>
          <p:cNvSpPr/>
          <p:nvPr/>
        </p:nvSpPr>
        <p:spPr>
          <a:xfrm>
            <a:off x="7449744" y="8434347"/>
            <a:ext cx="389700" cy="25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Roboto"/>
              <a:buNone/>
            </a:pPr>
            <a:r>
              <a:rPr i="0" lang="en-US" sz="1600" u="none" cap="none" strike="noStrike">
                <a:solidFill>
                  <a:srgbClr val="0000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75%</a:t>
            </a:r>
            <a:endParaRPr i="0" sz="1600" u="none" cap="none" strike="noStrike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835" name="Google Shape;835;g3f85ecfd79d_2_1191"/>
          <p:cNvSpPr/>
          <p:nvPr/>
        </p:nvSpPr>
        <p:spPr>
          <a:xfrm>
            <a:off x="8367714" y="8434347"/>
            <a:ext cx="389700" cy="25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Roboto"/>
              <a:buNone/>
            </a:pPr>
            <a:r>
              <a:rPr i="0" lang="en-US" sz="1600" u="none" cap="none" strike="noStrike">
                <a:solidFill>
                  <a:srgbClr val="0000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75%</a:t>
            </a:r>
            <a:endParaRPr i="0" sz="1600" u="none" cap="none" strike="noStrike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836" name="Google Shape;836;g3f85ecfd79d_2_1191"/>
          <p:cNvSpPr/>
          <p:nvPr/>
        </p:nvSpPr>
        <p:spPr>
          <a:xfrm>
            <a:off x="9303150" y="8434347"/>
            <a:ext cx="389700" cy="25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Roboto"/>
              <a:buNone/>
            </a:pPr>
            <a:r>
              <a:rPr i="0" lang="en-US" sz="1600" u="none" cap="none" strike="noStrike">
                <a:solidFill>
                  <a:srgbClr val="0000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75%</a:t>
            </a:r>
            <a:endParaRPr i="0" sz="1600" u="none" cap="none" strike="noStrike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837" name="Google Shape;837;g3f85ecfd79d_2_1191"/>
          <p:cNvSpPr/>
          <p:nvPr/>
        </p:nvSpPr>
        <p:spPr>
          <a:xfrm>
            <a:off x="10221120" y="8434347"/>
            <a:ext cx="389700" cy="25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Roboto"/>
              <a:buNone/>
            </a:pPr>
            <a:r>
              <a:rPr i="0" lang="en-US" sz="1600" u="none" cap="none" strike="noStrike">
                <a:solidFill>
                  <a:srgbClr val="0000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75%</a:t>
            </a:r>
            <a:endParaRPr i="0" sz="1600" u="none" cap="none" strike="noStrike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838" name="Google Shape;838;g3f85ecfd79d_2_1191"/>
          <p:cNvSpPr/>
          <p:nvPr/>
        </p:nvSpPr>
        <p:spPr>
          <a:xfrm>
            <a:off x="11139090" y="8434347"/>
            <a:ext cx="389700" cy="25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Roboto"/>
              <a:buNone/>
            </a:pPr>
            <a:r>
              <a:rPr i="0" lang="en-US" sz="1600" u="none" cap="none" strike="noStrike">
                <a:solidFill>
                  <a:srgbClr val="0000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75%</a:t>
            </a:r>
            <a:endParaRPr i="0" sz="1600" u="none" cap="none" strike="noStrike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839" name="Google Shape;839;g3f85ecfd79d_2_1191"/>
          <p:cNvSpPr/>
          <p:nvPr/>
        </p:nvSpPr>
        <p:spPr>
          <a:xfrm>
            <a:off x="12067776" y="8434347"/>
            <a:ext cx="389700" cy="25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Roboto"/>
              <a:buNone/>
            </a:pPr>
            <a:r>
              <a:rPr i="0" lang="en-US" sz="1600" u="none" cap="none" strike="noStrike">
                <a:solidFill>
                  <a:srgbClr val="0000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82%</a:t>
            </a:r>
            <a:endParaRPr i="0" sz="1600" u="none" cap="none" strike="noStrike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840" name="Google Shape;840;g3f85ecfd79d_2_1191"/>
          <p:cNvSpPr/>
          <p:nvPr/>
        </p:nvSpPr>
        <p:spPr>
          <a:xfrm>
            <a:off x="12983366" y="8434347"/>
            <a:ext cx="389700" cy="25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Roboto"/>
              <a:buNone/>
            </a:pPr>
            <a:r>
              <a:rPr i="0" lang="en-US" sz="1600" u="none" cap="none" strike="noStrike">
                <a:solidFill>
                  <a:srgbClr val="0000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75%</a:t>
            </a:r>
            <a:endParaRPr i="0" sz="1600" u="none" cap="none" strike="noStrike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841" name="Google Shape;841;g3f85ecfd79d_2_1191"/>
          <p:cNvSpPr/>
          <p:nvPr/>
        </p:nvSpPr>
        <p:spPr>
          <a:xfrm>
            <a:off x="13900217" y="8434347"/>
            <a:ext cx="389700" cy="25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Roboto"/>
              <a:buNone/>
            </a:pPr>
            <a:r>
              <a:rPr i="0" lang="en-US" sz="1600" u="none" cap="none" strike="noStrike">
                <a:solidFill>
                  <a:srgbClr val="0000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75%</a:t>
            </a:r>
            <a:endParaRPr i="0" sz="1600" u="none" cap="none" strike="noStrike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842" name="Google Shape;842;g3f85ecfd79d_2_1191"/>
          <p:cNvSpPr/>
          <p:nvPr/>
        </p:nvSpPr>
        <p:spPr>
          <a:xfrm>
            <a:off x="14808597" y="8434347"/>
            <a:ext cx="389700" cy="25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Roboto"/>
              <a:buNone/>
            </a:pPr>
            <a:r>
              <a:rPr i="0" lang="en-US" sz="1600" u="none" cap="none" strike="noStrike">
                <a:solidFill>
                  <a:srgbClr val="0000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78%</a:t>
            </a:r>
            <a:endParaRPr i="0" sz="1600" u="none" cap="none" strike="noStrike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843" name="Google Shape;843;g3f85ecfd79d_2_1191"/>
          <p:cNvSpPr/>
          <p:nvPr/>
        </p:nvSpPr>
        <p:spPr>
          <a:xfrm>
            <a:off x="15737283" y="8434347"/>
            <a:ext cx="389700" cy="25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Roboto"/>
              <a:buNone/>
            </a:pPr>
            <a:r>
              <a:rPr i="0" lang="en-US" sz="1600" u="none" cap="none" strike="noStrike">
                <a:solidFill>
                  <a:srgbClr val="0000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75%</a:t>
            </a:r>
            <a:endParaRPr i="0" sz="1600" u="none" cap="none" strike="noStrike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844" name="Google Shape;844;g3f85ecfd79d_2_1191"/>
          <p:cNvSpPr/>
          <p:nvPr/>
        </p:nvSpPr>
        <p:spPr>
          <a:xfrm>
            <a:off x="16633019" y="8434347"/>
            <a:ext cx="389700" cy="25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Roboto"/>
              <a:buNone/>
            </a:pPr>
            <a:r>
              <a:rPr i="0" lang="en-US" sz="1600" u="none" cap="none" strike="noStrike">
                <a:solidFill>
                  <a:srgbClr val="0000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75%</a:t>
            </a:r>
            <a:endParaRPr i="0" sz="1600" u="none" cap="none" strike="noStrike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845" name="Google Shape;845;g3f85ecfd79d_2_1191"/>
          <p:cNvSpPr/>
          <p:nvPr/>
        </p:nvSpPr>
        <p:spPr>
          <a:xfrm>
            <a:off x="952453" y="1085800"/>
            <a:ext cx="18021300" cy="7425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42233"/>
              </a:buClr>
              <a:buSzPts val="4800"/>
              <a:buFont typeface="League Spartan"/>
              <a:buNone/>
            </a:pPr>
            <a:r>
              <a:rPr b="1" lang="en-US" sz="4800">
                <a:solidFill>
                  <a:srgbClr val="142233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Right Seats</a:t>
            </a:r>
            <a:endParaRPr b="1" sz="4800">
              <a:solidFill>
                <a:srgbClr val="142233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846" name="Google Shape;846;g3f85ecfd79d_2_1191"/>
          <p:cNvSpPr/>
          <p:nvPr/>
        </p:nvSpPr>
        <p:spPr>
          <a:xfrm>
            <a:off x="952453" y="9654885"/>
            <a:ext cx="2485200" cy="2511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A5AAAF"/>
              </a:buClr>
              <a:buSzPts val="1530"/>
              <a:buFont typeface="League Spartan"/>
              <a:buNone/>
            </a:pPr>
            <a:r>
              <a:rPr b="1" lang="en-US" sz="1530">
                <a:solidFill>
                  <a:srgbClr val="A5AAAF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#WeRunOnEOS2026</a:t>
            </a:r>
            <a:endParaRPr sz="1530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pic>
        <p:nvPicPr>
          <p:cNvPr descr="preencoded.png" id="847" name="Google Shape;847;g3f85ecfd79d_2_1191"/>
          <p:cNvPicPr preferRelativeResize="0"/>
          <p:nvPr/>
        </p:nvPicPr>
        <p:blipFill rotWithShape="1">
          <a:blip r:embed="rId3">
            <a:alphaModFix amt="35000"/>
          </a:blip>
          <a:srcRect b="0" l="0" r="0" t="0"/>
          <a:stretch/>
        </p:blipFill>
        <p:spPr>
          <a:xfrm>
            <a:off x="16687858" y="9334388"/>
            <a:ext cx="647649" cy="609744"/>
          </a:xfrm>
          <a:prstGeom prst="rect">
            <a:avLst/>
          </a:prstGeom>
          <a:noFill/>
          <a:ln>
            <a:noFill/>
          </a:ln>
        </p:spPr>
      </p:pic>
      <p:sp>
        <p:nvSpPr>
          <p:cNvPr id="848" name="Google Shape;848;g3f85ecfd79d_2_1191"/>
          <p:cNvSpPr/>
          <p:nvPr/>
        </p:nvSpPr>
        <p:spPr>
          <a:xfrm>
            <a:off x="17030702" y="9353409"/>
            <a:ext cx="356700" cy="1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76308"/>
              </a:lnSpc>
              <a:spcBef>
                <a:spcPts val="0"/>
              </a:spcBef>
              <a:spcAft>
                <a:spcPts val="0"/>
              </a:spcAft>
              <a:buClr>
                <a:srgbClr val="FF7900"/>
              </a:buClr>
              <a:buSzPts val="901"/>
              <a:buFont typeface="League Spartan"/>
              <a:buNone/>
            </a:pPr>
            <a:r>
              <a:rPr b="1" lang="en-US" sz="902">
                <a:solidFill>
                  <a:srgbClr val="FF79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2026</a:t>
            </a:r>
            <a:endParaRPr sz="902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6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250"/>
                                        <p:tgtEl>
                                          <p:spTgt spid="6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25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250"/>
                                        <p:tgtEl>
                                          <p:spTgt spid="7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250"/>
                                        <p:tgtEl>
                                          <p:spTgt spid="7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75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250"/>
                                        <p:tgtEl>
                                          <p:spTgt spid="7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10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250"/>
                                        <p:tgtEl>
                                          <p:spTgt spid="7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125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250"/>
                                        <p:tgtEl>
                                          <p:spTgt spid="7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15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250"/>
                                        <p:tgtEl>
                                          <p:spTgt spid="7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175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250"/>
                                        <p:tgtEl>
                                          <p:spTgt spid="7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20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250"/>
                                        <p:tgtEl>
                                          <p:spTgt spid="8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225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250"/>
                                        <p:tgtEl>
                                          <p:spTgt spid="8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250"/>
                                        <p:tgtEl>
                                          <p:spTgt spid="6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250"/>
                                        <p:tgtEl>
                                          <p:spTgt spid="6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25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250"/>
                                        <p:tgtEl>
                                          <p:spTgt spid="7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250"/>
                                        <p:tgtEl>
                                          <p:spTgt spid="7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75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250"/>
                                        <p:tgtEl>
                                          <p:spTgt spid="7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10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250"/>
                                        <p:tgtEl>
                                          <p:spTgt spid="7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125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250"/>
                                        <p:tgtEl>
                                          <p:spTgt spid="7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15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250"/>
                                        <p:tgtEl>
                                          <p:spTgt spid="7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175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250"/>
                                        <p:tgtEl>
                                          <p:spTgt spid="7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20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250"/>
                                        <p:tgtEl>
                                          <p:spTgt spid="8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225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250"/>
                                        <p:tgtEl>
                                          <p:spTgt spid="8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250"/>
                                        <p:tgtEl>
                                          <p:spTgt spid="6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250"/>
                                        <p:tgtEl>
                                          <p:spTgt spid="6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25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250"/>
                                        <p:tgtEl>
                                          <p:spTgt spid="7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250"/>
                                        <p:tgtEl>
                                          <p:spTgt spid="7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75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250"/>
                                        <p:tgtEl>
                                          <p:spTgt spid="7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10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250"/>
                                        <p:tgtEl>
                                          <p:spTgt spid="7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125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250"/>
                                        <p:tgtEl>
                                          <p:spTgt spid="7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15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250"/>
                                        <p:tgtEl>
                                          <p:spTgt spid="7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175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250"/>
                                        <p:tgtEl>
                                          <p:spTgt spid="7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20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250"/>
                                        <p:tgtEl>
                                          <p:spTgt spid="8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225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250"/>
                                        <p:tgtEl>
                                          <p:spTgt spid="8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200"/>
                                        <p:tgtEl>
                                          <p:spTgt spid="6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200"/>
                                        <p:tgtEl>
                                          <p:spTgt spid="6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200"/>
                                        <p:tgtEl>
                                          <p:spTgt spid="7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200"/>
                                        <p:tgtEl>
                                          <p:spTgt spid="7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200"/>
                                        <p:tgtEl>
                                          <p:spTgt spid="7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200"/>
                                        <p:tgtEl>
                                          <p:spTgt spid="7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200"/>
                                        <p:tgtEl>
                                          <p:spTgt spid="7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200"/>
                                        <p:tgtEl>
                                          <p:spTgt spid="7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200"/>
                                        <p:tgtEl>
                                          <p:spTgt spid="8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200"/>
                                        <p:tgtEl>
                                          <p:spTgt spid="8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200"/>
                                        <p:tgtEl>
                                          <p:spTgt spid="8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2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200"/>
                                        <p:tgtEl>
                                          <p:spTgt spid="6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200"/>
                                        <p:tgtEl>
                                          <p:spTgt spid="6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200"/>
                                        <p:tgtEl>
                                          <p:spTgt spid="7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200"/>
                                        <p:tgtEl>
                                          <p:spTgt spid="7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200"/>
                                        <p:tgtEl>
                                          <p:spTgt spid="7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200"/>
                                        <p:tgtEl>
                                          <p:spTgt spid="7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200"/>
                                        <p:tgtEl>
                                          <p:spTgt spid="7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200"/>
                                        <p:tgtEl>
                                          <p:spTgt spid="7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200"/>
                                        <p:tgtEl>
                                          <p:spTgt spid="8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200"/>
                                        <p:tgtEl>
                                          <p:spTgt spid="8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200"/>
                                        <p:tgtEl>
                                          <p:spTgt spid="8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4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200"/>
                                        <p:tgtEl>
                                          <p:spTgt spid="6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200"/>
                                        <p:tgtEl>
                                          <p:spTgt spid="6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200"/>
                                        <p:tgtEl>
                                          <p:spTgt spid="7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200"/>
                                        <p:tgtEl>
                                          <p:spTgt spid="7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200"/>
                                        <p:tgtEl>
                                          <p:spTgt spid="7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200"/>
                                        <p:tgtEl>
                                          <p:spTgt spid="7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200"/>
                                        <p:tgtEl>
                                          <p:spTgt spid="7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200"/>
                                        <p:tgtEl>
                                          <p:spTgt spid="7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200"/>
                                        <p:tgtEl>
                                          <p:spTgt spid="8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200"/>
                                        <p:tgtEl>
                                          <p:spTgt spid="8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200"/>
                                        <p:tgtEl>
                                          <p:spTgt spid="8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6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200"/>
                                        <p:tgtEl>
                                          <p:spTgt spid="6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200"/>
                                        <p:tgtEl>
                                          <p:spTgt spid="6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200"/>
                                        <p:tgtEl>
                                          <p:spTgt spid="7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200"/>
                                        <p:tgtEl>
                                          <p:spTgt spid="7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200"/>
                                        <p:tgtEl>
                                          <p:spTgt spid="7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200"/>
                                        <p:tgtEl>
                                          <p:spTgt spid="7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200"/>
                                        <p:tgtEl>
                                          <p:spTgt spid="7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200"/>
                                        <p:tgtEl>
                                          <p:spTgt spid="7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200"/>
                                        <p:tgtEl>
                                          <p:spTgt spid="8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200"/>
                                        <p:tgtEl>
                                          <p:spTgt spid="8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200"/>
                                        <p:tgtEl>
                                          <p:spTgt spid="8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8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200"/>
                                        <p:tgtEl>
                                          <p:spTgt spid="6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200"/>
                                        <p:tgtEl>
                                          <p:spTgt spid="6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200"/>
                                        <p:tgtEl>
                                          <p:spTgt spid="7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200"/>
                                        <p:tgtEl>
                                          <p:spTgt spid="7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200"/>
                                        <p:tgtEl>
                                          <p:spTgt spid="7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200"/>
                                        <p:tgtEl>
                                          <p:spTgt spid="7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200"/>
                                        <p:tgtEl>
                                          <p:spTgt spid="7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200"/>
                                        <p:tgtEl>
                                          <p:spTgt spid="7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200"/>
                                        <p:tgtEl>
                                          <p:spTgt spid="8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200"/>
                                        <p:tgtEl>
                                          <p:spTgt spid="8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200"/>
                                        <p:tgtEl>
                                          <p:spTgt spid="8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10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200"/>
                                        <p:tgtEl>
                                          <p:spTgt spid="6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200"/>
                                        <p:tgtEl>
                                          <p:spTgt spid="6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200"/>
                                        <p:tgtEl>
                                          <p:spTgt spid="7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200"/>
                                        <p:tgtEl>
                                          <p:spTgt spid="7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200"/>
                                        <p:tgtEl>
                                          <p:spTgt spid="7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200"/>
                                        <p:tgtEl>
                                          <p:spTgt spid="7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200"/>
                                        <p:tgtEl>
                                          <p:spTgt spid="7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200"/>
                                        <p:tgtEl>
                                          <p:spTgt spid="7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200"/>
                                        <p:tgtEl>
                                          <p:spTgt spid="8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200"/>
                                        <p:tgtEl>
                                          <p:spTgt spid="8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200"/>
                                        <p:tgtEl>
                                          <p:spTgt spid="8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12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200"/>
                                        <p:tgtEl>
                                          <p:spTgt spid="6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200"/>
                                        <p:tgtEl>
                                          <p:spTgt spid="6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200"/>
                                        <p:tgtEl>
                                          <p:spTgt spid="7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200"/>
                                        <p:tgtEl>
                                          <p:spTgt spid="7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200"/>
                                        <p:tgtEl>
                                          <p:spTgt spid="7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200"/>
                                        <p:tgtEl>
                                          <p:spTgt spid="7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200"/>
                                        <p:tgtEl>
                                          <p:spTgt spid="7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200"/>
                                        <p:tgtEl>
                                          <p:spTgt spid="7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200"/>
                                        <p:tgtEl>
                                          <p:spTgt spid="8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200"/>
                                        <p:tgtEl>
                                          <p:spTgt spid="8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200"/>
                                        <p:tgtEl>
                                          <p:spTgt spid="8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14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200"/>
                                        <p:tgtEl>
                                          <p:spTgt spid="6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200"/>
                                        <p:tgtEl>
                                          <p:spTgt spid="69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200"/>
                                        <p:tgtEl>
                                          <p:spTgt spid="7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200"/>
                                        <p:tgtEl>
                                          <p:spTgt spid="7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200"/>
                                        <p:tgtEl>
                                          <p:spTgt spid="7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200"/>
                                        <p:tgtEl>
                                          <p:spTgt spid="7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200"/>
                                        <p:tgtEl>
                                          <p:spTgt spid="7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200"/>
                                        <p:tgtEl>
                                          <p:spTgt spid="7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200"/>
                                        <p:tgtEl>
                                          <p:spTgt spid="8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200"/>
                                        <p:tgtEl>
                                          <p:spTgt spid="8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200"/>
                                        <p:tgtEl>
                                          <p:spTgt spid="8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16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200"/>
                                        <p:tgtEl>
                                          <p:spTgt spid="6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200"/>
                                        <p:tgtEl>
                                          <p:spTgt spid="6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200"/>
                                        <p:tgtEl>
                                          <p:spTgt spid="7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200"/>
                                        <p:tgtEl>
                                          <p:spTgt spid="7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200"/>
                                        <p:tgtEl>
                                          <p:spTgt spid="7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200"/>
                                        <p:tgtEl>
                                          <p:spTgt spid="7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200"/>
                                        <p:tgtEl>
                                          <p:spTgt spid="7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200"/>
                                        <p:tgtEl>
                                          <p:spTgt spid="7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200"/>
                                        <p:tgtEl>
                                          <p:spTgt spid="8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200"/>
                                        <p:tgtEl>
                                          <p:spTgt spid="8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200"/>
                                        <p:tgtEl>
                                          <p:spTgt spid="8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18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200"/>
                                        <p:tgtEl>
                                          <p:spTgt spid="6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200"/>
                                        <p:tgtEl>
                                          <p:spTgt spid="6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200"/>
                                        <p:tgtEl>
                                          <p:spTgt spid="7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200"/>
                                        <p:tgtEl>
                                          <p:spTgt spid="7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200"/>
                                        <p:tgtEl>
                                          <p:spTgt spid="7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200"/>
                                        <p:tgtEl>
                                          <p:spTgt spid="7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200"/>
                                        <p:tgtEl>
                                          <p:spTgt spid="7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200"/>
                                        <p:tgtEl>
                                          <p:spTgt spid="7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200"/>
                                        <p:tgtEl>
                                          <p:spTgt spid="8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200"/>
                                        <p:tgtEl>
                                          <p:spTgt spid="8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200"/>
                                        <p:tgtEl>
                                          <p:spTgt spid="8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20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200"/>
                                        <p:tgtEl>
                                          <p:spTgt spid="6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200"/>
                                        <p:tgtEl>
                                          <p:spTgt spid="6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200"/>
                                        <p:tgtEl>
                                          <p:spTgt spid="7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200"/>
                                        <p:tgtEl>
                                          <p:spTgt spid="7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200"/>
                                        <p:tgtEl>
                                          <p:spTgt spid="7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200"/>
                                        <p:tgtEl>
                                          <p:spTgt spid="7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200"/>
                                        <p:tgtEl>
                                          <p:spTgt spid="7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200"/>
                                        <p:tgtEl>
                                          <p:spTgt spid="7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200"/>
                                        <p:tgtEl>
                                          <p:spTgt spid="8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200"/>
                                        <p:tgtEl>
                                          <p:spTgt spid="8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200"/>
                                        <p:tgtEl>
                                          <p:spTgt spid="8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22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200"/>
                                        <p:tgtEl>
                                          <p:spTgt spid="6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200"/>
                                        <p:tgtEl>
                                          <p:spTgt spid="6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200"/>
                                        <p:tgtEl>
                                          <p:spTgt spid="7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200"/>
                                        <p:tgtEl>
                                          <p:spTgt spid="7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200"/>
                                        <p:tgtEl>
                                          <p:spTgt spid="7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200"/>
                                        <p:tgtEl>
                                          <p:spTgt spid="7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200"/>
                                        <p:tgtEl>
                                          <p:spTgt spid="7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200"/>
                                        <p:tgtEl>
                                          <p:spTgt spid="79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200"/>
                                        <p:tgtEl>
                                          <p:spTgt spid="8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200"/>
                                        <p:tgtEl>
                                          <p:spTgt spid="8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200"/>
                                        <p:tgtEl>
                                          <p:spTgt spid="8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24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200"/>
                                        <p:tgtEl>
                                          <p:spTgt spid="6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200"/>
                                        <p:tgtEl>
                                          <p:spTgt spid="7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200"/>
                                        <p:tgtEl>
                                          <p:spTgt spid="7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200"/>
                                        <p:tgtEl>
                                          <p:spTgt spid="7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200"/>
                                        <p:tgtEl>
                                          <p:spTgt spid="7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200"/>
                                        <p:tgtEl>
                                          <p:spTgt spid="7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200"/>
                                        <p:tgtEl>
                                          <p:spTgt spid="7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200"/>
                                        <p:tgtEl>
                                          <p:spTgt spid="7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200"/>
                                        <p:tgtEl>
                                          <p:spTgt spid="8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200"/>
                                        <p:tgtEl>
                                          <p:spTgt spid="8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200"/>
                                        <p:tgtEl>
                                          <p:spTgt spid="8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853" name="Shape 8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4" name="Google Shape;854;g3f85ecfd79d_2_1572"/>
          <p:cNvSpPr/>
          <p:nvPr/>
        </p:nvSpPr>
        <p:spPr>
          <a:xfrm>
            <a:off x="952453" y="838194"/>
            <a:ext cx="1047600" cy="133200"/>
          </a:xfrm>
          <a:prstGeom prst="roundRect">
            <a:avLst>
              <a:gd fmla="val 50000" name="adj"/>
            </a:avLst>
          </a:prstGeom>
          <a:gradFill>
            <a:gsLst>
              <a:gs pos="0">
                <a:srgbClr val="F04E23"/>
              </a:gs>
              <a:gs pos="100000">
                <a:srgbClr val="FF7900"/>
              </a:gs>
            </a:gsLst>
            <a:lin ang="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855" name="Google Shape;855;g3f85ecfd79d_2_1572"/>
          <p:cNvSpPr/>
          <p:nvPr/>
        </p:nvSpPr>
        <p:spPr>
          <a:xfrm>
            <a:off x="952453" y="1219147"/>
            <a:ext cx="18021300" cy="7425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42233"/>
              </a:buClr>
              <a:buSzPts val="4800"/>
              <a:buFont typeface="League Spartan"/>
              <a:buNone/>
            </a:pPr>
            <a:r>
              <a:rPr b="1" lang="en-US" sz="4800">
                <a:solidFill>
                  <a:srgbClr val="142233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Scorecard Measurables</a:t>
            </a:r>
            <a:endParaRPr sz="4800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856" name="Google Shape;856;g3f85ecfd79d_2_1572"/>
          <p:cNvSpPr/>
          <p:nvPr/>
        </p:nvSpPr>
        <p:spPr>
          <a:xfrm>
            <a:off x="952453" y="9654885"/>
            <a:ext cx="2485200" cy="2511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A5AAAF"/>
              </a:buClr>
              <a:buSzPts val="1530"/>
              <a:buFont typeface="League Spartan"/>
              <a:buNone/>
            </a:pPr>
            <a:r>
              <a:rPr b="1" lang="en-US" sz="1530">
                <a:solidFill>
                  <a:srgbClr val="A5AAAF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#WeRunOnEOS2026</a:t>
            </a:r>
            <a:endParaRPr sz="1530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pic>
        <p:nvPicPr>
          <p:cNvPr descr="preencoded.png" id="857" name="Google Shape;857;g3f85ecfd79d_2_1572"/>
          <p:cNvPicPr preferRelativeResize="0"/>
          <p:nvPr/>
        </p:nvPicPr>
        <p:blipFill rotWithShape="1">
          <a:blip r:embed="rId3">
            <a:alphaModFix amt="35000"/>
          </a:blip>
          <a:srcRect b="0" l="0" r="0" t="0"/>
          <a:stretch/>
        </p:blipFill>
        <p:spPr>
          <a:xfrm>
            <a:off x="16687858" y="9334388"/>
            <a:ext cx="647649" cy="609744"/>
          </a:xfrm>
          <a:prstGeom prst="rect">
            <a:avLst/>
          </a:prstGeom>
          <a:noFill/>
          <a:ln>
            <a:noFill/>
          </a:ln>
        </p:spPr>
      </p:pic>
      <p:sp>
        <p:nvSpPr>
          <p:cNvPr id="858" name="Google Shape;858;g3f85ecfd79d_2_1572"/>
          <p:cNvSpPr/>
          <p:nvPr/>
        </p:nvSpPr>
        <p:spPr>
          <a:xfrm>
            <a:off x="17030702" y="9353409"/>
            <a:ext cx="356700" cy="1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76308"/>
              </a:lnSpc>
              <a:spcBef>
                <a:spcPts val="0"/>
              </a:spcBef>
              <a:spcAft>
                <a:spcPts val="0"/>
              </a:spcAft>
              <a:buClr>
                <a:srgbClr val="FF7900"/>
              </a:buClr>
              <a:buSzPts val="901"/>
              <a:buFont typeface="League Spartan"/>
              <a:buNone/>
            </a:pPr>
            <a:r>
              <a:rPr b="1" lang="en-US" sz="902">
                <a:solidFill>
                  <a:srgbClr val="FF79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2026</a:t>
            </a:r>
            <a:endParaRPr sz="902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859" name="Google Shape;859;g3f85ecfd79d_2_1572"/>
          <p:cNvSpPr/>
          <p:nvPr/>
        </p:nvSpPr>
        <p:spPr>
          <a:xfrm>
            <a:off x="933429" y="2339625"/>
            <a:ext cx="8001900" cy="63252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-571500" lvl="0" marL="571500" marR="0" rtl="0" algn="l">
              <a:spcBef>
                <a:spcPts val="2400"/>
              </a:spcBef>
              <a:spcAft>
                <a:spcPts val="0"/>
              </a:spcAft>
              <a:buClr>
                <a:srgbClr val="FF7900"/>
              </a:buClr>
              <a:buSzPts val="3960"/>
              <a:buFont typeface="Noto Sans Symbols"/>
              <a:buChar char="▪"/>
            </a:pPr>
            <a:r>
              <a:rPr b="1" lang="en-US" sz="3200">
                <a:solidFill>
                  <a:srgbClr val="142233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Weekly Revenue</a:t>
            </a:r>
            <a:endParaRPr b="1" sz="3200">
              <a:solidFill>
                <a:srgbClr val="142233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  <a:p>
            <a:pPr indent="-571500" lvl="0" marL="571500" marR="0" rtl="0" algn="l">
              <a:spcBef>
                <a:spcPts val="2400"/>
              </a:spcBef>
              <a:spcAft>
                <a:spcPts val="0"/>
              </a:spcAft>
              <a:buClr>
                <a:srgbClr val="FF7900"/>
              </a:buClr>
              <a:buSzPts val="3960"/>
              <a:buFont typeface="Noto Sans Symbols"/>
              <a:buChar char="▪"/>
            </a:pPr>
            <a:r>
              <a:rPr b="1" lang="en-US" sz="3200">
                <a:solidFill>
                  <a:srgbClr val="142233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Cash Balance</a:t>
            </a:r>
            <a:endParaRPr b="1" sz="3200">
              <a:solidFill>
                <a:srgbClr val="142233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  <a:p>
            <a:pPr indent="-571500" lvl="0" marL="571500" marR="0" rtl="0" algn="l">
              <a:spcBef>
                <a:spcPts val="2400"/>
              </a:spcBef>
              <a:spcAft>
                <a:spcPts val="0"/>
              </a:spcAft>
              <a:buClr>
                <a:srgbClr val="FF7900"/>
              </a:buClr>
              <a:buSzPts val="3960"/>
              <a:buFont typeface="Noto Sans Symbols"/>
              <a:buChar char="▪"/>
            </a:pPr>
            <a:r>
              <a:rPr b="1" lang="en-US" sz="3200">
                <a:solidFill>
                  <a:srgbClr val="142233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Sales Calls</a:t>
            </a:r>
            <a:endParaRPr b="1" sz="3200">
              <a:solidFill>
                <a:srgbClr val="142233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  <a:p>
            <a:pPr indent="-571500" lvl="0" marL="571500" marR="0" rtl="0" algn="l">
              <a:spcBef>
                <a:spcPts val="2400"/>
              </a:spcBef>
              <a:spcAft>
                <a:spcPts val="0"/>
              </a:spcAft>
              <a:buClr>
                <a:srgbClr val="FF7900"/>
              </a:buClr>
              <a:buSzPts val="3960"/>
              <a:buFont typeface="Noto Sans Symbols"/>
              <a:buChar char="▪"/>
            </a:pPr>
            <a:r>
              <a:rPr b="1" lang="en-US" sz="3200">
                <a:solidFill>
                  <a:srgbClr val="142233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Sales Meetings</a:t>
            </a:r>
            <a:endParaRPr b="1" sz="3200">
              <a:solidFill>
                <a:srgbClr val="142233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  <a:p>
            <a:pPr indent="-571500" lvl="0" marL="571500" marR="0" rtl="0" algn="l">
              <a:spcBef>
                <a:spcPts val="2400"/>
              </a:spcBef>
              <a:spcAft>
                <a:spcPts val="0"/>
              </a:spcAft>
              <a:buClr>
                <a:srgbClr val="FF7900"/>
              </a:buClr>
              <a:buSzPts val="3960"/>
              <a:buFont typeface="Noto Sans Symbols"/>
              <a:buChar char="▪"/>
            </a:pPr>
            <a:r>
              <a:rPr b="1" lang="en-US" sz="3200">
                <a:solidFill>
                  <a:srgbClr val="142233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Proposals</a:t>
            </a:r>
            <a:endParaRPr b="1" sz="3200">
              <a:solidFill>
                <a:srgbClr val="142233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  <a:p>
            <a:pPr indent="-571500" lvl="0" marL="571500" marR="0" rtl="0" algn="l">
              <a:spcBef>
                <a:spcPts val="2400"/>
              </a:spcBef>
              <a:spcAft>
                <a:spcPts val="0"/>
              </a:spcAft>
              <a:buClr>
                <a:srgbClr val="FF7900"/>
              </a:buClr>
              <a:buSzPts val="3960"/>
              <a:buFont typeface="Noto Sans Symbols"/>
              <a:buChar char="▪"/>
            </a:pPr>
            <a:r>
              <a:rPr b="1" lang="en-US" sz="3200">
                <a:solidFill>
                  <a:srgbClr val="142233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Closed Business</a:t>
            </a:r>
            <a:endParaRPr b="1" sz="3200">
              <a:solidFill>
                <a:srgbClr val="142233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860" name="Google Shape;860;g3f85ecfd79d_2_1572"/>
          <p:cNvSpPr/>
          <p:nvPr/>
        </p:nvSpPr>
        <p:spPr>
          <a:xfrm>
            <a:off x="7773604" y="2339625"/>
            <a:ext cx="8001900" cy="63252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-571500" lvl="0" marL="571500" marR="0" rtl="0" algn="l">
              <a:spcBef>
                <a:spcPts val="2400"/>
              </a:spcBef>
              <a:spcAft>
                <a:spcPts val="0"/>
              </a:spcAft>
              <a:buClr>
                <a:srgbClr val="FF7900"/>
              </a:buClr>
              <a:buSzPts val="3960"/>
              <a:buFont typeface="Noto Sans Symbols"/>
              <a:buChar char="▪"/>
            </a:pPr>
            <a:r>
              <a:rPr b="1" lang="en-US" sz="3200">
                <a:solidFill>
                  <a:srgbClr val="142233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Customer Rating</a:t>
            </a:r>
            <a:endParaRPr b="1" sz="3200">
              <a:solidFill>
                <a:srgbClr val="142233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  <a:p>
            <a:pPr indent="-571500" lvl="0" marL="571500" marR="0" rtl="0" algn="l">
              <a:spcBef>
                <a:spcPts val="2400"/>
              </a:spcBef>
              <a:spcAft>
                <a:spcPts val="0"/>
              </a:spcAft>
              <a:buClr>
                <a:srgbClr val="FF7900"/>
              </a:buClr>
              <a:buSzPts val="3960"/>
              <a:buFont typeface="Noto Sans Symbols"/>
              <a:buChar char="▪"/>
            </a:pPr>
            <a:r>
              <a:rPr b="1" lang="en-US" sz="3200">
                <a:solidFill>
                  <a:srgbClr val="142233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Accounts Receivable</a:t>
            </a:r>
            <a:endParaRPr b="1" sz="3200">
              <a:solidFill>
                <a:srgbClr val="142233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  <a:p>
            <a:pPr indent="-571500" lvl="0" marL="571500" marR="0" rtl="0" algn="l">
              <a:spcBef>
                <a:spcPts val="2400"/>
              </a:spcBef>
              <a:spcAft>
                <a:spcPts val="0"/>
              </a:spcAft>
              <a:buClr>
                <a:srgbClr val="FF7900"/>
              </a:buClr>
              <a:buSzPts val="3960"/>
              <a:buFont typeface="Noto Sans Symbols"/>
              <a:buChar char="▪"/>
            </a:pPr>
            <a:r>
              <a:rPr b="1" lang="en-US" sz="3200">
                <a:solidFill>
                  <a:srgbClr val="142233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Accounts Payable</a:t>
            </a:r>
            <a:endParaRPr b="1" sz="3200">
              <a:solidFill>
                <a:srgbClr val="142233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  <a:p>
            <a:pPr indent="-571500" lvl="0" marL="571500" marR="0" rtl="0" algn="l">
              <a:spcBef>
                <a:spcPts val="2400"/>
              </a:spcBef>
              <a:spcAft>
                <a:spcPts val="0"/>
              </a:spcAft>
              <a:buClr>
                <a:srgbClr val="FF7900"/>
              </a:buClr>
              <a:buSzPts val="3960"/>
              <a:buFont typeface="Noto Sans Symbols"/>
              <a:buChar char="▪"/>
            </a:pPr>
            <a:r>
              <a:rPr b="1" lang="en-US" sz="3200">
                <a:solidFill>
                  <a:srgbClr val="142233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Errors</a:t>
            </a:r>
            <a:endParaRPr b="1" sz="3200">
              <a:solidFill>
                <a:srgbClr val="142233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  <a:p>
            <a:pPr indent="-571500" lvl="0" marL="571500" marR="0" rtl="0" algn="l">
              <a:spcBef>
                <a:spcPts val="2400"/>
              </a:spcBef>
              <a:spcAft>
                <a:spcPts val="0"/>
              </a:spcAft>
              <a:buClr>
                <a:srgbClr val="FF7900"/>
              </a:buClr>
              <a:buSzPts val="3960"/>
              <a:buFont typeface="Noto Sans Symbols"/>
              <a:buChar char="▪"/>
            </a:pPr>
            <a:r>
              <a:rPr b="1" lang="en-US" sz="3200">
                <a:solidFill>
                  <a:srgbClr val="142233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Utilization Rates</a:t>
            </a:r>
            <a:endParaRPr b="1" sz="3200">
              <a:solidFill>
                <a:srgbClr val="142233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  <a:p>
            <a:pPr indent="-571500" lvl="0" marL="571500" marR="0" rtl="0" algn="l">
              <a:spcBef>
                <a:spcPts val="2400"/>
              </a:spcBef>
              <a:spcAft>
                <a:spcPts val="0"/>
              </a:spcAft>
              <a:buClr>
                <a:srgbClr val="FF7900"/>
              </a:buClr>
              <a:buSzPts val="3960"/>
              <a:buFont typeface="Noto Sans Symbols"/>
              <a:buChar char="▪"/>
            </a:pPr>
            <a:r>
              <a:rPr b="1" lang="en-US" sz="3200">
                <a:solidFill>
                  <a:srgbClr val="142233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Web Conversions</a:t>
            </a:r>
            <a:endParaRPr b="1" sz="3200">
              <a:solidFill>
                <a:srgbClr val="142233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64" name="Shape 8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5" name="Google Shape;865;g3f85ecfd79d_2_1585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66" name="Google Shape;866;g3f85ecfd79d_2_1585"/>
          <p:cNvSpPr/>
          <p:nvPr/>
        </p:nvSpPr>
        <p:spPr>
          <a:xfrm>
            <a:off x="952453" y="1085800"/>
            <a:ext cx="18021300" cy="7425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42233"/>
              </a:buClr>
              <a:buSzPts val="4800"/>
              <a:buFont typeface="League Spartan"/>
              <a:buNone/>
            </a:pPr>
            <a:r>
              <a:rPr b="1" lang="en-US" sz="4800">
                <a:solidFill>
                  <a:srgbClr val="142233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The </a:t>
            </a:r>
            <a:r>
              <a:rPr b="1" lang="en-US" sz="4800">
                <a:solidFill>
                  <a:srgbClr val="F04E23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EOS</a:t>
            </a:r>
            <a:r>
              <a:rPr b="1" lang="en-US" sz="4800">
                <a:solidFill>
                  <a:srgbClr val="142233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 Model®</a:t>
            </a:r>
            <a:endParaRPr sz="4800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867" name="Google Shape;867;g3f85ecfd79d_2_1585"/>
          <p:cNvSpPr txBox="1"/>
          <p:nvPr>
            <p:ph idx="11" type="ftr"/>
          </p:nvPr>
        </p:nvSpPr>
        <p:spPr>
          <a:xfrm>
            <a:off x="20526152" y="14309647"/>
            <a:ext cx="6431400" cy="82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50" lIns="137150" spcFirstLastPara="1" rIns="137150" wrap="square" tIns="6855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r>
              <a:rPr lang="en-US">
                <a:solidFill>
                  <a:srgbClr val="747577"/>
                </a:solidFill>
              </a:rPr>
              <a:t>#EOSWorldwide</a:t>
            </a:r>
            <a:endParaRPr>
              <a:solidFill>
                <a:srgbClr val="747577"/>
              </a:solidFill>
            </a:endParaRPr>
          </a:p>
        </p:txBody>
      </p:sp>
      <p:pic>
        <p:nvPicPr>
          <p:cNvPr id="868" name="Google Shape;868;g3f85ecfd79d_2_158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866308" y="919215"/>
            <a:ext cx="7694681" cy="7686102"/>
          </a:xfrm>
          <a:prstGeom prst="rect">
            <a:avLst/>
          </a:prstGeom>
          <a:noFill/>
          <a:ln>
            <a:noFill/>
          </a:ln>
        </p:spPr>
      </p:pic>
      <p:pic>
        <p:nvPicPr>
          <p:cNvPr id="869" name="Google Shape;869;g3f85ecfd79d_2_158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1138592" y="899501"/>
            <a:ext cx="3963350" cy="3952494"/>
          </a:xfrm>
          <a:prstGeom prst="rect">
            <a:avLst/>
          </a:prstGeom>
          <a:noFill/>
          <a:ln>
            <a:noFill/>
          </a:ln>
        </p:spPr>
      </p:pic>
      <p:pic>
        <p:nvPicPr>
          <p:cNvPr id="870" name="Google Shape;870;g3f85ecfd79d_2_1585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9600651" y="3630218"/>
            <a:ext cx="2254568" cy="2254568"/>
          </a:xfrm>
          <a:prstGeom prst="rect">
            <a:avLst/>
          </a:prstGeom>
          <a:noFill/>
          <a:ln>
            <a:noFill/>
          </a:ln>
        </p:spPr>
      </p:pic>
      <p:sp>
        <p:nvSpPr>
          <p:cNvPr id="871" name="Google Shape;871;g3f85ecfd79d_2_1585"/>
          <p:cNvSpPr txBox="1"/>
          <p:nvPr/>
        </p:nvSpPr>
        <p:spPr>
          <a:xfrm>
            <a:off x="12035628" y="3234750"/>
            <a:ext cx="2985000" cy="5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50" lIns="137150" spcFirstLastPara="1" rIns="137150" wrap="square" tIns="68550">
            <a:spAutoFit/>
          </a:bodyPr>
          <a:lstStyle/>
          <a:p>
            <a:pPr indent="-177800" lvl="0" marL="177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</a:pPr>
            <a:r>
              <a:rPr b="0" i="0" lang="en-US" sz="2400" u="none" cap="none" strike="noStrike">
                <a:solidFill>
                  <a:schemeClr val="lt1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Scorecard</a:t>
            </a:r>
            <a:endParaRPr b="0" i="0" sz="2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2" name="Google Shape;872;g3f85ecfd79d_2_1585"/>
          <p:cNvSpPr txBox="1"/>
          <p:nvPr/>
        </p:nvSpPr>
        <p:spPr>
          <a:xfrm>
            <a:off x="12035627" y="3742581"/>
            <a:ext cx="2985000" cy="5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50" lIns="137150" spcFirstLastPara="1" rIns="137150" wrap="square" tIns="68550">
            <a:spAutoFit/>
          </a:bodyPr>
          <a:lstStyle/>
          <a:p>
            <a:pPr indent="-177800" lvl="0" marL="177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</a:pPr>
            <a:r>
              <a:rPr b="0" i="0" lang="en-US" sz="2400" u="none" cap="none" strike="noStrike">
                <a:solidFill>
                  <a:schemeClr val="lt1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Measurables</a:t>
            </a:r>
            <a:endParaRPr b="0" i="0" sz="2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3" name="Google Shape;873;g3f85ecfd79d_2_1585"/>
          <p:cNvSpPr/>
          <p:nvPr/>
        </p:nvSpPr>
        <p:spPr>
          <a:xfrm>
            <a:off x="952453" y="9654885"/>
            <a:ext cx="2485200" cy="2511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A5AAAF"/>
              </a:buClr>
              <a:buSzPts val="1530"/>
              <a:buFont typeface="League Spartan"/>
              <a:buNone/>
            </a:pPr>
            <a:r>
              <a:rPr b="1" lang="en-US" sz="1530">
                <a:solidFill>
                  <a:srgbClr val="A5AAAF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#WeRunOnEOS2026</a:t>
            </a:r>
            <a:endParaRPr sz="1530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pic>
        <p:nvPicPr>
          <p:cNvPr descr="preencoded.png" id="874" name="Google Shape;874;g3f85ecfd79d_2_1585"/>
          <p:cNvPicPr preferRelativeResize="0"/>
          <p:nvPr/>
        </p:nvPicPr>
        <p:blipFill rotWithShape="1">
          <a:blip r:embed="rId6">
            <a:alphaModFix amt="35000"/>
          </a:blip>
          <a:srcRect b="0" l="0" r="0" t="0"/>
          <a:stretch/>
        </p:blipFill>
        <p:spPr>
          <a:xfrm>
            <a:off x="16687858" y="9334388"/>
            <a:ext cx="647649" cy="609744"/>
          </a:xfrm>
          <a:prstGeom prst="rect">
            <a:avLst/>
          </a:prstGeom>
          <a:noFill/>
          <a:ln>
            <a:noFill/>
          </a:ln>
        </p:spPr>
      </p:pic>
      <p:sp>
        <p:nvSpPr>
          <p:cNvPr id="875" name="Google Shape;875;g3f85ecfd79d_2_1585"/>
          <p:cNvSpPr/>
          <p:nvPr/>
        </p:nvSpPr>
        <p:spPr>
          <a:xfrm>
            <a:off x="17030702" y="9353409"/>
            <a:ext cx="356700" cy="1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76308"/>
              </a:lnSpc>
              <a:spcBef>
                <a:spcPts val="0"/>
              </a:spcBef>
              <a:spcAft>
                <a:spcPts val="0"/>
              </a:spcAft>
              <a:buClr>
                <a:srgbClr val="FF7900"/>
              </a:buClr>
              <a:buSzPts val="901"/>
              <a:buFont typeface="League Spartan"/>
              <a:buNone/>
            </a:pPr>
            <a:r>
              <a:rPr b="1" lang="en-US" sz="902">
                <a:solidFill>
                  <a:srgbClr val="FF79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2026</a:t>
            </a:r>
            <a:endParaRPr sz="902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876" name="Google Shape;876;g3f85ecfd79d_2_1585"/>
          <p:cNvSpPr txBox="1"/>
          <p:nvPr/>
        </p:nvSpPr>
        <p:spPr>
          <a:xfrm>
            <a:off x="952458" y="1908720"/>
            <a:ext cx="4095000" cy="1055700"/>
          </a:xfrm>
          <a:prstGeom prst="rect">
            <a:avLst/>
          </a:prstGeom>
          <a:solidFill>
            <a:srgbClr val="FED7BC"/>
          </a:solidFill>
          <a:ln cap="flat" cmpd="sng" w="47625">
            <a:solidFill>
              <a:srgbClr val="FF7900"/>
            </a:solidFill>
            <a:prstDash val="solid"/>
            <a:round/>
            <a:headEnd len="sm" w="sm" type="none"/>
            <a:tailEnd len="sm" w="sm" type="none"/>
          </a:ln>
          <a:effectLst>
            <a:outerShdw blurRad="152400" rotWithShape="0" algn="tl" dir="2700000" dist="76200">
              <a:srgbClr val="000000">
                <a:alpha val="30200"/>
              </a:srgbClr>
            </a:outerShdw>
          </a:effectLst>
        </p:spPr>
        <p:txBody>
          <a:bodyPr anchorCtr="0" anchor="ctr" bIns="68550" lIns="137150" spcFirstLastPara="1" rIns="137150" wrap="square" tIns="68550">
            <a:noAutofit/>
          </a:bodyPr>
          <a:lstStyle/>
          <a:p>
            <a:pPr indent="0" lvl="0" marL="0" marR="0" rtl="0" algn="ctr">
              <a:lnSpc>
                <a:spcPct val="108333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Arial"/>
              <a:buNone/>
            </a:pPr>
            <a:r>
              <a:rPr i="0" lang="en-US" sz="3600" u="none" cap="none" strike="noStrike">
                <a:solidFill>
                  <a:schemeClr val="dk1"/>
                </a:solidFill>
                <a:latin typeface="League Spartan ExtraBold"/>
                <a:ea typeface="League Spartan ExtraBold"/>
                <a:cs typeface="League Spartan ExtraBold"/>
                <a:sym typeface="League Spartan ExtraBold"/>
              </a:rPr>
              <a:t>100% Strong</a:t>
            </a:r>
            <a:endParaRPr i="0" sz="3300" u="none" cap="none" strike="noStrike">
              <a:solidFill>
                <a:schemeClr val="accent1"/>
              </a:solidFill>
              <a:latin typeface="League Spartan ExtraBold"/>
              <a:ea typeface="League Spartan ExtraBold"/>
              <a:cs typeface="League Spartan ExtraBold"/>
              <a:sym typeface="League Spartan ExtraBold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8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8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0" name="Shape 8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1" name="Google Shape;881;g3f85ecfd79d_2_1597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82" name="Google Shape;882;g3f85ecfd79d_2_1597"/>
          <p:cNvSpPr/>
          <p:nvPr/>
        </p:nvSpPr>
        <p:spPr>
          <a:xfrm>
            <a:off x="952453" y="1085800"/>
            <a:ext cx="18021300" cy="7425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42233"/>
              </a:buClr>
              <a:buSzPts val="4800"/>
              <a:buFont typeface="League Spartan"/>
              <a:buNone/>
            </a:pPr>
            <a:r>
              <a:rPr b="1" lang="en-US" sz="4800">
                <a:solidFill>
                  <a:srgbClr val="142233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The </a:t>
            </a:r>
            <a:r>
              <a:rPr b="1" lang="en-US" sz="4800">
                <a:solidFill>
                  <a:srgbClr val="F04E23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EOS</a:t>
            </a:r>
            <a:r>
              <a:rPr b="1" lang="en-US" sz="4800">
                <a:solidFill>
                  <a:srgbClr val="142233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 Model®</a:t>
            </a:r>
            <a:endParaRPr sz="4800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pic>
        <p:nvPicPr>
          <p:cNvPr id="883" name="Google Shape;883;g3f85ecfd79d_2_159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866308" y="919215"/>
            <a:ext cx="7694681" cy="7686102"/>
          </a:xfrm>
          <a:prstGeom prst="rect">
            <a:avLst/>
          </a:prstGeom>
          <a:noFill/>
          <a:ln>
            <a:noFill/>
          </a:ln>
        </p:spPr>
      </p:pic>
      <p:sp>
        <p:nvSpPr>
          <p:cNvPr id="884" name="Google Shape;884;g3f85ecfd79d_2_1597"/>
          <p:cNvSpPr txBox="1"/>
          <p:nvPr>
            <p:ph idx="11" type="ftr"/>
          </p:nvPr>
        </p:nvSpPr>
        <p:spPr>
          <a:xfrm>
            <a:off x="20526152" y="14309647"/>
            <a:ext cx="6431400" cy="82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50" lIns="137150" spcFirstLastPara="1" rIns="137150" wrap="square" tIns="6855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r>
              <a:rPr lang="en-US">
                <a:solidFill>
                  <a:srgbClr val="747577"/>
                </a:solidFill>
              </a:rPr>
              <a:t>#EOSWorldwide</a:t>
            </a:r>
            <a:endParaRPr>
              <a:solidFill>
                <a:srgbClr val="747577"/>
              </a:solidFill>
            </a:endParaRPr>
          </a:p>
        </p:txBody>
      </p:sp>
      <p:pic>
        <p:nvPicPr>
          <p:cNvPr id="885" name="Google Shape;885;g3f85ecfd79d_2_159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929614" y="1063181"/>
            <a:ext cx="3549015" cy="2674620"/>
          </a:xfrm>
          <a:prstGeom prst="rect">
            <a:avLst/>
          </a:prstGeom>
          <a:noFill/>
          <a:ln>
            <a:noFill/>
          </a:ln>
        </p:spPr>
      </p:pic>
      <p:pic>
        <p:nvPicPr>
          <p:cNvPr id="886" name="Google Shape;886;g3f85ecfd79d_2_159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7034553" y="1577063"/>
            <a:ext cx="3120390" cy="3103245"/>
          </a:xfrm>
          <a:prstGeom prst="rect">
            <a:avLst/>
          </a:prstGeom>
          <a:noFill/>
          <a:ln>
            <a:noFill/>
          </a:ln>
        </p:spPr>
      </p:pic>
      <p:pic>
        <p:nvPicPr>
          <p:cNvPr id="887" name="Google Shape;887;g3f85ecfd79d_2_1597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11293002" y="1563498"/>
            <a:ext cx="3128961" cy="3120390"/>
          </a:xfrm>
          <a:prstGeom prst="rect">
            <a:avLst/>
          </a:prstGeom>
          <a:noFill/>
          <a:ln>
            <a:noFill/>
          </a:ln>
        </p:spPr>
      </p:pic>
      <p:pic>
        <p:nvPicPr>
          <p:cNvPr id="888" name="Google Shape;888;g3f85ecfd79d_2_1597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9594438" y="3622142"/>
            <a:ext cx="2254568" cy="2254568"/>
          </a:xfrm>
          <a:prstGeom prst="rect">
            <a:avLst/>
          </a:prstGeom>
          <a:noFill/>
          <a:ln>
            <a:noFill/>
          </a:ln>
        </p:spPr>
      </p:pic>
      <p:sp>
        <p:nvSpPr>
          <p:cNvPr id="889" name="Google Shape;889;g3f85ecfd79d_2_1597"/>
          <p:cNvSpPr/>
          <p:nvPr/>
        </p:nvSpPr>
        <p:spPr>
          <a:xfrm>
            <a:off x="952453" y="9654885"/>
            <a:ext cx="2485200" cy="2511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A5AAAF"/>
              </a:buClr>
              <a:buSzPts val="1530"/>
              <a:buFont typeface="League Spartan"/>
              <a:buNone/>
            </a:pPr>
            <a:r>
              <a:rPr b="1" lang="en-US" sz="1530">
                <a:solidFill>
                  <a:srgbClr val="A5AAAF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#WeRunOnEOS2026</a:t>
            </a:r>
            <a:endParaRPr sz="1530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pic>
        <p:nvPicPr>
          <p:cNvPr descr="preencoded.png" id="890" name="Google Shape;890;g3f85ecfd79d_2_1597"/>
          <p:cNvPicPr preferRelativeResize="0"/>
          <p:nvPr/>
        </p:nvPicPr>
        <p:blipFill rotWithShape="1">
          <a:blip r:embed="rId8">
            <a:alphaModFix amt="35000"/>
          </a:blip>
          <a:srcRect b="0" l="0" r="0" t="0"/>
          <a:stretch/>
        </p:blipFill>
        <p:spPr>
          <a:xfrm>
            <a:off x="16687858" y="9334388"/>
            <a:ext cx="647649" cy="609744"/>
          </a:xfrm>
          <a:prstGeom prst="rect">
            <a:avLst/>
          </a:prstGeom>
          <a:noFill/>
          <a:ln>
            <a:noFill/>
          </a:ln>
        </p:spPr>
      </p:pic>
      <p:sp>
        <p:nvSpPr>
          <p:cNvPr id="891" name="Google Shape;891;g3f85ecfd79d_2_1597"/>
          <p:cNvSpPr/>
          <p:nvPr/>
        </p:nvSpPr>
        <p:spPr>
          <a:xfrm>
            <a:off x="17030702" y="9353409"/>
            <a:ext cx="356700" cy="1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76308"/>
              </a:lnSpc>
              <a:spcBef>
                <a:spcPts val="0"/>
              </a:spcBef>
              <a:spcAft>
                <a:spcPts val="0"/>
              </a:spcAft>
              <a:buClr>
                <a:srgbClr val="FF7900"/>
              </a:buClr>
              <a:buSzPts val="901"/>
              <a:buFont typeface="League Spartan"/>
              <a:buNone/>
            </a:pPr>
            <a:r>
              <a:rPr b="1" lang="en-US" sz="902">
                <a:solidFill>
                  <a:srgbClr val="FF79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2026</a:t>
            </a:r>
            <a:endParaRPr sz="902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95" name="Shape 8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6" name="Google Shape;896;g3f85ecfd79d_2_1608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97" name="Google Shape;897;g3f85ecfd79d_2_1608"/>
          <p:cNvSpPr/>
          <p:nvPr/>
        </p:nvSpPr>
        <p:spPr>
          <a:xfrm>
            <a:off x="952453" y="1085800"/>
            <a:ext cx="18021300" cy="7425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42233"/>
              </a:buClr>
              <a:buSzPts val="4800"/>
              <a:buFont typeface="League Spartan"/>
              <a:buNone/>
            </a:pPr>
            <a:r>
              <a:rPr b="1" lang="en-US" sz="4800">
                <a:solidFill>
                  <a:srgbClr val="142233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The </a:t>
            </a:r>
            <a:r>
              <a:rPr b="1" lang="en-US" sz="4800">
                <a:solidFill>
                  <a:srgbClr val="F04E23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EOS</a:t>
            </a:r>
            <a:r>
              <a:rPr b="1" lang="en-US" sz="4800">
                <a:solidFill>
                  <a:srgbClr val="142233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 Model®</a:t>
            </a:r>
            <a:endParaRPr sz="4800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898" name="Google Shape;898;g3f85ecfd79d_2_1608"/>
          <p:cNvSpPr txBox="1"/>
          <p:nvPr>
            <p:ph idx="11" type="ftr"/>
          </p:nvPr>
        </p:nvSpPr>
        <p:spPr>
          <a:xfrm>
            <a:off x="20526152" y="14309647"/>
            <a:ext cx="6431400" cy="82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50" lIns="137150" spcFirstLastPara="1" rIns="137150" wrap="square" tIns="6855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r>
              <a:rPr lang="en-US">
                <a:solidFill>
                  <a:srgbClr val="747577"/>
                </a:solidFill>
              </a:rPr>
              <a:t>#EOSWorldwide</a:t>
            </a:r>
            <a:endParaRPr>
              <a:solidFill>
                <a:srgbClr val="747577"/>
              </a:solidFill>
            </a:endParaRPr>
          </a:p>
        </p:txBody>
      </p:sp>
      <p:pic>
        <p:nvPicPr>
          <p:cNvPr id="899" name="Google Shape;899;g3f85ecfd79d_2_160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866308" y="919215"/>
            <a:ext cx="7694681" cy="7686102"/>
          </a:xfrm>
          <a:prstGeom prst="rect">
            <a:avLst/>
          </a:prstGeom>
          <a:noFill/>
          <a:ln>
            <a:noFill/>
          </a:ln>
        </p:spPr>
      </p:pic>
      <p:pic>
        <p:nvPicPr>
          <p:cNvPr id="900" name="Google Shape;900;g3f85ecfd79d_2_160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479911" y="4629276"/>
            <a:ext cx="3898202" cy="3952494"/>
          </a:xfrm>
          <a:prstGeom prst="rect">
            <a:avLst/>
          </a:prstGeom>
          <a:noFill/>
          <a:ln>
            <a:noFill/>
          </a:ln>
        </p:spPr>
      </p:pic>
      <p:pic>
        <p:nvPicPr>
          <p:cNvPr id="901" name="Google Shape;901;g3f85ecfd79d_2_1608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9600651" y="3630218"/>
            <a:ext cx="2254568" cy="2254568"/>
          </a:xfrm>
          <a:prstGeom prst="rect">
            <a:avLst/>
          </a:prstGeom>
          <a:noFill/>
          <a:ln>
            <a:noFill/>
          </a:ln>
        </p:spPr>
      </p:pic>
      <p:sp>
        <p:nvSpPr>
          <p:cNvPr id="902" name="Google Shape;902;g3f85ecfd79d_2_1608"/>
          <p:cNvSpPr txBox="1"/>
          <p:nvPr/>
        </p:nvSpPr>
        <p:spPr>
          <a:xfrm>
            <a:off x="7145577" y="5958072"/>
            <a:ext cx="2985000" cy="5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50" lIns="137150" spcFirstLastPara="1" rIns="137150" wrap="square" tIns="68550">
            <a:spAutoFit/>
          </a:bodyPr>
          <a:lstStyle/>
          <a:p>
            <a:pPr indent="-177800" lvl="0" marL="177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</a:pPr>
            <a:r>
              <a:rPr b="0" i="0" lang="en-US" sz="2400" u="none" cap="none" strike="noStrike">
                <a:solidFill>
                  <a:schemeClr val="lt1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Issues List</a:t>
            </a:r>
            <a:endParaRPr b="0" i="0" sz="2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3" name="Google Shape;903;g3f85ecfd79d_2_1608"/>
          <p:cNvSpPr txBox="1"/>
          <p:nvPr/>
        </p:nvSpPr>
        <p:spPr>
          <a:xfrm>
            <a:off x="7145576" y="6465903"/>
            <a:ext cx="2985000" cy="5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50" lIns="137150" spcFirstLastPara="1" rIns="137150" wrap="square" tIns="68550">
            <a:spAutoFit/>
          </a:bodyPr>
          <a:lstStyle/>
          <a:p>
            <a:pPr indent="-177800" lvl="0" marL="177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</a:pPr>
            <a:r>
              <a:rPr b="0" i="0" lang="en-US" sz="2400" u="none" cap="none" strike="noStrike">
                <a:solidFill>
                  <a:schemeClr val="lt1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IDS™</a:t>
            </a:r>
            <a:endParaRPr b="0" i="0" sz="2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4" name="Google Shape;904;g3f85ecfd79d_2_1608"/>
          <p:cNvSpPr/>
          <p:nvPr/>
        </p:nvSpPr>
        <p:spPr>
          <a:xfrm>
            <a:off x="952453" y="9654885"/>
            <a:ext cx="2485200" cy="2511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A5AAAF"/>
              </a:buClr>
              <a:buSzPts val="1530"/>
              <a:buFont typeface="League Spartan"/>
              <a:buNone/>
            </a:pPr>
            <a:r>
              <a:rPr b="1" lang="en-US" sz="1530">
                <a:solidFill>
                  <a:srgbClr val="A5AAAF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#WeRunOnEOS2026</a:t>
            </a:r>
            <a:endParaRPr sz="1530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pic>
        <p:nvPicPr>
          <p:cNvPr descr="preencoded.png" id="905" name="Google Shape;905;g3f85ecfd79d_2_1608"/>
          <p:cNvPicPr preferRelativeResize="0"/>
          <p:nvPr/>
        </p:nvPicPr>
        <p:blipFill rotWithShape="1">
          <a:blip r:embed="rId6">
            <a:alphaModFix amt="35000"/>
          </a:blip>
          <a:srcRect b="0" l="0" r="0" t="0"/>
          <a:stretch/>
        </p:blipFill>
        <p:spPr>
          <a:xfrm>
            <a:off x="16687858" y="9334388"/>
            <a:ext cx="647649" cy="609744"/>
          </a:xfrm>
          <a:prstGeom prst="rect">
            <a:avLst/>
          </a:prstGeom>
          <a:noFill/>
          <a:ln>
            <a:noFill/>
          </a:ln>
        </p:spPr>
      </p:pic>
      <p:sp>
        <p:nvSpPr>
          <p:cNvPr id="906" name="Google Shape;906;g3f85ecfd79d_2_1608"/>
          <p:cNvSpPr/>
          <p:nvPr/>
        </p:nvSpPr>
        <p:spPr>
          <a:xfrm>
            <a:off x="17030702" y="9353409"/>
            <a:ext cx="356700" cy="1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76308"/>
              </a:lnSpc>
              <a:spcBef>
                <a:spcPts val="0"/>
              </a:spcBef>
              <a:spcAft>
                <a:spcPts val="0"/>
              </a:spcAft>
              <a:buClr>
                <a:srgbClr val="FF7900"/>
              </a:buClr>
              <a:buSzPts val="901"/>
              <a:buFont typeface="League Spartan"/>
              <a:buNone/>
            </a:pPr>
            <a:r>
              <a:rPr b="1" lang="en-US" sz="902">
                <a:solidFill>
                  <a:srgbClr val="FF79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2026</a:t>
            </a:r>
            <a:endParaRPr sz="902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90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90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9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9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0" name="Shape 9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1" name="Google Shape;911;g3f85ecfd79d_2_1966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912" name="Google Shape;912;g3f85ecfd79d_2_1966"/>
          <p:cNvPicPr preferRelativeResize="0"/>
          <p:nvPr/>
        </p:nvPicPr>
        <p:blipFill rotWithShape="1">
          <a:blip r:embed="rId3">
            <a:alphaModFix/>
          </a:blip>
          <a:srcRect b="25428" l="0" r="0" t="-2625"/>
          <a:stretch/>
        </p:blipFill>
        <p:spPr>
          <a:xfrm>
            <a:off x="7456539" y="2103041"/>
            <a:ext cx="5894292" cy="7391753"/>
          </a:xfrm>
          <a:prstGeom prst="rect">
            <a:avLst/>
          </a:prstGeom>
          <a:noFill/>
          <a:ln>
            <a:noFill/>
          </a:ln>
        </p:spPr>
      </p:pic>
      <p:sp>
        <p:nvSpPr>
          <p:cNvPr id="913" name="Google Shape;913;g3f85ecfd79d_2_1966"/>
          <p:cNvSpPr txBox="1"/>
          <p:nvPr/>
        </p:nvSpPr>
        <p:spPr>
          <a:xfrm>
            <a:off x="7899037" y="3874214"/>
            <a:ext cx="67056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182850" spcFirstLastPara="1" rIns="182850" wrap="square" tIns="91425">
            <a:spAutoFit/>
          </a:bodyPr>
          <a:lstStyle/>
          <a:p>
            <a:pPr indent="0" lvl="0" marL="0" marR="0" rtl="0" algn="l">
              <a:lnSpc>
                <a:spcPct val="16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i="0" lang="en-US" sz="2200" u="none" cap="none" strike="noStrike">
                <a:solidFill>
                  <a:schemeClr val="dk2"/>
                </a:solidFill>
                <a:latin typeface="League Spartan Medium"/>
                <a:ea typeface="League Spartan Medium"/>
                <a:cs typeface="League Spartan Medium"/>
                <a:sym typeface="League Spartan Medium"/>
              </a:rPr>
              <a:t>Website Rock off-track</a:t>
            </a:r>
            <a:endParaRPr i="0" sz="2400" u="none" cap="none" strike="noStrike">
              <a:solidFill>
                <a:schemeClr val="dk1"/>
              </a:solidFill>
              <a:latin typeface="League Spartan Medium"/>
              <a:ea typeface="League Spartan Medium"/>
              <a:cs typeface="League Spartan Medium"/>
              <a:sym typeface="League Spartan Medium"/>
            </a:endParaRPr>
          </a:p>
        </p:txBody>
      </p:sp>
      <p:sp>
        <p:nvSpPr>
          <p:cNvPr id="914" name="Google Shape;914;g3f85ecfd79d_2_1966"/>
          <p:cNvSpPr txBox="1"/>
          <p:nvPr/>
        </p:nvSpPr>
        <p:spPr>
          <a:xfrm>
            <a:off x="12009545" y="3780644"/>
            <a:ext cx="9144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50" lIns="137150" spcFirstLastPara="1" rIns="137150" wrap="square" tIns="6855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300"/>
              <a:buFont typeface="Arial"/>
              <a:buNone/>
            </a:pPr>
            <a:r>
              <a:rPr b="1" i="0" lang="en-US" sz="3300" u="none" cap="none" strike="noStrike">
                <a:solidFill>
                  <a:srgbClr val="FF7900"/>
                </a:solidFill>
                <a:latin typeface="Montserrat"/>
                <a:ea typeface="Montserrat"/>
                <a:cs typeface="Montserrat"/>
                <a:sym typeface="Montserrat"/>
              </a:rPr>
              <a:t>2</a:t>
            </a:r>
            <a:endParaRPr b="0" i="0" sz="2100" u="none" cap="none" strike="noStrike">
              <a:solidFill>
                <a:srgbClr val="FF79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5" name="Google Shape;915;g3f85ecfd79d_2_1966"/>
          <p:cNvSpPr txBox="1"/>
          <p:nvPr>
            <p:ph idx="11" type="ftr"/>
          </p:nvPr>
        </p:nvSpPr>
        <p:spPr>
          <a:xfrm>
            <a:off x="20526152" y="14309647"/>
            <a:ext cx="6431400" cy="82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50" lIns="137150" spcFirstLastPara="1" rIns="137150" wrap="square" tIns="6855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r>
              <a:rPr lang="en-US">
                <a:solidFill>
                  <a:srgbClr val="747577"/>
                </a:solidFill>
              </a:rPr>
              <a:t>#EOSWorldwide</a:t>
            </a:r>
            <a:endParaRPr>
              <a:solidFill>
                <a:srgbClr val="747577"/>
              </a:solidFill>
            </a:endParaRPr>
          </a:p>
        </p:txBody>
      </p:sp>
      <p:sp>
        <p:nvSpPr>
          <p:cNvPr id="916" name="Google Shape;916;g3f85ecfd79d_2_1966"/>
          <p:cNvSpPr/>
          <p:nvPr/>
        </p:nvSpPr>
        <p:spPr>
          <a:xfrm>
            <a:off x="-100365" y="3239938"/>
            <a:ext cx="9906000" cy="331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182850" spcFirstLastPara="1" rIns="182850" wrap="square" tIns="91425">
            <a:noAutofit/>
          </a:bodyPr>
          <a:lstStyle/>
          <a:p>
            <a:pPr indent="-571500" lvl="1" marL="1485900" marR="0" rtl="0" algn="l">
              <a:lnSpc>
                <a:spcPct val="129729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600"/>
              <a:buFont typeface="Arial"/>
              <a:buNone/>
            </a:pPr>
            <a:r>
              <a:rPr b="1" i="0" lang="en-US" sz="5600" u="none" cap="none" strike="noStrike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rPr>
              <a:t>• </a:t>
            </a:r>
            <a:r>
              <a:rPr b="1" i="0" lang="en-US" sz="5600" u="none" cap="none" strike="noStrike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rPr>
              <a:t>Identify</a:t>
            </a:r>
            <a:endParaRPr b="0" i="0" sz="2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571500" lvl="1" marL="1485900" marR="0" rtl="0" algn="l">
              <a:lnSpc>
                <a:spcPct val="129729"/>
              </a:lnSpc>
              <a:spcBef>
                <a:spcPts val="2700"/>
              </a:spcBef>
              <a:spcAft>
                <a:spcPts val="0"/>
              </a:spcAft>
              <a:buClr>
                <a:srgbClr val="000000"/>
              </a:buClr>
              <a:buSzPts val="5600"/>
              <a:buFont typeface="Arial"/>
              <a:buNone/>
            </a:pPr>
            <a:r>
              <a:rPr b="1" i="0" lang="en-US" sz="5600" u="none" cap="none" strike="noStrike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rPr>
              <a:t>• </a:t>
            </a:r>
            <a:r>
              <a:rPr b="1" i="0" lang="en-US" sz="5600" u="none" cap="none" strike="noStrike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rPr>
              <a:t>Discuss</a:t>
            </a:r>
            <a:endParaRPr b="0" i="0" sz="2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571500" lvl="1" marL="1485900" marR="0" rtl="0" algn="l">
              <a:lnSpc>
                <a:spcPct val="129729"/>
              </a:lnSpc>
              <a:spcBef>
                <a:spcPts val="2700"/>
              </a:spcBef>
              <a:spcAft>
                <a:spcPts val="0"/>
              </a:spcAft>
              <a:buClr>
                <a:srgbClr val="000000"/>
              </a:buClr>
              <a:buSzPts val="5600"/>
              <a:buFont typeface="Arial"/>
              <a:buNone/>
            </a:pPr>
            <a:r>
              <a:rPr b="1" i="0" lang="en-US" sz="5600" u="none" cap="none" strike="noStrike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rPr>
              <a:t>• </a:t>
            </a:r>
            <a:r>
              <a:rPr b="1" i="0" lang="en-US" sz="5600" u="none" cap="none" strike="noStrike">
                <a:solidFill>
                  <a:schemeClr val="dk2"/>
                </a:solidFill>
                <a:latin typeface="Montserrat"/>
                <a:ea typeface="Montserrat"/>
                <a:cs typeface="Montserrat"/>
                <a:sym typeface="Montserrat"/>
              </a:rPr>
              <a:t>Solve</a:t>
            </a:r>
            <a:endParaRPr b="0" i="0" sz="2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7" name="Google Shape;917;g3f85ecfd79d_2_1966"/>
          <p:cNvSpPr/>
          <p:nvPr/>
        </p:nvSpPr>
        <p:spPr>
          <a:xfrm>
            <a:off x="-100365" y="3239938"/>
            <a:ext cx="3815100" cy="331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182850" spcFirstLastPara="1" rIns="182850" wrap="square" tIns="91425">
            <a:noAutofit/>
          </a:bodyPr>
          <a:lstStyle/>
          <a:p>
            <a:pPr indent="0" lvl="1" marL="914400" marR="0" rtl="0" algn="l">
              <a:lnSpc>
                <a:spcPct val="129729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600"/>
              <a:buFont typeface="Arial"/>
              <a:buNone/>
            </a:pPr>
            <a:r>
              <a:rPr b="1" i="0" lang="en-US" sz="5600" u="none" cap="none" strike="noStrike">
                <a:solidFill>
                  <a:srgbClr val="595959"/>
                </a:solidFill>
                <a:latin typeface="Montserrat"/>
                <a:ea typeface="Montserrat"/>
                <a:cs typeface="Montserrat"/>
                <a:sym typeface="Montserrat"/>
              </a:rPr>
              <a:t>•</a:t>
            </a:r>
            <a:r>
              <a:rPr b="1" i="0" lang="en-US" sz="5600" u="none" cap="none" strike="noStrike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b="1" i="0" lang="en-US" sz="5600" u="sng" cap="none" strike="noStrike">
                <a:solidFill>
                  <a:srgbClr val="FF7900"/>
                </a:solidFill>
                <a:latin typeface="Montserrat"/>
                <a:ea typeface="Montserrat"/>
                <a:cs typeface="Montserrat"/>
                <a:sym typeface="Montserrat"/>
              </a:rPr>
              <a:t>I</a:t>
            </a:r>
            <a:endParaRPr b="0" i="0" sz="2100" u="none" cap="none" strike="noStrike">
              <a:solidFill>
                <a:srgbClr val="FF79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1" marL="914400" marR="0" rtl="0" algn="l">
              <a:lnSpc>
                <a:spcPct val="129729"/>
              </a:lnSpc>
              <a:spcBef>
                <a:spcPts val="2700"/>
              </a:spcBef>
              <a:spcAft>
                <a:spcPts val="0"/>
              </a:spcAft>
              <a:buClr>
                <a:srgbClr val="000000"/>
              </a:buClr>
              <a:buSzPts val="5600"/>
              <a:buFont typeface="Arial"/>
              <a:buNone/>
            </a:pPr>
            <a:r>
              <a:rPr b="1" i="0" lang="en-US" sz="5600" u="none" cap="none" strike="noStrike">
                <a:solidFill>
                  <a:srgbClr val="595959"/>
                </a:solidFill>
                <a:latin typeface="Montserrat"/>
                <a:ea typeface="Montserrat"/>
                <a:cs typeface="Montserrat"/>
                <a:sym typeface="Montserrat"/>
              </a:rPr>
              <a:t>•</a:t>
            </a:r>
            <a:r>
              <a:rPr b="1" i="0" lang="en-US" sz="5600" u="none" cap="none" strike="noStrike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b="1" i="0" lang="en-US" sz="5600" u="sng" cap="none" strike="noStrike">
                <a:solidFill>
                  <a:srgbClr val="FF7900"/>
                </a:solidFill>
                <a:latin typeface="Montserrat"/>
                <a:ea typeface="Montserrat"/>
                <a:cs typeface="Montserrat"/>
                <a:sym typeface="Montserrat"/>
              </a:rPr>
              <a:t>D</a:t>
            </a:r>
            <a:endParaRPr b="0" i="0" sz="2100" u="none" cap="none" strike="noStrike">
              <a:solidFill>
                <a:srgbClr val="FF79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1" marL="914400" marR="0" rtl="0" algn="l">
              <a:lnSpc>
                <a:spcPct val="129729"/>
              </a:lnSpc>
              <a:spcBef>
                <a:spcPts val="2700"/>
              </a:spcBef>
              <a:spcAft>
                <a:spcPts val="0"/>
              </a:spcAft>
              <a:buClr>
                <a:srgbClr val="000000"/>
              </a:buClr>
              <a:buSzPts val="5600"/>
              <a:buFont typeface="Arial"/>
              <a:buNone/>
            </a:pPr>
            <a:r>
              <a:rPr b="1" i="0" lang="en-US" sz="5600" u="none" cap="none" strike="noStrike">
                <a:solidFill>
                  <a:srgbClr val="595959"/>
                </a:solidFill>
                <a:latin typeface="Montserrat"/>
                <a:ea typeface="Montserrat"/>
                <a:cs typeface="Montserrat"/>
                <a:sym typeface="Montserrat"/>
              </a:rPr>
              <a:t>•</a:t>
            </a:r>
            <a:r>
              <a:rPr b="1" i="0" lang="en-US" sz="5600" u="none" cap="none" strike="noStrike">
                <a:solidFill>
                  <a:schemeClr val="lt2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b="1" i="0" lang="en-US" sz="5600" u="sng" cap="none" strike="noStrike">
                <a:solidFill>
                  <a:srgbClr val="FF7900"/>
                </a:solidFill>
                <a:latin typeface="Montserrat"/>
                <a:ea typeface="Montserrat"/>
                <a:cs typeface="Montserrat"/>
                <a:sym typeface="Montserrat"/>
              </a:rPr>
              <a:t>S</a:t>
            </a:r>
            <a:endParaRPr b="0" i="0" sz="2100" u="none" cap="none" strike="noStrike">
              <a:solidFill>
                <a:srgbClr val="FF79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8" name="Google Shape;918;g3f85ecfd79d_2_1966"/>
          <p:cNvSpPr/>
          <p:nvPr/>
        </p:nvSpPr>
        <p:spPr>
          <a:xfrm>
            <a:off x="600891" y="4328160"/>
            <a:ext cx="4230000" cy="1417500"/>
          </a:xfrm>
          <a:prstGeom prst="ellipse">
            <a:avLst/>
          </a:prstGeom>
          <a:noFill/>
          <a:ln cap="flat" cmpd="sng" w="38100">
            <a:solidFill>
              <a:srgbClr val="FF79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50" lIns="137150" spcFirstLastPara="1" rIns="137150" wrap="square" tIns="685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Arial"/>
              <a:buNone/>
            </a:pPr>
            <a:r>
              <a:t/>
            </a:r>
            <a:endParaRPr b="0" i="0" sz="4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9" name="Google Shape;919;g3f85ecfd79d_2_1966"/>
          <p:cNvSpPr/>
          <p:nvPr/>
        </p:nvSpPr>
        <p:spPr>
          <a:xfrm>
            <a:off x="692331" y="4267200"/>
            <a:ext cx="4230000" cy="1417500"/>
          </a:xfrm>
          <a:prstGeom prst="ellipse">
            <a:avLst/>
          </a:prstGeom>
          <a:noFill/>
          <a:ln cap="flat" cmpd="sng" w="38100">
            <a:solidFill>
              <a:srgbClr val="FF79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50" lIns="137150" spcFirstLastPara="1" rIns="137150" wrap="square" tIns="685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Arial"/>
              <a:buNone/>
            </a:pPr>
            <a:r>
              <a:t/>
            </a:r>
            <a:endParaRPr b="0" i="0" sz="4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20" name="Google Shape;920;g3f85ecfd79d_2_1966"/>
          <p:cNvSpPr/>
          <p:nvPr/>
        </p:nvSpPr>
        <p:spPr>
          <a:xfrm>
            <a:off x="646611" y="4389120"/>
            <a:ext cx="4230000" cy="1417500"/>
          </a:xfrm>
          <a:prstGeom prst="ellipse">
            <a:avLst/>
          </a:prstGeom>
          <a:noFill/>
          <a:ln cap="flat" cmpd="sng" w="38100">
            <a:solidFill>
              <a:srgbClr val="FF79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50" lIns="137150" spcFirstLastPara="1" rIns="137150" wrap="square" tIns="685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Arial"/>
              <a:buNone/>
            </a:pPr>
            <a:r>
              <a:t/>
            </a:r>
            <a:endParaRPr b="0" i="0" sz="4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21" name="Google Shape;921;g3f85ecfd79d_2_1966"/>
          <p:cNvSpPr/>
          <p:nvPr/>
        </p:nvSpPr>
        <p:spPr>
          <a:xfrm>
            <a:off x="497682" y="4328160"/>
            <a:ext cx="4230000" cy="1417500"/>
          </a:xfrm>
          <a:prstGeom prst="ellipse">
            <a:avLst/>
          </a:prstGeom>
          <a:noFill/>
          <a:ln cap="flat" cmpd="sng" w="38100">
            <a:solidFill>
              <a:srgbClr val="FF79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50" lIns="137150" spcFirstLastPara="1" rIns="137150" wrap="square" tIns="685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Arial"/>
              <a:buNone/>
            </a:pPr>
            <a:r>
              <a:t/>
            </a:r>
            <a:endParaRPr b="0" i="0" sz="4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22" name="Google Shape;922;g3f85ecfd79d_2_1966"/>
          <p:cNvSpPr txBox="1"/>
          <p:nvPr/>
        </p:nvSpPr>
        <p:spPr>
          <a:xfrm>
            <a:off x="12085112" y="4869275"/>
            <a:ext cx="7620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50" lIns="137150" spcFirstLastPara="1" rIns="137150" wrap="square" tIns="6855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300"/>
              <a:buFont typeface="Arial"/>
              <a:buNone/>
            </a:pPr>
            <a:r>
              <a:rPr b="1" i="0" lang="en-US" sz="3300" u="none" cap="none" strike="noStrike">
                <a:solidFill>
                  <a:srgbClr val="FF7900"/>
                </a:solidFill>
                <a:latin typeface="Montserrat"/>
                <a:ea typeface="Montserrat"/>
                <a:cs typeface="Montserrat"/>
                <a:sym typeface="Montserrat"/>
              </a:rPr>
              <a:t>1</a:t>
            </a:r>
            <a:endParaRPr b="0" i="0" sz="2100" u="none" cap="none" strike="noStrike">
              <a:solidFill>
                <a:srgbClr val="FF79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23" name="Google Shape;923;g3f85ecfd79d_2_1966"/>
          <p:cNvSpPr/>
          <p:nvPr/>
        </p:nvSpPr>
        <p:spPr>
          <a:xfrm>
            <a:off x="12075678" y="4878446"/>
            <a:ext cx="776700" cy="655800"/>
          </a:xfrm>
          <a:prstGeom prst="ellipse">
            <a:avLst/>
          </a:prstGeom>
          <a:noFill/>
          <a:ln cap="flat" cmpd="sng" w="47625">
            <a:solidFill>
              <a:srgbClr val="F04E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50" lIns="137150" spcFirstLastPara="1" rIns="137150" wrap="square" tIns="6855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t/>
            </a:r>
            <a:endParaRPr b="0" i="0" sz="3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24" name="Google Shape;924;g3f85ecfd79d_2_1966"/>
          <p:cNvSpPr/>
          <p:nvPr/>
        </p:nvSpPr>
        <p:spPr>
          <a:xfrm>
            <a:off x="12081135" y="3780653"/>
            <a:ext cx="776700" cy="655800"/>
          </a:xfrm>
          <a:prstGeom prst="ellipse">
            <a:avLst/>
          </a:prstGeom>
          <a:noFill/>
          <a:ln cap="flat" cmpd="sng" w="47625">
            <a:solidFill>
              <a:srgbClr val="F04E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50" lIns="137150" spcFirstLastPara="1" rIns="137150" wrap="square" tIns="6855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t/>
            </a:r>
            <a:endParaRPr b="0" i="0" sz="3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25" name="Google Shape;925;g3f85ecfd79d_2_1966"/>
          <p:cNvSpPr/>
          <p:nvPr/>
        </p:nvSpPr>
        <p:spPr>
          <a:xfrm>
            <a:off x="80625" y="4509095"/>
            <a:ext cx="6302400" cy="2716800"/>
          </a:xfrm>
          <a:prstGeom prst="rect">
            <a:avLst/>
          </a:prstGeom>
          <a:solidFill>
            <a:srgbClr val="FFFFFF">
              <a:alpha val="74900"/>
            </a:srgbClr>
          </a:solidFill>
          <a:ln>
            <a:noFill/>
          </a:ln>
        </p:spPr>
        <p:txBody>
          <a:bodyPr anchorCtr="0" anchor="ctr" bIns="68550" lIns="137150" spcFirstLastPara="1" rIns="137150" wrap="square" tIns="685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Arial"/>
              <a:buNone/>
            </a:pPr>
            <a:r>
              <a:t/>
            </a:r>
            <a:endParaRPr b="0" i="0" sz="4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926" name="Google Shape;926;g3f85ecfd79d_2_1966"/>
          <p:cNvGrpSpPr/>
          <p:nvPr/>
        </p:nvGrpSpPr>
        <p:grpSpPr>
          <a:xfrm>
            <a:off x="80625" y="3394550"/>
            <a:ext cx="6439410" cy="3691029"/>
            <a:chOff x="0" y="2209800"/>
            <a:chExt cx="4292940" cy="2339500"/>
          </a:xfrm>
        </p:grpSpPr>
        <p:sp>
          <p:nvSpPr>
            <p:cNvPr id="927" name="Google Shape;927;g3f85ecfd79d_2_1966"/>
            <p:cNvSpPr/>
            <p:nvPr/>
          </p:nvSpPr>
          <p:spPr>
            <a:xfrm>
              <a:off x="91440" y="2209800"/>
              <a:ext cx="4201500" cy="612300"/>
            </a:xfrm>
            <a:prstGeom prst="rect">
              <a:avLst/>
            </a:prstGeom>
            <a:solidFill>
              <a:srgbClr val="FFFFFF">
                <a:alpha val="74900"/>
              </a:srgbClr>
            </a:solidFill>
            <a:ln>
              <a:noFill/>
            </a:ln>
          </p:spPr>
          <p:txBody>
            <a:bodyPr anchorCtr="0" anchor="ctr" bIns="68550" lIns="137150" spcFirstLastPara="1" rIns="137150" wrap="square" tIns="6855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4800"/>
                <a:buFont typeface="Arial"/>
                <a:buNone/>
              </a:pPr>
              <a:r>
                <a:t/>
              </a:r>
              <a:endParaRPr b="0" i="0" sz="4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28" name="Google Shape;928;g3f85ecfd79d_2_1966"/>
            <p:cNvSpPr/>
            <p:nvPr/>
          </p:nvSpPr>
          <p:spPr>
            <a:xfrm>
              <a:off x="0" y="3937000"/>
              <a:ext cx="4201500" cy="612300"/>
            </a:xfrm>
            <a:prstGeom prst="rect">
              <a:avLst/>
            </a:prstGeom>
            <a:solidFill>
              <a:srgbClr val="FFFFFF">
                <a:alpha val="74900"/>
              </a:srgbClr>
            </a:solidFill>
            <a:ln>
              <a:noFill/>
            </a:ln>
          </p:spPr>
          <p:txBody>
            <a:bodyPr anchorCtr="0" anchor="ctr" bIns="68550" lIns="137150" spcFirstLastPara="1" rIns="137150" wrap="square" tIns="6855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4800"/>
                <a:buFont typeface="Arial"/>
                <a:buNone/>
              </a:pPr>
              <a:r>
                <a:t/>
              </a:r>
              <a:endParaRPr b="0" i="0" sz="4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929" name="Google Shape;929;g3f85ecfd79d_2_1966"/>
          <p:cNvSpPr/>
          <p:nvPr/>
        </p:nvSpPr>
        <p:spPr>
          <a:xfrm>
            <a:off x="502107" y="2969855"/>
            <a:ext cx="6302400" cy="2716800"/>
          </a:xfrm>
          <a:prstGeom prst="rect">
            <a:avLst/>
          </a:prstGeom>
          <a:solidFill>
            <a:srgbClr val="FFFFFF">
              <a:alpha val="74900"/>
            </a:srgbClr>
          </a:solidFill>
          <a:ln>
            <a:noFill/>
          </a:ln>
        </p:spPr>
        <p:txBody>
          <a:bodyPr anchorCtr="0" anchor="ctr" bIns="68550" lIns="137150" spcFirstLastPara="1" rIns="137150" wrap="square" tIns="685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Arial"/>
              <a:buNone/>
            </a:pPr>
            <a:r>
              <a:t/>
            </a:r>
            <a:endParaRPr b="0" i="0" sz="4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30" name="Google Shape;930;g3f85ecfd79d_2_1966"/>
          <p:cNvSpPr/>
          <p:nvPr/>
        </p:nvSpPr>
        <p:spPr>
          <a:xfrm>
            <a:off x="1104853" y="1238200"/>
            <a:ext cx="18021300" cy="7425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42233"/>
              </a:buClr>
              <a:buSzPts val="4800"/>
              <a:buFont typeface="League Spartan"/>
              <a:buNone/>
            </a:pPr>
            <a:r>
              <a:rPr b="1" lang="en-US" sz="4800">
                <a:solidFill>
                  <a:srgbClr val="142233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Issues Solving Track</a:t>
            </a:r>
            <a:endParaRPr sz="4800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931" name="Google Shape;931;g3f85ecfd79d_2_1966"/>
          <p:cNvSpPr/>
          <p:nvPr/>
        </p:nvSpPr>
        <p:spPr>
          <a:xfrm>
            <a:off x="952453" y="9654885"/>
            <a:ext cx="2485200" cy="2511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A5AAAF"/>
              </a:buClr>
              <a:buSzPts val="1530"/>
              <a:buFont typeface="League Spartan"/>
              <a:buNone/>
            </a:pPr>
            <a:r>
              <a:rPr b="1" lang="en-US" sz="1530">
                <a:solidFill>
                  <a:srgbClr val="A5AAAF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#WeRunOnEOS2026</a:t>
            </a:r>
            <a:endParaRPr sz="1530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pic>
        <p:nvPicPr>
          <p:cNvPr descr="preencoded.png" id="932" name="Google Shape;932;g3f85ecfd79d_2_1966"/>
          <p:cNvPicPr preferRelativeResize="0"/>
          <p:nvPr/>
        </p:nvPicPr>
        <p:blipFill rotWithShape="1">
          <a:blip r:embed="rId4">
            <a:alphaModFix amt="35000"/>
          </a:blip>
          <a:srcRect b="0" l="0" r="0" t="0"/>
          <a:stretch/>
        </p:blipFill>
        <p:spPr>
          <a:xfrm>
            <a:off x="16687858" y="9334388"/>
            <a:ext cx="647649" cy="609744"/>
          </a:xfrm>
          <a:prstGeom prst="rect">
            <a:avLst/>
          </a:prstGeom>
          <a:noFill/>
          <a:ln>
            <a:noFill/>
          </a:ln>
        </p:spPr>
      </p:pic>
      <p:sp>
        <p:nvSpPr>
          <p:cNvPr id="933" name="Google Shape;933;g3f85ecfd79d_2_1966"/>
          <p:cNvSpPr/>
          <p:nvPr/>
        </p:nvSpPr>
        <p:spPr>
          <a:xfrm>
            <a:off x="17030702" y="9353409"/>
            <a:ext cx="356700" cy="1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76308"/>
              </a:lnSpc>
              <a:spcBef>
                <a:spcPts val="0"/>
              </a:spcBef>
              <a:spcAft>
                <a:spcPts val="0"/>
              </a:spcAft>
              <a:buClr>
                <a:srgbClr val="FF7900"/>
              </a:buClr>
              <a:buSzPts val="901"/>
              <a:buFont typeface="League Spartan"/>
              <a:buNone/>
            </a:pPr>
            <a:r>
              <a:rPr b="1" lang="en-US" sz="902">
                <a:solidFill>
                  <a:srgbClr val="FF79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2026</a:t>
            </a:r>
            <a:endParaRPr sz="902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934" name="Google Shape;934;g3f85ecfd79d_2_1966"/>
          <p:cNvSpPr/>
          <p:nvPr/>
        </p:nvSpPr>
        <p:spPr>
          <a:xfrm>
            <a:off x="12081128" y="5976246"/>
            <a:ext cx="776700" cy="655800"/>
          </a:xfrm>
          <a:prstGeom prst="ellipse">
            <a:avLst/>
          </a:prstGeom>
          <a:noFill/>
          <a:ln cap="flat" cmpd="sng" w="47625">
            <a:solidFill>
              <a:srgbClr val="F04E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8550" lIns="137150" spcFirstLastPara="1" rIns="137150" wrap="square" tIns="6855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t/>
            </a:r>
            <a:endParaRPr b="0" i="0" sz="3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35" name="Google Shape;935;g3f85ecfd79d_2_1966"/>
          <p:cNvSpPr txBox="1"/>
          <p:nvPr/>
        </p:nvSpPr>
        <p:spPr>
          <a:xfrm>
            <a:off x="7899024" y="4436439"/>
            <a:ext cx="67056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182850" spcFirstLastPara="1" rIns="182850" wrap="square" tIns="91425">
            <a:spAutoFit/>
          </a:bodyPr>
          <a:lstStyle/>
          <a:p>
            <a:pPr indent="0" lvl="0" marL="0" marR="0" rtl="0" algn="l">
              <a:lnSpc>
                <a:spcPct val="16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i="0" lang="en-US" sz="2200" u="none" cap="none" strike="noStrike">
                <a:solidFill>
                  <a:schemeClr val="dk2"/>
                </a:solidFill>
                <a:latin typeface="League Spartan Medium"/>
                <a:ea typeface="League Spartan Medium"/>
                <a:cs typeface="League Spartan Medium"/>
                <a:sym typeface="League Spartan Medium"/>
              </a:rPr>
              <a:t>Darren U. Right Person</a:t>
            </a:r>
            <a:endParaRPr i="0" sz="2400" u="none" cap="none" strike="noStrike">
              <a:solidFill>
                <a:schemeClr val="dk1"/>
              </a:solidFill>
              <a:latin typeface="League Spartan Medium"/>
              <a:ea typeface="League Spartan Medium"/>
              <a:cs typeface="League Spartan Medium"/>
              <a:sym typeface="League Spartan Medium"/>
            </a:endParaRPr>
          </a:p>
        </p:txBody>
      </p:sp>
      <p:sp>
        <p:nvSpPr>
          <p:cNvPr id="936" name="Google Shape;936;g3f85ecfd79d_2_1966"/>
          <p:cNvSpPr txBox="1"/>
          <p:nvPr/>
        </p:nvSpPr>
        <p:spPr>
          <a:xfrm>
            <a:off x="7899024" y="4972464"/>
            <a:ext cx="67056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182850" spcFirstLastPara="1" rIns="182850" wrap="square" tIns="91425">
            <a:spAutoFit/>
          </a:bodyPr>
          <a:lstStyle/>
          <a:p>
            <a:pPr indent="0" lvl="0" marL="0" marR="0" rtl="0" algn="l">
              <a:lnSpc>
                <a:spcPct val="16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i="0" lang="en-US" sz="2200" u="none" cap="none" strike="noStrike">
                <a:solidFill>
                  <a:schemeClr val="dk2"/>
                </a:solidFill>
                <a:latin typeface="League Spartan Medium"/>
                <a:ea typeface="League Spartan Medium"/>
                <a:cs typeface="League Spartan Medium"/>
                <a:sym typeface="League Spartan Medium"/>
              </a:rPr>
              <a:t>Andi S. Right Seat</a:t>
            </a:r>
            <a:endParaRPr i="0" sz="2400" u="none" cap="none" strike="noStrike">
              <a:solidFill>
                <a:schemeClr val="dk1"/>
              </a:solidFill>
              <a:latin typeface="League Spartan Medium"/>
              <a:ea typeface="League Spartan Medium"/>
              <a:cs typeface="League Spartan Medium"/>
              <a:sym typeface="League Spartan Medium"/>
            </a:endParaRPr>
          </a:p>
        </p:txBody>
      </p:sp>
      <p:sp>
        <p:nvSpPr>
          <p:cNvPr id="937" name="Google Shape;937;g3f85ecfd79d_2_1966"/>
          <p:cNvSpPr txBox="1"/>
          <p:nvPr/>
        </p:nvSpPr>
        <p:spPr>
          <a:xfrm>
            <a:off x="7899024" y="5516064"/>
            <a:ext cx="67056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182850" spcFirstLastPara="1" rIns="182850" wrap="square" tIns="91425">
            <a:spAutoFit/>
          </a:bodyPr>
          <a:lstStyle/>
          <a:p>
            <a:pPr indent="0" lvl="0" marL="0" marR="0" rtl="0" algn="l">
              <a:lnSpc>
                <a:spcPct val="16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i="0" lang="en-US" sz="2200" u="none" cap="none" strike="noStrike">
                <a:solidFill>
                  <a:schemeClr val="dk2"/>
                </a:solidFill>
                <a:latin typeface="League Spartan Medium"/>
                <a:ea typeface="League Spartan Medium"/>
                <a:cs typeface="League Spartan Medium"/>
                <a:sym typeface="League Spartan Medium"/>
              </a:rPr>
              <a:t>Sales off-track</a:t>
            </a:r>
            <a:endParaRPr i="0" sz="2400" u="none" cap="none" strike="noStrike">
              <a:solidFill>
                <a:schemeClr val="dk1"/>
              </a:solidFill>
              <a:latin typeface="League Spartan Medium"/>
              <a:ea typeface="League Spartan Medium"/>
              <a:cs typeface="League Spartan Medium"/>
              <a:sym typeface="League Spartan Medium"/>
            </a:endParaRPr>
          </a:p>
        </p:txBody>
      </p:sp>
      <p:sp>
        <p:nvSpPr>
          <p:cNvPr id="938" name="Google Shape;938;g3f85ecfd79d_2_1966"/>
          <p:cNvSpPr txBox="1"/>
          <p:nvPr/>
        </p:nvSpPr>
        <p:spPr>
          <a:xfrm>
            <a:off x="7899024" y="6064013"/>
            <a:ext cx="67056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182850" spcFirstLastPara="1" rIns="182850" wrap="square" tIns="91425">
            <a:spAutoFit/>
          </a:bodyPr>
          <a:lstStyle/>
          <a:p>
            <a:pPr indent="0" lvl="0" marL="0" marR="0" rtl="0" algn="l">
              <a:lnSpc>
                <a:spcPct val="16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i="0" lang="en-US" sz="2200" u="none" cap="none" strike="noStrike">
                <a:solidFill>
                  <a:schemeClr val="dk2"/>
                </a:solidFill>
                <a:latin typeface="League Spartan Medium"/>
                <a:ea typeface="League Spartan Medium"/>
                <a:cs typeface="League Spartan Medium"/>
                <a:sym typeface="League Spartan Medium"/>
              </a:rPr>
              <a:t>Anodyne Merger</a:t>
            </a:r>
            <a:endParaRPr i="0" sz="2400" u="none" cap="none" strike="noStrike">
              <a:solidFill>
                <a:schemeClr val="dk1"/>
              </a:solidFill>
              <a:latin typeface="League Spartan Medium"/>
              <a:ea typeface="League Spartan Medium"/>
              <a:cs typeface="League Spartan Medium"/>
              <a:sym typeface="League Spartan Medium"/>
            </a:endParaRPr>
          </a:p>
        </p:txBody>
      </p:sp>
      <p:sp>
        <p:nvSpPr>
          <p:cNvPr id="939" name="Google Shape;939;g3f85ecfd79d_2_1966"/>
          <p:cNvSpPr txBox="1"/>
          <p:nvPr/>
        </p:nvSpPr>
        <p:spPr>
          <a:xfrm>
            <a:off x="7899024" y="6611963"/>
            <a:ext cx="67056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182850" spcFirstLastPara="1" rIns="182850" wrap="square" tIns="91425">
            <a:spAutoFit/>
          </a:bodyPr>
          <a:lstStyle/>
          <a:p>
            <a:pPr indent="0" lvl="0" marL="0" marR="0" rtl="0" algn="l">
              <a:lnSpc>
                <a:spcPct val="16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i="0" lang="en-US" sz="2200" u="none" cap="none" strike="noStrike">
                <a:solidFill>
                  <a:schemeClr val="dk2"/>
                </a:solidFill>
                <a:latin typeface="League Spartan Medium"/>
                <a:ea typeface="League Spartan Medium"/>
                <a:cs typeface="League Spartan Medium"/>
                <a:sym typeface="League Spartan Medium"/>
              </a:rPr>
              <a:t>Utilization off-track</a:t>
            </a:r>
            <a:endParaRPr i="0" sz="2400" u="none" cap="none" strike="noStrike">
              <a:solidFill>
                <a:schemeClr val="dk1"/>
              </a:solidFill>
              <a:latin typeface="League Spartan Medium"/>
              <a:ea typeface="League Spartan Medium"/>
              <a:cs typeface="League Spartan Medium"/>
              <a:sym typeface="League Spartan Medium"/>
            </a:endParaRPr>
          </a:p>
        </p:txBody>
      </p:sp>
      <p:sp>
        <p:nvSpPr>
          <p:cNvPr id="940" name="Google Shape;940;g3f85ecfd79d_2_1966"/>
          <p:cNvSpPr txBox="1"/>
          <p:nvPr/>
        </p:nvSpPr>
        <p:spPr>
          <a:xfrm>
            <a:off x="7899024" y="7145163"/>
            <a:ext cx="67056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182850" spcFirstLastPara="1" rIns="182850" wrap="square" tIns="91425">
            <a:spAutoFit/>
          </a:bodyPr>
          <a:lstStyle/>
          <a:p>
            <a:pPr indent="0" lvl="0" marL="0" marR="0" rtl="0" algn="l">
              <a:lnSpc>
                <a:spcPct val="16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i="0" lang="en-US" sz="2200" u="none" cap="none" strike="noStrike">
                <a:solidFill>
                  <a:schemeClr val="dk2"/>
                </a:solidFill>
                <a:latin typeface="League Spartan Medium"/>
                <a:ea typeface="League Spartan Medium"/>
                <a:cs typeface="League Spartan Medium"/>
                <a:sym typeface="League Spartan Medium"/>
              </a:rPr>
              <a:t>Western US expansion</a:t>
            </a:r>
            <a:endParaRPr i="0" sz="2400" u="none" cap="none" strike="noStrike">
              <a:solidFill>
                <a:schemeClr val="dk1"/>
              </a:solidFill>
              <a:latin typeface="League Spartan Medium"/>
              <a:ea typeface="League Spartan Medium"/>
              <a:cs typeface="League Spartan Medium"/>
              <a:sym typeface="League Spartan Medium"/>
            </a:endParaRPr>
          </a:p>
        </p:txBody>
      </p:sp>
      <p:sp>
        <p:nvSpPr>
          <p:cNvPr id="941" name="Google Shape;941;g3f85ecfd79d_2_1966"/>
          <p:cNvSpPr txBox="1"/>
          <p:nvPr/>
        </p:nvSpPr>
        <p:spPr>
          <a:xfrm>
            <a:off x="12027356" y="5976084"/>
            <a:ext cx="9144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50" lIns="137150" spcFirstLastPara="1" rIns="137150" wrap="square" tIns="6855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300"/>
              <a:buFont typeface="Arial"/>
              <a:buNone/>
            </a:pPr>
            <a:r>
              <a:rPr b="1" i="0" lang="en-US" sz="3300" u="none" cap="none" strike="noStrike">
                <a:solidFill>
                  <a:srgbClr val="FF7900"/>
                </a:solidFill>
                <a:latin typeface="Montserrat"/>
                <a:ea typeface="Montserrat"/>
                <a:cs typeface="Montserrat"/>
                <a:sym typeface="Montserrat"/>
              </a:rPr>
              <a:t>3</a:t>
            </a:r>
            <a:endParaRPr b="0" i="0" sz="2100" u="none" cap="none" strike="noStrike">
              <a:solidFill>
                <a:srgbClr val="FF79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91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91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91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9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9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9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9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9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9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92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9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9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9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9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9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250"/>
                                        <p:tgtEl>
                                          <p:spTgt spid="92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250"/>
                                          </p:stCondLst>
                                        </p:cTn>
                                        <p:tgtEl>
                                          <p:spTgt spid="9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92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9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1000"/>
                                        <p:tgtEl>
                                          <p:spTgt spid="93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1000"/>
                                          </p:stCondLst>
                                        </p:cTn>
                                        <p:tgtEl>
                                          <p:spTgt spid="9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9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9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9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9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1000"/>
                                        <p:tgtEl>
                                          <p:spTgt spid="9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1000"/>
                                          </p:stCondLst>
                                        </p:cTn>
                                        <p:tgtEl>
                                          <p:spTgt spid="9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1000"/>
                                        <p:tgtEl>
                                          <p:spTgt spid="93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1000"/>
                                          </p:stCondLst>
                                        </p:cTn>
                                        <p:tgtEl>
                                          <p:spTgt spid="9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1000"/>
                                        <p:tgtEl>
                                          <p:spTgt spid="94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1000"/>
                                          </p:stCondLst>
                                        </p:cTn>
                                        <p:tgtEl>
                                          <p:spTgt spid="9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1000"/>
                                        <p:tgtEl>
                                          <p:spTgt spid="93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1000"/>
                                          </p:stCondLst>
                                        </p:cTn>
                                        <p:tgtEl>
                                          <p:spTgt spid="9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5" name="Shape 9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6" name="Google Shape;946;g3f85ecfd79d_2_215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47" name="Google Shape;947;g3f85ecfd79d_2_2151"/>
          <p:cNvSpPr/>
          <p:nvPr/>
        </p:nvSpPr>
        <p:spPr>
          <a:xfrm>
            <a:off x="952453" y="1085800"/>
            <a:ext cx="18021300" cy="7425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42233"/>
              </a:buClr>
              <a:buSzPts val="4800"/>
              <a:buFont typeface="League Spartan"/>
              <a:buNone/>
            </a:pPr>
            <a:r>
              <a:rPr b="1" lang="en-US" sz="4800">
                <a:solidFill>
                  <a:srgbClr val="142233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The </a:t>
            </a:r>
            <a:r>
              <a:rPr b="1" lang="en-US" sz="4800">
                <a:solidFill>
                  <a:srgbClr val="F04E23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EOS</a:t>
            </a:r>
            <a:r>
              <a:rPr b="1" lang="en-US" sz="4800">
                <a:solidFill>
                  <a:srgbClr val="142233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 Model®</a:t>
            </a:r>
            <a:endParaRPr sz="4800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948" name="Google Shape;948;g3f85ecfd79d_2_2151"/>
          <p:cNvSpPr txBox="1"/>
          <p:nvPr>
            <p:ph idx="11" type="ftr"/>
          </p:nvPr>
        </p:nvSpPr>
        <p:spPr>
          <a:xfrm>
            <a:off x="20526152" y="14309647"/>
            <a:ext cx="6431400" cy="82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50" lIns="137150" spcFirstLastPara="1" rIns="137150" wrap="square" tIns="6855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r>
              <a:rPr lang="en-US">
                <a:solidFill>
                  <a:srgbClr val="747577"/>
                </a:solidFill>
              </a:rPr>
              <a:t>#EOSWorldwide</a:t>
            </a:r>
            <a:endParaRPr>
              <a:solidFill>
                <a:srgbClr val="747577"/>
              </a:solidFill>
            </a:endParaRPr>
          </a:p>
        </p:txBody>
      </p:sp>
      <p:pic>
        <p:nvPicPr>
          <p:cNvPr id="949" name="Google Shape;949;g3f85ecfd79d_2_215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866308" y="919215"/>
            <a:ext cx="7694681" cy="7686102"/>
          </a:xfrm>
          <a:prstGeom prst="rect">
            <a:avLst/>
          </a:prstGeom>
          <a:noFill/>
          <a:ln>
            <a:noFill/>
          </a:ln>
        </p:spPr>
      </p:pic>
      <p:pic>
        <p:nvPicPr>
          <p:cNvPr id="950" name="Google Shape;950;g3f85ecfd79d_2_215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479911" y="4629276"/>
            <a:ext cx="3898202" cy="3952494"/>
          </a:xfrm>
          <a:prstGeom prst="rect">
            <a:avLst/>
          </a:prstGeom>
          <a:noFill/>
          <a:ln>
            <a:noFill/>
          </a:ln>
        </p:spPr>
      </p:pic>
      <p:pic>
        <p:nvPicPr>
          <p:cNvPr id="951" name="Google Shape;951;g3f85ecfd79d_2_2151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9600651" y="3630218"/>
            <a:ext cx="2254568" cy="2254568"/>
          </a:xfrm>
          <a:prstGeom prst="rect">
            <a:avLst/>
          </a:prstGeom>
          <a:noFill/>
          <a:ln>
            <a:noFill/>
          </a:ln>
        </p:spPr>
      </p:pic>
      <p:sp>
        <p:nvSpPr>
          <p:cNvPr id="952" name="Google Shape;952;g3f85ecfd79d_2_2151"/>
          <p:cNvSpPr txBox="1"/>
          <p:nvPr/>
        </p:nvSpPr>
        <p:spPr>
          <a:xfrm>
            <a:off x="7145577" y="5958072"/>
            <a:ext cx="2985000" cy="5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50" lIns="137150" spcFirstLastPara="1" rIns="137150" wrap="square" tIns="68550">
            <a:spAutoFit/>
          </a:bodyPr>
          <a:lstStyle/>
          <a:p>
            <a:pPr indent="-177800" lvl="0" marL="177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</a:pPr>
            <a:r>
              <a:rPr b="0" i="0" lang="en-US" sz="2400" u="none" cap="none" strike="noStrike">
                <a:solidFill>
                  <a:schemeClr val="lt1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Issues List</a:t>
            </a:r>
            <a:endParaRPr b="0" i="0" sz="2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53" name="Google Shape;953;g3f85ecfd79d_2_2151"/>
          <p:cNvSpPr txBox="1"/>
          <p:nvPr/>
        </p:nvSpPr>
        <p:spPr>
          <a:xfrm>
            <a:off x="7145576" y="6465903"/>
            <a:ext cx="2985000" cy="5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50" lIns="137150" spcFirstLastPara="1" rIns="137150" wrap="square" tIns="68550">
            <a:spAutoFit/>
          </a:bodyPr>
          <a:lstStyle/>
          <a:p>
            <a:pPr indent="-177800" lvl="0" marL="177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</a:pPr>
            <a:r>
              <a:rPr b="0" i="0" lang="en-US" sz="2400" u="none" cap="none" strike="noStrike">
                <a:solidFill>
                  <a:schemeClr val="lt1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IDS</a:t>
            </a:r>
            <a:endParaRPr b="0" i="0" sz="2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54" name="Google Shape;954;g3f85ecfd79d_2_2151"/>
          <p:cNvSpPr/>
          <p:nvPr/>
        </p:nvSpPr>
        <p:spPr>
          <a:xfrm>
            <a:off x="952453" y="9654885"/>
            <a:ext cx="2485200" cy="2511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A5AAAF"/>
              </a:buClr>
              <a:buSzPts val="1530"/>
              <a:buFont typeface="League Spartan"/>
              <a:buNone/>
            </a:pPr>
            <a:r>
              <a:rPr b="1" lang="en-US" sz="1530">
                <a:solidFill>
                  <a:srgbClr val="A5AAAF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#WeRunOnEOS2026</a:t>
            </a:r>
            <a:endParaRPr sz="1530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pic>
        <p:nvPicPr>
          <p:cNvPr descr="preencoded.png" id="955" name="Google Shape;955;g3f85ecfd79d_2_2151"/>
          <p:cNvPicPr preferRelativeResize="0"/>
          <p:nvPr/>
        </p:nvPicPr>
        <p:blipFill rotWithShape="1">
          <a:blip r:embed="rId6">
            <a:alphaModFix amt="35000"/>
          </a:blip>
          <a:srcRect b="0" l="0" r="0" t="0"/>
          <a:stretch/>
        </p:blipFill>
        <p:spPr>
          <a:xfrm>
            <a:off x="16687858" y="9334388"/>
            <a:ext cx="647649" cy="609744"/>
          </a:xfrm>
          <a:prstGeom prst="rect">
            <a:avLst/>
          </a:prstGeom>
          <a:noFill/>
          <a:ln>
            <a:noFill/>
          </a:ln>
        </p:spPr>
      </p:pic>
      <p:sp>
        <p:nvSpPr>
          <p:cNvPr id="956" name="Google Shape;956;g3f85ecfd79d_2_2151"/>
          <p:cNvSpPr/>
          <p:nvPr/>
        </p:nvSpPr>
        <p:spPr>
          <a:xfrm>
            <a:off x="17030702" y="9353409"/>
            <a:ext cx="356700" cy="1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76308"/>
              </a:lnSpc>
              <a:spcBef>
                <a:spcPts val="0"/>
              </a:spcBef>
              <a:spcAft>
                <a:spcPts val="0"/>
              </a:spcAft>
              <a:buClr>
                <a:srgbClr val="FF7900"/>
              </a:buClr>
              <a:buSzPts val="901"/>
              <a:buFont typeface="League Spartan"/>
              <a:buNone/>
            </a:pPr>
            <a:r>
              <a:rPr b="1" lang="en-US" sz="902">
                <a:solidFill>
                  <a:srgbClr val="FF79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2026</a:t>
            </a:r>
            <a:endParaRPr sz="902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957" name="Google Shape;957;g3f85ecfd79d_2_2151"/>
          <p:cNvSpPr txBox="1"/>
          <p:nvPr/>
        </p:nvSpPr>
        <p:spPr>
          <a:xfrm>
            <a:off x="952458" y="1908720"/>
            <a:ext cx="4095000" cy="1055700"/>
          </a:xfrm>
          <a:prstGeom prst="rect">
            <a:avLst/>
          </a:prstGeom>
          <a:solidFill>
            <a:srgbClr val="FED7BC"/>
          </a:solidFill>
          <a:ln cap="flat" cmpd="sng" w="47625">
            <a:solidFill>
              <a:srgbClr val="FF7900"/>
            </a:solidFill>
            <a:prstDash val="solid"/>
            <a:round/>
            <a:headEnd len="sm" w="sm" type="none"/>
            <a:tailEnd len="sm" w="sm" type="none"/>
          </a:ln>
          <a:effectLst>
            <a:outerShdw blurRad="152400" rotWithShape="0" algn="tl" dir="2700000" dist="76200">
              <a:srgbClr val="000000">
                <a:alpha val="30200"/>
              </a:srgbClr>
            </a:outerShdw>
          </a:effectLst>
        </p:spPr>
        <p:txBody>
          <a:bodyPr anchorCtr="0" anchor="ctr" bIns="68550" lIns="137150" spcFirstLastPara="1" rIns="137150" wrap="square" tIns="68550">
            <a:noAutofit/>
          </a:bodyPr>
          <a:lstStyle/>
          <a:p>
            <a:pPr indent="0" lvl="0" marL="0" marR="0" rtl="0" algn="ctr">
              <a:lnSpc>
                <a:spcPct val="108333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Arial"/>
              <a:buNone/>
            </a:pPr>
            <a:r>
              <a:rPr i="0" lang="en-US" sz="3600" u="none" cap="none" strike="noStrike">
                <a:solidFill>
                  <a:schemeClr val="dk1"/>
                </a:solidFill>
                <a:latin typeface="League Spartan ExtraBold"/>
                <a:ea typeface="League Spartan ExtraBold"/>
                <a:cs typeface="League Spartan ExtraBold"/>
                <a:sym typeface="League Spartan ExtraBold"/>
              </a:rPr>
              <a:t>100% Strong</a:t>
            </a:r>
            <a:endParaRPr i="0" sz="3300" u="none" cap="none" strike="noStrike">
              <a:solidFill>
                <a:schemeClr val="accent1"/>
              </a:solidFill>
              <a:latin typeface="League Spartan ExtraBold"/>
              <a:ea typeface="League Spartan ExtraBold"/>
              <a:cs typeface="League Spartan ExtraBold"/>
              <a:sym typeface="League Spartan ExtraBold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9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61" name="Shape 9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2" name="Google Shape;962;g3f85ecfd79d_2_2163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63" name="Google Shape;963;g3f85ecfd79d_2_2163"/>
          <p:cNvSpPr/>
          <p:nvPr/>
        </p:nvSpPr>
        <p:spPr>
          <a:xfrm>
            <a:off x="952453" y="1085800"/>
            <a:ext cx="18021300" cy="7425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42233"/>
              </a:buClr>
              <a:buSzPts val="4800"/>
              <a:buFont typeface="League Spartan"/>
              <a:buNone/>
            </a:pPr>
            <a:r>
              <a:rPr b="1" lang="en-US" sz="4800">
                <a:solidFill>
                  <a:srgbClr val="142233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The </a:t>
            </a:r>
            <a:r>
              <a:rPr b="1" lang="en-US" sz="4800">
                <a:solidFill>
                  <a:srgbClr val="F04E23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EOS</a:t>
            </a:r>
            <a:r>
              <a:rPr b="1" lang="en-US" sz="4800">
                <a:solidFill>
                  <a:srgbClr val="142233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 Model®</a:t>
            </a:r>
            <a:endParaRPr sz="4800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964" name="Google Shape;964;g3f85ecfd79d_2_2163"/>
          <p:cNvSpPr txBox="1"/>
          <p:nvPr>
            <p:ph idx="11" type="ftr"/>
          </p:nvPr>
        </p:nvSpPr>
        <p:spPr>
          <a:xfrm>
            <a:off x="20526152" y="14309647"/>
            <a:ext cx="6431400" cy="82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50" lIns="137150" spcFirstLastPara="1" rIns="137150" wrap="square" tIns="6855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r>
              <a:rPr lang="en-US">
                <a:solidFill>
                  <a:srgbClr val="747577"/>
                </a:solidFill>
              </a:rPr>
              <a:t>#EOSWorldwide</a:t>
            </a:r>
            <a:endParaRPr>
              <a:solidFill>
                <a:srgbClr val="747577"/>
              </a:solidFill>
            </a:endParaRPr>
          </a:p>
        </p:txBody>
      </p:sp>
      <p:pic>
        <p:nvPicPr>
          <p:cNvPr id="965" name="Google Shape;965;g3f85ecfd79d_2_216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866308" y="919215"/>
            <a:ext cx="7694681" cy="7686102"/>
          </a:xfrm>
          <a:prstGeom prst="rect">
            <a:avLst/>
          </a:prstGeom>
          <a:noFill/>
          <a:ln>
            <a:noFill/>
          </a:ln>
        </p:spPr>
      </p:pic>
      <p:pic>
        <p:nvPicPr>
          <p:cNvPr id="966" name="Google Shape;966;g3f85ecfd79d_2_216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1224674" y="4622784"/>
            <a:ext cx="3887345" cy="3985070"/>
          </a:xfrm>
          <a:prstGeom prst="rect">
            <a:avLst/>
          </a:prstGeom>
          <a:noFill/>
          <a:ln>
            <a:noFill/>
          </a:ln>
        </p:spPr>
      </p:pic>
      <p:pic>
        <p:nvPicPr>
          <p:cNvPr id="967" name="Google Shape;967;g3f85ecfd79d_2_216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9600651" y="3630218"/>
            <a:ext cx="2254568" cy="2254568"/>
          </a:xfrm>
          <a:prstGeom prst="rect">
            <a:avLst/>
          </a:prstGeom>
          <a:noFill/>
          <a:ln>
            <a:noFill/>
          </a:ln>
        </p:spPr>
      </p:pic>
      <p:sp>
        <p:nvSpPr>
          <p:cNvPr id="968" name="Google Shape;968;g3f85ecfd79d_2_2163"/>
          <p:cNvSpPr txBox="1"/>
          <p:nvPr/>
        </p:nvSpPr>
        <p:spPr>
          <a:xfrm>
            <a:off x="12047623" y="5958072"/>
            <a:ext cx="2985000" cy="5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50" lIns="137150" spcFirstLastPara="1" rIns="137150" wrap="square" tIns="68550">
            <a:spAutoFit/>
          </a:bodyPr>
          <a:lstStyle/>
          <a:p>
            <a:pPr indent="-177800" lvl="0" marL="177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</a:pPr>
            <a:r>
              <a:rPr b="0" i="0" lang="en-US" sz="2400" u="none" cap="none" strike="noStrike">
                <a:solidFill>
                  <a:schemeClr val="lt1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Documented</a:t>
            </a:r>
            <a:endParaRPr b="0" i="0" sz="2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9" name="Google Shape;969;g3f85ecfd79d_2_2163"/>
          <p:cNvSpPr/>
          <p:nvPr/>
        </p:nvSpPr>
        <p:spPr>
          <a:xfrm>
            <a:off x="952453" y="9654885"/>
            <a:ext cx="2485200" cy="2511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A5AAAF"/>
              </a:buClr>
              <a:buSzPts val="1530"/>
              <a:buFont typeface="League Spartan"/>
              <a:buNone/>
            </a:pPr>
            <a:r>
              <a:rPr b="1" lang="en-US" sz="1530">
                <a:solidFill>
                  <a:srgbClr val="A5AAAF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#WeRunOnEOS2026</a:t>
            </a:r>
            <a:endParaRPr sz="1530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pic>
        <p:nvPicPr>
          <p:cNvPr descr="preencoded.png" id="970" name="Google Shape;970;g3f85ecfd79d_2_2163"/>
          <p:cNvPicPr preferRelativeResize="0"/>
          <p:nvPr/>
        </p:nvPicPr>
        <p:blipFill rotWithShape="1">
          <a:blip r:embed="rId6">
            <a:alphaModFix amt="35000"/>
          </a:blip>
          <a:srcRect b="0" l="0" r="0" t="0"/>
          <a:stretch/>
        </p:blipFill>
        <p:spPr>
          <a:xfrm>
            <a:off x="16687858" y="9334388"/>
            <a:ext cx="647649" cy="609744"/>
          </a:xfrm>
          <a:prstGeom prst="rect">
            <a:avLst/>
          </a:prstGeom>
          <a:noFill/>
          <a:ln>
            <a:noFill/>
          </a:ln>
        </p:spPr>
      </p:pic>
      <p:sp>
        <p:nvSpPr>
          <p:cNvPr id="971" name="Google Shape;971;g3f85ecfd79d_2_2163"/>
          <p:cNvSpPr/>
          <p:nvPr/>
        </p:nvSpPr>
        <p:spPr>
          <a:xfrm>
            <a:off x="17030702" y="9353409"/>
            <a:ext cx="356700" cy="1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76308"/>
              </a:lnSpc>
              <a:spcBef>
                <a:spcPts val="0"/>
              </a:spcBef>
              <a:spcAft>
                <a:spcPts val="0"/>
              </a:spcAft>
              <a:buClr>
                <a:srgbClr val="FF7900"/>
              </a:buClr>
              <a:buSzPts val="901"/>
              <a:buFont typeface="League Spartan"/>
              <a:buNone/>
            </a:pPr>
            <a:r>
              <a:rPr b="1" lang="en-US" sz="902">
                <a:solidFill>
                  <a:srgbClr val="FF79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2026</a:t>
            </a:r>
            <a:endParaRPr sz="902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9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9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9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976" name="Shape 9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7" name="Google Shape;977;g3f85ecfd79d_2_2329"/>
          <p:cNvSpPr/>
          <p:nvPr/>
        </p:nvSpPr>
        <p:spPr>
          <a:xfrm>
            <a:off x="952453" y="838194"/>
            <a:ext cx="1047600" cy="133200"/>
          </a:xfrm>
          <a:prstGeom prst="roundRect">
            <a:avLst>
              <a:gd fmla="val 50000" name="adj"/>
            </a:avLst>
          </a:prstGeom>
          <a:gradFill>
            <a:gsLst>
              <a:gs pos="0">
                <a:srgbClr val="F04E23"/>
              </a:gs>
              <a:gs pos="100000">
                <a:srgbClr val="FF7900"/>
              </a:gs>
            </a:gsLst>
            <a:lin ang="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978" name="Google Shape;978;g3f85ecfd79d_2_2329"/>
          <p:cNvSpPr/>
          <p:nvPr/>
        </p:nvSpPr>
        <p:spPr>
          <a:xfrm>
            <a:off x="952453" y="1219147"/>
            <a:ext cx="8679600" cy="7425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42233"/>
              </a:buClr>
              <a:buSzPts val="4800"/>
              <a:buFont typeface="League Spartan"/>
              <a:buNone/>
            </a:pPr>
            <a:r>
              <a:rPr b="1" lang="en-US" sz="4800">
                <a:solidFill>
                  <a:srgbClr val="142233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Handful of Core Processes</a:t>
            </a:r>
            <a:endParaRPr sz="4800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979" name="Google Shape;979;g3f85ecfd79d_2_2329"/>
          <p:cNvSpPr/>
          <p:nvPr/>
        </p:nvSpPr>
        <p:spPr>
          <a:xfrm>
            <a:off x="952453" y="9654885"/>
            <a:ext cx="2485200" cy="2511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A5AAAF"/>
              </a:buClr>
              <a:buSzPts val="1530"/>
              <a:buFont typeface="League Spartan"/>
              <a:buNone/>
            </a:pPr>
            <a:r>
              <a:rPr b="1" lang="en-US" sz="1530">
                <a:solidFill>
                  <a:srgbClr val="A5AAAF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#WeRunOnEOS2026</a:t>
            </a:r>
            <a:endParaRPr sz="1530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980" name="Google Shape;980;g3f85ecfd79d_2_2329"/>
          <p:cNvSpPr/>
          <p:nvPr/>
        </p:nvSpPr>
        <p:spPr>
          <a:xfrm>
            <a:off x="933433" y="2339614"/>
            <a:ext cx="8210700" cy="63252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-45212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FF7900"/>
              </a:buClr>
              <a:buSzPts val="3520"/>
              <a:buFont typeface="Noto Sans Symbols"/>
              <a:buChar char="▪"/>
            </a:pPr>
            <a:r>
              <a:rPr b="1" lang="en-US" sz="3200">
                <a:solidFill>
                  <a:srgbClr val="142233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People</a:t>
            </a:r>
            <a:endParaRPr b="1" sz="3200">
              <a:solidFill>
                <a:srgbClr val="142233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  <a:p>
            <a:pPr indent="-45212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FF7900"/>
              </a:buClr>
              <a:buSzPts val="3520"/>
              <a:buFont typeface="Noto Sans Symbols"/>
              <a:buChar char="▪"/>
            </a:pPr>
            <a:r>
              <a:rPr b="1" lang="en-US" sz="3200">
                <a:solidFill>
                  <a:srgbClr val="142233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Marketing</a:t>
            </a:r>
            <a:endParaRPr b="1" sz="3200">
              <a:solidFill>
                <a:srgbClr val="142233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  <a:p>
            <a:pPr indent="-45212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FF7900"/>
              </a:buClr>
              <a:buSzPts val="3520"/>
              <a:buFont typeface="Noto Sans Symbols"/>
              <a:buChar char="▪"/>
            </a:pPr>
            <a:r>
              <a:rPr b="1" lang="en-US" sz="3200">
                <a:solidFill>
                  <a:srgbClr val="142233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Sales</a:t>
            </a:r>
            <a:endParaRPr b="1" sz="3200">
              <a:solidFill>
                <a:srgbClr val="142233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  <a:p>
            <a:pPr indent="-45212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FF7900"/>
              </a:buClr>
              <a:buSzPts val="3520"/>
              <a:buFont typeface="Noto Sans Symbols"/>
              <a:buChar char="▪"/>
            </a:pPr>
            <a:r>
              <a:rPr b="1" lang="en-US" sz="3200">
                <a:solidFill>
                  <a:srgbClr val="142233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Operations 1</a:t>
            </a:r>
            <a:endParaRPr b="1" sz="3200">
              <a:solidFill>
                <a:srgbClr val="142233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  <a:p>
            <a:pPr indent="-45212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FF7900"/>
              </a:buClr>
              <a:buSzPts val="3520"/>
              <a:buFont typeface="Noto Sans Symbols"/>
              <a:buChar char="▪"/>
            </a:pPr>
            <a:r>
              <a:rPr b="1" lang="en-US" sz="3200">
                <a:solidFill>
                  <a:srgbClr val="142233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Operations 2</a:t>
            </a:r>
            <a:endParaRPr b="1" sz="3200">
              <a:solidFill>
                <a:srgbClr val="142233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  <a:p>
            <a:pPr indent="-45212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FF7900"/>
              </a:buClr>
              <a:buSzPts val="3520"/>
              <a:buFont typeface="Noto Sans Symbols"/>
              <a:buChar char="▪"/>
            </a:pPr>
            <a:r>
              <a:rPr b="1" lang="en-US" sz="3200">
                <a:solidFill>
                  <a:srgbClr val="142233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Accounting</a:t>
            </a:r>
            <a:endParaRPr b="1" sz="3200">
              <a:solidFill>
                <a:srgbClr val="142233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  <a:p>
            <a:pPr indent="-45212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FF7900"/>
              </a:buClr>
              <a:buSzPts val="3520"/>
              <a:buFont typeface="Noto Sans Symbols"/>
              <a:buChar char="▪"/>
            </a:pPr>
            <a:r>
              <a:rPr b="1" lang="en-US" sz="3200">
                <a:solidFill>
                  <a:srgbClr val="142233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Customer Service</a:t>
            </a:r>
            <a:endParaRPr b="1" sz="3200">
              <a:solidFill>
                <a:srgbClr val="142233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pic>
        <p:nvPicPr>
          <p:cNvPr descr="A group of people sitting at a table&#10;&#10;Description automatically generated with medium confidence" id="981" name="Google Shape;981;g3f85ecfd79d_2_2329"/>
          <p:cNvPicPr preferRelativeResize="0"/>
          <p:nvPr>
            <p:ph idx="2" type="pic"/>
          </p:nvPr>
        </p:nvPicPr>
        <p:blipFill rotWithShape="1">
          <a:blip r:embed="rId3">
            <a:alphaModFix/>
          </a:blip>
          <a:srcRect b="4907" l="0" r="0" t="4898"/>
          <a:stretch/>
        </p:blipFill>
        <p:spPr>
          <a:xfrm>
            <a:off x="9211060" y="1"/>
            <a:ext cx="9076940" cy="10272068"/>
          </a:xfrm>
          <a:prstGeom prst="rect">
            <a:avLst/>
          </a:prstGeom>
          <a:noFill/>
          <a:ln>
            <a:noFill/>
          </a:ln>
        </p:spPr>
      </p:pic>
      <p:sp>
        <p:nvSpPr>
          <p:cNvPr id="982" name="Google Shape;982;g3f85ecfd79d_2_2329"/>
          <p:cNvSpPr/>
          <p:nvPr/>
        </p:nvSpPr>
        <p:spPr>
          <a:xfrm>
            <a:off x="9211060" y="2"/>
            <a:ext cx="9076800" cy="10287000"/>
          </a:xfrm>
          <a:prstGeom prst="rect">
            <a:avLst/>
          </a:prstGeom>
          <a:gradFill>
            <a:gsLst>
              <a:gs pos="0">
                <a:srgbClr val="313B4F">
                  <a:alpha val="78039"/>
                </a:srgbClr>
              </a:gs>
              <a:gs pos="56000">
                <a:srgbClr val="12161D">
                  <a:alpha val="12157"/>
                </a:srgbClr>
              </a:gs>
              <a:gs pos="100000">
                <a:srgbClr val="12161D">
                  <a:alpha val="16078"/>
                </a:srgbClr>
              </a:gs>
            </a:gsLst>
            <a:lin ang="16200038" scaled="0"/>
          </a:gradFill>
          <a:ln>
            <a:noFill/>
          </a:ln>
        </p:spPr>
        <p:txBody>
          <a:bodyPr anchorCtr="0" anchor="ctr" bIns="75600" lIns="151250" spcFirstLastPara="1" rIns="151250" wrap="square" tIns="756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294"/>
              <a:buFont typeface="Arial"/>
              <a:buNone/>
            </a:pPr>
            <a:r>
              <a:t/>
            </a:r>
            <a:endParaRPr b="0" i="0" sz="5294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9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98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98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98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0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980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0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980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0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980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86" name="Shape 9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7" name="Google Shape;987;g3f85ecfd79d_2_2554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88" name="Google Shape;988;g3f85ecfd79d_2_2554"/>
          <p:cNvSpPr/>
          <p:nvPr/>
        </p:nvSpPr>
        <p:spPr>
          <a:xfrm>
            <a:off x="952453" y="1085800"/>
            <a:ext cx="18021300" cy="7425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42233"/>
              </a:buClr>
              <a:buSzPts val="4800"/>
              <a:buFont typeface="League Spartan"/>
              <a:buNone/>
            </a:pPr>
            <a:r>
              <a:rPr b="1" lang="en-US" sz="4800">
                <a:solidFill>
                  <a:srgbClr val="142233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Document and Simplify</a:t>
            </a:r>
            <a:endParaRPr b="1" sz="4800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989" name="Google Shape;989;g3f85ecfd79d_2_2554"/>
          <p:cNvSpPr txBox="1"/>
          <p:nvPr>
            <p:ph idx="11" type="ftr"/>
          </p:nvPr>
        </p:nvSpPr>
        <p:spPr>
          <a:xfrm>
            <a:off x="20526152" y="14309647"/>
            <a:ext cx="6431400" cy="82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50" lIns="137150" spcFirstLastPara="1" rIns="137150" wrap="square" tIns="6855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r>
              <a:rPr lang="en-US">
                <a:solidFill>
                  <a:srgbClr val="747577"/>
                </a:solidFill>
              </a:rPr>
              <a:t>#EOSWorldwide</a:t>
            </a:r>
            <a:endParaRPr>
              <a:solidFill>
                <a:srgbClr val="747577"/>
              </a:solidFill>
            </a:endParaRPr>
          </a:p>
        </p:txBody>
      </p:sp>
      <p:sp>
        <p:nvSpPr>
          <p:cNvPr id="990" name="Google Shape;990;g3f85ecfd79d_2_2554"/>
          <p:cNvSpPr/>
          <p:nvPr/>
        </p:nvSpPr>
        <p:spPr>
          <a:xfrm>
            <a:off x="3242126" y="2490771"/>
            <a:ext cx="5829300" cy="6378000"/>
          </a:xfrm>
          <a:prstGeom prst="rect">
            <a:avLst/>
          </a:prstGeom>
          <a:solidFill>
            <a:schemeClr val="lt1"/>
          </a:solidFill>
          <a:ln cap="flat" cmpd="sng" w="19050">
            <a:solidFill>
              <a:srgbClr val="A5A5A5"/>
            </a:solidFill>
            <a:prstDash val="solid"/>
            <a:miter lim="80"/>
            <a:headEnd len="sm" w="sm" type="none"/>
            <a:tailEnd len="sm" w="sm" type="none"/>
          </a:ln>
          <a:effectLst>
            <a:outerShdw blurRad="171450" rotWithShape="0" algn="tl" dir="2700000" dist="114300">
              <a:srgbClr val="000000">
                <a:alpha val="20000"/>
              </a:srgbClr>
            </a:outerShdw>
          </a:effectLst>
        </p:spPr>
        <p:txBody>
          <a:bodyPr anchorCtr="0" anchor="ctr" bIns="91425" lIns="182850" spcFirstLastPara="1" rIns="182850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Arial"/>
              <a:buNone/>
            </a:pPr>
            <a:r>
              <a:t/>
            </a:r>
            <a:endParaRPr b="0" i="0" sz="4800" u="none" cap="none" strike="noStrike">
              <a:solidFill>
                <a:schemeClr val="dk1"/>
              </a:solidFill>
              <a:latin typeface="Oswald Light"/>
              <a:ea typeface="Oswald Light"/>
              <a:cs typeface="Oswald Light"/>
              <a:sym typeface="Oswald Light"/>
            </a:endParaRPr>
          </a:p>
        </p:txBody>
      </p:sp>
      <p:sp>
        <p:nvSpPr>
          <p:cNvPr id="991" name="Google Shape;991;g3f85ecfd79d_2_2554"/>
          <p:cNvSpPr/>
          <p:nvPr/>
        </p:nvSpPr>
        <p:spPr>
          <a:xfrm>
            <a:off x="9212580" y="2490771"/>
            <a:ext cx="5829300" cy="6378000"/>
          </a:xfrm>
          <a:prstGeom prst="rect">
            <a:avLst/>
          </a:prstGeom>
          <a:solidFill>
            <a:schemeClr val="lt1"/>
          </a:solidFill>
          <a:ln cap="flat" cmpd="sng" w="19050">
            <a:solidFill>
              <a:srgbClr val="A5A5A5"/>
            </a:solidFill>
            <a:prstDash val="solid"/>
            <a:miter lim="80"/>
            <a:headEnd len="sm" w="sm" type="none"/>
            <a:tailEnd len="sm" w="sm" type="none"/>
          </a:ln>
          <a:effectLst>
            <a:outerShdw blurRad="171450" rotWithShape="0" algn="tl" dir="2700000" dist="114300">
              <a:srgbClr val="000000">
                <a:alpha val="20000"/>
              </a:srgbClr>
            </a:outerShdw>
          </a:effectLst>
        </p:spPr>
        <p:txBody>
          <a:bodyPr anchorCtr="0" anchor="ctr" bIns="91425" lIns="182850" spcFirstLastPara="1" rIns="182850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Arial"/>
              <a:buNone/>
            </a:pPr>
            <a:r>
              <a:t/>
            </a:r>
            <a:endParaRPr b="0" i="0" sz="4800" u="none" cap="none" strike="noStrike">
              <a:solidFill>
                <a:schemeClr val="dk1"/>
              </a:solidFill>
              <a:latin typeface="Oswald Light"/>
              <a:ea typeface="Oswald Light"/>
              <a:cs typeface="Oswald Light"/>
              <a:sym typeface="Oswald Light"/>
            </a:endParaRPr>
          </a:p>
        </p:txBody>
      </p:sp>
      <p:grpSp>
        <p:nvGrpSpPr>
          <p:cNvPr id="992" name="Google Shape;992;g3f85ecfd79d_2_2554"/>
          <p:cNvGrpSpPr/>
          <p:nvPr/>
        </p:nvGrpSpPr>
        <p:grpSpPr>
          <a:xfrm>
            <a:off x="8566714" y="3020588"/>
            <a:ext cx="1101582" cy="261450"/>
            <a:chOff x="5711143" y="2013725"/>
            <a:chExt cx="734388" cy="174300"/>
          </a:xfrm>
        </p:grpSpPr>
        <p:sp>
          <p:nvSpPr>
            <p:cNvPr id="993" name="Google Shape;993;g3f85ecfd79d_2_2554"/>
            <p:cNvSpPr/>
            <p:nvPr/>
          </p:nvSpPr>
          <p:spPr>
            <a:xfrm>
              <a:off x="6269731" y="2013725"/>
              <a:ext cx="175800" cy="174300"/>
            </a:xfrm>
            <a:prstGeom prst="ellipse">
              <a:avLst/>
            </a:prstGeom>
            <a:solidFill>
              <a:schemeClr val="dk1"/>
            </a:solidFill>
            <a:ln cap="flat" cmpd="sng" w="14300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182850" spcFirstLastPara="1" rIns="182850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4800"/>
                <a:buFont typeface="Arial"/>
                <a:buNone/>
              </a:pPr>
              <a:r>
                <a:t/>
              </a:r>
              <a:endParaRPr b="0" i="0" sz="4800" u="none" cap="none" strike="noStrike">
                <a:solidFill>
                  <a:schemeClr val="dk1"/>
                </a:solidFill>
                <a:latin typeface="Oswald Light"/>
                <a:ea typeface="Oswald Light"/>
                <a:cs typeface="Oswald Light"/>
                <a:sym typeface="Oswald Light"/>
              </a:endParaRPr>
            </a:p>
          </p:txBody>
        </p:sp>
        <p:sp>
          <p:nvSpPr>
            <p:cNvPr id="994" name="Google Shape;994;g3f85ecfd79d_2_2554"/>
            <p:cNvSpPr/>
            <p:nvPr/>
          </p:nvSpPr>
          <p:spPr>
            <a:xfrm>
              <a:off x="5711143" y="2013725"/>
              <a:ext cx="175800" cy="169500"/>
            </a:xfrm>
            <a:prstGeom prst="ellipse">
              <a:avLst/>
            </a:prstGeom>
            <a:solidFill>
              <a:schemeClr val="dk1"/>
            </a:solidFill>
            <a:ln cap="flat" cmpd="sng" w="14300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182850" spcFirstLastPara="1" rIns="182850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4800"/>
                <a:buFont typeface="Arial"/>
                <a:buNone/>
              </a:pPr>
              <a:r>
                <a:t/>
              </a:r>
              <a:endParaRPr b="0" i="0" sz="4800" u="none" cap="none" strike="noStrike">
                <a:solidFill>
                  <a:schemeClr val="dk1"/>
                </a:solidFill>
                <a:latin typeface="Oswald Light"/>
                <a:ea typeface="Oswald Light"/>
                <a:cs typeface="Oswald Light"/>
                <a:sym typeface="Oswald Light"/>
              </a:endParaRPr>
            </a:p>
          </p:txBody>
        </p:sp>
        <p:cxnSp>
          <p:nvCxnSpPr>
            <p:cNvPr id="995" name="Google Shape;995;g3f85ecfd79d_2_2554"/>
            <p:cNvCxnSpPr/>
            <p:nvPr/>
          </p:nvCxnSpPr>
          <p:spPr>
            <a:xfrm>
              <a:off x="5812972" y="2097820"/>
              <a:ext cx="521100" cy="0"/>
            </a:xfrm>
            <a:prstGeom prst="straightConnector1">
              <a:avLst/>
            </a:prstGeom>
            <a:noFill/>
            <a:ln cap="rnd" cmpd="sng" w="100025">
              <a:solidFill>
                <a:srgbClr val="CAD0D6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grpSp>
        <p:nvGrpSpPr>
          <p:cNvPr id="996" name="Google Shape;996;g3f85ecfd79d_2_2554"/>
          <p:cNvGrpSpPr/>
          <p:nvPr/>
        </p:nvGrpSpPr>
        <p:grpSpPr>
          <a:xfrm>
            <a:off x="8566714" y="5562023"/>
            <a:ext cx="1101582" cy="261450"/>
            <a:chOff x="5711143" y="3573505"/>
            <a:chExt cx="734388" cy="174300"/>
          </a:xfrm>
        </p:grpSpPr>
        <p:sp>
          <p:nvSpPr>
            <p:cNvPr id="997" name="Google Shape;997;g3f85ecfd79d_2_2554"/>
            <p:cNvSpPr/>
            <p:nvPr/>
          </p:nvSpPr>
          <p:spPr>
            <a:xfrm>
              <a:off x="6269731" y="3573505"/>
              <a:ext cx="175800" cy="174300"/>
            </a:xfrm>
            <a:prstGeom prst="ellipse">
              <a:avLst/>
            </a:prstGeom>
            <a:solidFill>
              <a:schemeClr val="dk1"/>
            </a:solidFill>
            <a:ln cap="flat" cmpd="sng" w="14300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182850" spcFirstLastPara="1" rIns="182850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4800"/>
                <a:buFont typeface="Arial"/>
                <a:buNone/>
              </a:pPr>
              <a:r>
                <a:t/>
              </a:r>
              <a:endParaRPr b="0" i="0" sz="4800" u="none" cap="none" strike="noStrike">
                <a:solidFill>
                  <a:schemeClr val="dk1"/>
                </a:solidFill>
                <a:latin typeface="Oswald Light"/>
                <a:ea typeface="Oswald Light"/>
                <a:cs typeface="Oswald Light"/>
                <a:sym typeface="Oswald Light"/>
              </a:endParaRPr>
            </a:p>
          </p:txBody>
        </p:sp>
        <p:sp>
          <p:nvSpPr>
            <p:cNvPr id="998" name="Google Shape;998;g3f85ecfd79d_2_2554"/>
            <p:cNvSpPr/>
            <p:nvPr/>
          </p:nvSpPr>
          <p:spPr>
            <a:xfrm>
              <a:off x="5711143" y="3573505"/>
              <a:ext cx="175800" cy="169500"/>
            </a:xfrm>
            <a:prstGeom prst="ellipse">
              <a:avLst/>
            </a:prstGeom>
            <a:solidFill>
              <a:schemeClr val="dk1"/>
            </a:solidFill>
            <a:ln cap="flat" cmpd="sng" w="14300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182850" spcFirstLastPara="1" rIns="182850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4800"/>
                <a:buFont typeface="Arial"/>
                <a:buNone/>
              </a:pPr>
              <a:r>
                <a:t/>
              </a:r>
              <a:endParaRPr b="0" i="0" sz="4800" u="none" cap="none" strike="noStrike">
                <a:solidFill>
                  <a:schemeClr val="dk1"/>
                </a:solidFill>
                <a:latin typeface="Oswald Light"/>
                <a:ea typeface="Oswald Light"/>
                <a:cs typeface="Oswald Light"/>
                <a:sym typeface="Oswald Light"/>
              </a:endParaRPr>
            </a:p>
          </p:txBody>
        </p:sp>
        <p:cxnSp>
          <p:nvCxnSpPr>
            <p:cNvPr id="999" name="Google Shape;999;g3f85ecfd79d_2_2554"/>
            <p:cNvCxnSpPr/>
            <p:nvPr/>
          </p:nvCxnSpPr>
          <p:spPr>
            <a:xfrm>
              <a:off x="5812972" y="3657600"/>
              <a:ext cx="521100" cy="0"/>
            </a:xfrm>
            <a:prstGeom prst="straightConnector1">
              <a:avLst/>
            </a:prstGeom>
            <a:noFill/>
            <a:ln cap="rnd" cmpd="sng" w="100025">
              <a:solidFill>
                <a:srgbClr val="CAD0D6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grpSp>
        <p:nvGrpSpPr>
          <p:cNvPr id="1000" name="Google Shape;1000;g3f85ecfd79d_2_2554"/>
          <p:cNvGrpSpPr/>
          <p:nvPr/>
        </p:nvGrpSpPr>
        <p:grpSpPr>
          <a:xfrm>
            <a:off x="8566714" y="8103458"/>
            <a:ext cx="1101582" cy="261450"/>
            <a:chOff x="5711143" y="5402305"/>
            <a:chExt cx="734388" cy="174300"/>
          </a:xfrm>
        </p:grpSpPr>
        <p:sp>
          <p:nvSpPr>
            <p:cNvPr id="1001" name="Google Shape;1001;g3f85ecfd79d_2_2554"/>
            <p:cNvSpPr/>
            <p:nvPr/>
          </p:nvSpPr>
          <p:spPr>
            <a:xfrm>
              <a:off x="6269731" y="5402305"/>
              <a:ext cx="175800" cy="174300"/>
            </a:xfrm>
            <a:prstGeom prst="ellipse">
              <a:avLst/>
            </a:prstGeom>
            <a:solidFill>
              <a:schemeClr val="dk1"/>
            </a:solidFill>
            <a:ln cap="flat" cmpd="sng" w="14300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182850" spcFirstLastPara="1" rIns="182850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4800"/>
                <a:buFont typeface="Arial"/>
                <a:buNone/>
              </a:pPr>
              <a:r>
                <a:t/>
              </a:r>
              <a:endParaRPr b="0" i="0" sz="4800" u="none" cap="none" strike="noStrike">
                <a:solidFill>
                  <a:schemeClr val="dk1"/>
                </a:solidFill>
                <a:latin typeface="Oswald Light"/>
                <a:ea typeface="Oswald Light"/>
                <a:cs typeface="Oswald Light"/>
                <a:sym typeface="Oswald Light"/>
              </a:endParaRPr>
            </a:p>
          </p:txBody>
        </p:sp>
        <p:sp>
          <p:nvSpPr>
            <p:cNvPr id="1002" name="Google Shape;1002;g3f85ecfd79d_2_2554"/>
            <p:cNvSpPr/>
            <p:nvPr/>
          </p:nvSpPr>
          <p:spPr>
            <a:xfrm>
              <a:off x="5711143" y="5402305"/>
              <a:ext cx="175800" cy="169500"/>
            </a:xfrm>
            <a:prstGeom prst="ellipse">
              <a:avLst/>
            </a:prstGeom>
            <a:solidFill>
              <a:schemeClr val="dk1"/>
            </a:solidFill>
            <a:ln cap="flat" cmpd="sng" w="14300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182850" spcFirstLastPara="1" rIns="182850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4800"/>
                <a:buFont typeface="Arial"/>
                <a:buNone/>
              </a:pPr>
              <a:r>
                <a:t/>
              </a:r>
              <a:endParaRPr b="0" i="0" sz="4800" u="none" cap="none" strike="noStrike">
                <a:solidFill>
                  <a:schemeClr val="dk1"/>
                </a:solidFill>
                <a:latin typeface="Oswald Light"/>
                <a:ea typeface="Oswald Light"/>
                <a:cs typeface="Oswald Light"/>
                <a:sym typeface="Oswald Light"/>
              </a:endParaRPr>
            </a:p>
          </p:txBody>
        </p:sp>
        <p:cxnSp>
          <p:nvCxnSpPr>
            <p:cNvPr id="1003" name="Google Shape;1003;g3f85ecfd79d_2_2554"/>
            <p:cNvCxnSpPr/>
            <p:nvPr/>
          </p:nvCxnSpPr>
          <p:spPr>
            <a:xfrm>
              <a:off x="5812972" y="5486400"/>
              <a:ext cx="521100" cy="0"/>
            </a:xfrm>
            <a:prstGeom prst="straightConnector1">
              <a:avLst/>
            </a:prstGeom>
            <a:noFill/>
            <a:ln cap="rnd" cmpd="sng" w="100025">
              <a:solidFill>
                <a:srgbClr val="CAD0D6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1004" name="Google Shape;1004;g3f85ecfd79d_2_2554"/>
          <p:cNvSpPr/>
          <p:nvPr/>
        </p:nvSpPr>
        <p:spPr>
          <a:xfrm>
            <a:off x="3709854" y="2866550"/>
            <a:ext cx="8001900" cy="63252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200">
                <a:solidFill>
                  <a:srgbClr val="FF79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Table of Contents</a:t>
            </a:r>
            <a:endParaRPr b="1" sz="3200">
              <a:solidFill>
                <a:srgbClr val="FF7900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3200">
              <a:solidFill>
                <a:srgbClr val="FF7900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  <a:p>
            <a:pPr indent="-452120" lvl="0" marL="457200" rtl="0" algn="l">
              <a:spcBef>
                <a:spcPts val="0"/>
              </a:spcBef>
              <a:spcAft>
                <a:spcPts val="0"/>
              </a:spcAft>
              <a:buClr>
                <a:srgbClr val="FF7900"/>
              </a:buClr>
              <a:buSzPts val="3520"/>
              <a:buFont typeface="Noto Sans Symbols"/>
              <a:buChar char="▪"/>
            </a:pPr>
            <a:r>
              <a:rPr b="1" lang="en-US" sz="3200">
                <a:solidFill>
                  <a:srgbClr val="142233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People</a:t>
            </a:r>
            <a:endParaRPr b="1" sz="3200">
              <a:solidFill>
                <a:srgbClr val="142233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  <a:p>
            <a:pPr indent="-452120" lvl="0" marL="457200" rtl="0" algn="l">
              <a:spcBef>
                <a:spcPts val="0"/>
              </a:spcBef>
              <a:spcAft>
                <a:spcPts val="0"/>
              </a:spcAft>
              <a:buClr>
                <a:srgbClr val="FF7900"/>
              </a:buClr>
              <a:buSzPts val="3520"/>
              <a:buFont typeface="Noto Sans Symbols"/>
              <a:buChar char="▪"/>
            </a:pPr>
            <a:r>
              <a:rPr b="1" lang="en-US" sz="3200">
                <a:solidFill>
                  <a:srgbClr val="142233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Marketing</a:t>
            </a:r>
            <a:endParaRPr b="1" sz="3200">
              <a:solidFill>
                <a:srgbClr val="142233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  <a:p>
            <a:pPr indent="-452120" lvl="0" marL="457200" rtl="0" algn="l">
              <a:spcBef>
                <a:spcPts val="0"/>
              </a:spcBef>
              <a:spcAft>
                <a:spcPts val="0"/>
              </a:spcAft>
              <a:buClr>
                <a:srgbClr val="FF7900"/>
              </a:buClr>
              <a:buSzPts val="3520"/>
              <a:buFont typeface="Noto Sans Symbols"/>
              <a:buChar char="▪"/>
            </a:pPr>
            <a:r>
              <a:rPr b="1" lang="en-US" sz="3200">
                <a:solidFill>
                  <a:srgbClr val="142233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Sales</a:t>
            </a:r>
            <a:endParaRPr b="1" sz="3200">
              <a:solidFill>
                <a:srgbClr val="142233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  <a:p>
            <a:pPr indent="-452120" lvl="0" marL="457200" rtl="0" algn="l">
              <a:spcBef>
                <a:spcPts val="0"/>
              </a:spcBef>
              <a:spcAft>
                <a:spcPts val="0"/>
              </a:spcAft>
              <a:buClr>
                <a:srgbClr val="FF7900"/>
              </a:buClr>
              <a:buSzPts val="3520"/>
              <a:buFont typeface="Noto Sans Symbols"/>
              <a:buChar char="▪"/>
            </a:pPr>
            <a:r>
              <a:rPr b="1" lang="en-US" sz="3200">
                <a:solidFill>
                  <a:srgbClr val="142233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Operations</a:t>
            </a:r>
            <a:endParaRPr b="1" sz="3200">
              <a:solidFill>
                <a:srgbClr val="142233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  <a:p>
            <a:pPr indent="-452120" lvl="0" marL="457200" rtl="0" algn="l">
              <a:spcBef>
                <a:spcPts val="0"/>
              </a:spcBef>
              <a:spcAft>
                <a:spcPts val="0"/>
              </a:spcAft>
              <a:buClr>
                <a:srgbClr val="FF7900"/>
              </a:buClr>
              <a:buSzPts val="3520"/>
              <a:buFont typeface="Noto Sans Symbols"/>
              <a:buChar char="▪"/>
            </a:pPr>
            <a:r>
              <a:rPr b="1" lang="en-US" sz="3200">
                <a:solidFill>
                  <a:srgbClr val="142233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Operations</a:t>
            </a:r>
            <a:endParaRPr b="1" sz="3200">
              <a:solidFill>
                <a:srgbClr val="142233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  <a:p>
            <a:pPr indent="-452120" lvl="0" marL="457200" rtl="0" algn="l">
              <a:spcBef>
                <a:spcPts val="0"/>
              </a:spcBef>
              <a:spcAft>
                <a:spcPts val="0"/>
              </a:spcAft>
              <a:buClr>
                <a:srgbClr val="FF7900"/>
              </a:buClr>
              <a:buSzPts val="3520"/>
              <a:buFont typeface="Noto Sans Symbols"/>
              <a:buChar char="▪"/>
            </a:pPr>
            <a:r>
              <a:rPr b="1" lang="en-US" sz="3200">
                <a:solidFill>
                  <a:srgbClr val="142233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Accounting</a:t>
            </a:r>
            <a:endParaRPr b="1" sz="3200">
              <a:solidFill>
                <a:srgbClr val="142233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  <a:p>
            <a:pPr indent="-452120" lvl="0" marL="457200" rtl="0" algn="l">
              <a:spcBef>
                <a:spcPts val="0"/>
              </a:spcBef>
              <a:spcAft>
                <a:spcPts val="0"/>
              </a:spcAft>
              <a:buClr>
                <a:srgbClr val="FF7900"/>
              </a:buClr>
              <a:buSzPts val="3520"/>
              <a:buFont typeface="Noto Sans Symbols"/>
              <a:buChar char="▪"/>
            </a:pPr>
            <a:r>
              <a:rPr b="1" lang="en-US" sz="3200">
                <a:solidFill>
                  <a:srgbClr val="142233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Customer Service</a:t>
            </a:r>
            <a:endParaRPr b="1" sz="3200">
              <a:solidFill>
                <a:srgbClr val="142233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1005" name="Google Shape;1005;g3f85ecfd79d_2_2554"/>
          <p:cNvSpPr/>
          <p:nvPr/>
        </p:nvSpPr>
        <p:spPr>
          <a:xfrm>
            <a:off x="952453" y="9654885"/>
            <a:ext cx="2485200" cy="2511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A5AAAF"/>
              </a:buClr>
              <a:buSzPts val="1530"/>
              <a:buFont typeface="League Spartan"/>
              <a:buNone/>
            </a:pPr>
            <a:r>
              <a:rPr b="1" lang="en-US" sz="1530">
                <a:solidFill>
                  <a:srgbClr val="A5AAAF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#WeRunOnEOS2026</a:t>
            </a:r>
            <a:endParaRPr sz="1530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pic>
        <p:nvPicPr>
          <p:cNvPr descr="preencoded.png" id="1006" name="Google Shape;1006;g3f85ecfd79d_2_2554"/>
          <p:cNvPicPr preferRelativeResize="0"/>
          <p:nvPr/>
        </p:nvPicPr>
        <p:blipFill rotWithShape="1">
          <a:blip r:embed="rId3">
            <a:alphaModFix amt="35000"/>
          </a:blip>
          <a:srcRect b="0" l="0" r="0" t="0"/>
          <a:stretch/>
        </p:blipFill>
        <p:spPr>
          <a:xfrm>
            <a:off x="16687858" y="9334388"/>
            <a:ext cx="647649" cy="609744"/>
          </a:xfrm>
          <a:prstGeom prst="rect">
            <a:avLst/>
          </a:prstGeom>
          <a:noFill/>
          <a:ln>
            <a:noFill/>
          </a:ln>
        </p:spPr>
      </p:pic>
      <p:sp>
        <p:nvSpPr>
          <p:cNvPr id="1007" name="Google Shape;1007;g3f85ecfd79d_2_2554"/>
          <p:cNvSpPr/>
          <p:nvPr/>
        </p:nvSpPr>
        <p:spPr>
          <a:xfrm>
            <a:off x="17030702" y="9353409"/>
            <a:ext cx="356700" cy="1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76308"/>
              </a:lnSpc>
              <a:spcBef>
                <a:spcPts val="0"/>
              </a:spcBef>
              <a:spcAft>
                <a:spcPts val="0"/>
              </a:spcAft>
              <a:buClr>
                <a:srgbClr val="FF7900"/>
              </a:buClr>
              <a:buSzPts val="901"/>
              <a:buFont typeface="League Spartan"/>
              <a:buNone/>
            </a:pPr>
            <a:r>
              <a:rPr b="1" lang="en-US" sz="902">
                <a:solidFill>
                  <a:srgbClr val="FF79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2026</a:t>
            </a:r>
            <a:endParaRPr sz="902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00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00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00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00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00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00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00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4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004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4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004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1" name="Shape 10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2" name="Google Shape;1012;g3f85ecfd79d_2_2603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013" name="Google Shape;1013;g3f85ecfd79d_2_2603"/>
          <p:cNvGrpSpPr/>
          <p:nvPr/>
        </p:nvGrpSpPr>
        <p:grpSpPr>
          <a:xfrm>
            <a:off x="6229350" y="2429811"/>
            <a:ext cx="5829300" cy="6377850"/>
            <a:chOff x="4152900" y="1619874"/>
            <a:chExt cx="3886200" cy="4251900"/>
          </a:xfrm>
        </p:grpSpPr>
        <p:sp>
          <p:nvSpPr>
            <p:cNvPr id="1014" name="Google Shape;1014;g3f85ecfd79d_2_2603"/>
            <p:cNvSpPr/>
            <p:nvPr/>
          </p:nvSpPr>
          <p:spPr>
            <a:xfrm>
              <a:off x="4152900" y="1619874"/>
              <a:ext cx="3886200" cy="4251900"/>
            </a:xfrm>
            <a:prstGeom prst="rect">
              <a:avLst/>
            </a:prstGeom>
            <a:solidFill>
              <a:schemeClr val="lt1"/>
            </a:solidFill>
            <a:ln cap="flat" cmpd="sng" w="19050">
              <a:solidFill>
                <a:srgbClr val="A5A5A5"/>
              </a:solidFill>
              <a:prstDash val="solid"/>
              <a:miter lim="80"/>
              <a:headEnd len="sm" w="sm" type="none"/>
              <a:tailEnd len="sm" w="sm" type="none"/>
            </a:ln>
            <a:effectLst>
              <a:outerShdw blurRad="171450" rotWithShape="0" algn="tl" dir="2700000" dist="114300">
                <a:srgbClr val="000000">
                  <a:alpha val="20000"/>
                </a:srgbClr>
              </a:outerShdw>
            </a:effectLst>
          </p:spPr>
          <p:txBody>
            <a:bodyPr anchorCtr="0" anchor="ctr" bIns="91425" lIns="182850" spcFirstLastPara="1" rIns="182850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4800"/>
                <a:buFont typeface="Arial"/>
                <a:buNone/>
              </a:pPr>
              <a:r>
                <a:t/>
              </a:r>
              <a:endParaRPr b="0" i="0" sz="4800" u="none" cap="none" strike="noStrike">
                <a:solidFill>
                  <a:schemeClr val="dk1"/>
                </a:solidFill>
                <a:latin typeface="Oswald Light"/>
                <a:ea typeface="Oswald Light"/>
                <a:cs typeface="Oswald Light"/>
                <a:sym typeface="Oswald Light"/>
              </a:endParaRPr>
            </a:p>
          </p:txBody>
        </p:sp>
        <p:sp>
          <p:nvSpPr>
            <p:cNvPr id="1015" name="Google Shape;1015;g3f85ecfd79d_2_2603"/>
            <p:cNvSpPr/>
            <p:nvPr/>
          </p:nvSpPr>
          <p:spPr>
            <a:xfrm>
              <a:off x="4280911" y="1993405"/>
              <a:ext cx="137100" cy="137100"/>
            </a:xfrm>
            <a:prstGeom prst="ellipse">
              <a:avLst/>
            </a:prstGeom>
            <a:solidFill>
              <a:schemeClr val="dk1"/>
            </a:solidFill>
            <a:ln cap="flat" cmpd="sng" w="14300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182850" spcFirstLastPara="1" rIns="182850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4800"/>
                <a:buFont typeface="Arial"/>
                <a:buNone/>
              </a:pPr>
              <a:r>
                <a:t/>
              </a:r>
              <a:endParaRPr b="0" i="0" sz="4800" u="none" cap="none" strike="noStrike">
                <a:solidFill>
                  <a:schemeClr val="dk1"/>
                </a:solidFill>
                <a:latin typeface="Oswald Light"/>
                <a:ea typeface="Oswald Light"/>
                <a:cs typeface="Oswald Light"/>
                <a:sym typeface="Oswald Light"/>
              </a:endParaRPr>
            </a:p>
          </p:txBody>
        </p:sp>
        <p:sp>
          <p:nvSpPr>
            <p:cNvPr id="1016" name="Google Shape;1016;g3f85ecfd79d_2_2603"/>
            <p:cNvSpPr/>
            <p:nvPr/>
          </p:nvSpPr>
          <p:spPr>
            <a:xfrm>
              <a:off x="4280911" y="3687695"/>
              <a:ext cx="137100" cy="137100"/>
            </a:xfrm>
            <a:prstGeom prst="ellipse">
              <a:avLst/>
            </a:prstGeom>
            <a:solidFill>
              <a:schemeClr val="dk1"/>
            </a:solidFill>
            <a:ln cap="flat" cmpd="sng" w="14300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182850" spcFirstLastPara="1" rIns="182850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4800"/>
                <a:buFont typeface="Arial"/>
                <a:buNone/>
              </a:pPr>
              <a:r>
                <a:t/>
              </a:r>
              <a:endParaRPr b="0" i="0" sz="4800" u="none" cap="none" strike="noStrike">
                <a:solidFill>
                  <a:schemeClr val="dk1"/>
                </a:solidFill>
                <a:latin typeface="Oswald Light"/>
                <a:ea typeface="Oswald Light"/>
                <a:cs typeface="Oswald Light"/>
                <a:sym typeface="Oswald Light"/>
              </a:endParaRPr>
            </a:p>
          </p:txBody>
        </p:sp>
        <p:sp>
          <p:nvSpPr>
            <p:cNvPr id="1017" name="Google Shape;1017;g3f85ecfd79d_2_2603"/>
            <p:cNvSpPr/>
            <p:nvPr/>
          </p:nvSpPr>
          <p:spPr>
            <a:xfrm>
              <a:off x="4280911" y="5381985"/>
              <a:ext cx="137100" cy="137100"/>
            </a:xfrm>
            <a:prstGeom prst="ellipse">
              <a:avLst/>
            </a:prstGeom>
            <a:solidFill>
              <a:schemeClr val="dk1"/>
            </a:solidFill>
            <a:ln cap="flat" cmpd="sng" w="14300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182850" spcFirstLastPara="1" rIns="182850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4800"/>
                <a:buFont typeface="Arial"/>
                <a:buNone/>
              </a:pPr>
              <a:r>
                <a:t/>
              </a:r>
              <a:endParaRPr b="0" i="0" sz="4800" u="none" cap="none" strike="noStrike">
                <a:solidFill>
                  <a:schemeClr val="dk1"/>
                </a:solidFill>
                <a:latin typeface="Oswald Light"/>
                <a:ea typeface="Oswald Light"/>
                <a:cs typeface="Oswald Light"/>
                <a:sym typeface="Oswald Light"/>
              </a:endParaRPr>
            </a:p>
          </p:txBody>
        </p:sp>
      </p:grpSp>
      <p:sp>
        <p:nvSpPr>
          <p:cNvPr id="1018" name="Google Shape;1018;g3f85ecfd79d_2_2603"/>
          <p:cNvSpPr txBox="1"/>
          <p:nvPr>
            <p:ph type="title"/>
          </p:nvPr>
        </p:nvSpPr>
        <p:spPr>
          <a:xfrm>
            <a:off x="855554" y="1001268"/>
            <a:ext cx="4844100" cy="8556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50" lIns="137150" spcFirstLastPara="1" rIns="137150" wrap="square" tIns="68550">
            <a:noAutofit/>
          </a:bodyPr>
          <a:lstStyle/>
          <a:p>
            <a:pPr indent="0" lvl="0" marL="0" rtl="0" algn="l">
              <a:lnSpc>
                <a:spcPct val="108108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r>
              <a:rPr lang="en-US" sz="4800">
                <a:latin typeface="League Spartan"/>
                <a:ea typeface="League Spartan"/>
                <a:cs typeface="League Spartan"/>
                <a:sym typeface="League Spartan"/>
              </a:rPr>
              <a:t>Document</a:t>
            </a:r>
            <a:endParaRPr sz="4800"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1019" name="Google Shape;1019;g3f85ecfd79d_2_2603"/>
          <p:cNvSpPr txBox="1"/>
          <p:nvPr>
            <p:ph idx="11" type="ftr"/>
          </p:nvPr>
        </p:nvSpPr>
        <p:spPr>
          <a:xfrm>
            <a:off x="20526152" y="14309647"/>
            <a:ext cx="6431400" cy="82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50" lIns="137150" spcFirstLastPara="1" rIns="137150" wrap="square" tIns="6855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r>
              <a:rPr lang="en-US">
                <a:solidFill>
                  <a:srgbClr val="747577"/>
                </a:solidFill>
              </a:rPr>
              <a:t>#EOSWorldwide</a:t>
            </a:r>
            <a:endParaRPr>
              <a:solidFill>
                <a:srgbClr val="747577"/>
              </a:solidFill>
            </a:endParaRPr>
          </a:p>
        </p:txBody>
      </p:sp>
      <p:sp>
        <p:nvSpPr>
          <p:cNvPr id="1020" name="Google Shape;1020;g3f85ecfd79d_2_2603"/>
          <p:cNvSpPr/>
          <p:nvPr/>
        </p:nvSpPr>
        <p:spPr>
          <a:xfrm>
            <a:off x="6850030" y="2826830"/>
            <a:ext cx="6096300" cy="5616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182850" spcFirstLastPara="1" rIns="182850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200">
                <a:solidFill>
                  <a:srgbClr val="FF79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People Process</a:t>
            </a:r>
            <a:endParaRPr b="1" sz="3200">
              <a:solidFill>
                <a:srgbClr val="FF7900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800">
              <a:solidFill>
                <a:srgbClr val="FF7900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  <a:p>
            <a:pPr indent="-406400" lvl="0" marL="457200" rtl="0" algn="l">
              <a:spcBef>
                <a:spcPts val="0"/>
              </a:spcBef>
              <a:spcAft>
                <a:spcPts val="0"/>
              </a:spcAft>
              <a:buClr>
                <a:srgbClr val="FF7900"/>
              </a:buClr>
              <a:buSzPts val="2800"/>
              <a:buFont typeface="Noto Sans Symbols"/>
              <a:buChar char="▪"/>
            </a:pPr>
            <a:r>
              <a:rPr b="1" lang="en-US" sz="2800">
                <a:solidFill>
                  <a:srgbClr val="142233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ID Need	</a:t>
            </a:r>
            <a:r>
              <a:rPr b="1" lang="en-US" sz="2800">
                <a:solidFill>
                  <a:srgbClr val="142233"/>
                </a:solidFill>
                <a:latin typeface="Montserrat"/>
                <a:ea typeface="Montserrat"/>
                <a:cs typeface="Montserrat"/>
                <a:sym typeface="Montserrat"/>
              </a:rPr>
              <a:t>____________</a:t>
            </a:r>
            <a:endParaRPr b="1" sz="2800">
              <a:solidFill>
                <a:srgbClr val="142233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406400" lvl="0" marL="457200" rtl="0" algn="l">
              <a:spcBef>
                <a:spcPts val="0"/>
              </a:spcBef>
              <a:spcAft>
                <a:spcPts val="0"/>
              </a:spcAft>
              <a:buClr>
                <a:srgbClr val="FF7900"/>
              </a:buClr>
              <a:buSzPts val="2800"/>
              <a:buFont typeface="Noto Sans Symbols"/>
              <a:buChar char="▪"/>
            </a:pPr>
            <a:r>
              <a:rPr b="1" lang="en-US" sz="2800">
                <a:solidFill>
                  <a:srgbClr val="142233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Define Seat	</a:t>
            </a:r>
            <a:r>
              <a:rPr b="1" lang="en-US" sz="2800">
                <a:solidFill>
                  <a:srgbClr val="142233"/>
                </a:solidFill>
                <a:latin typeface="Montserrat"/>
                <a:ea typeface="Montserrat"/>
                <a:cs typeface="Montserrat"/>
                <a:sym typeface="Montserrat"/>
              </a:rPr>
              <a:t>____________</a:t>
            </a:r>
            <a:br>
              <a:rPr b="1" lang="en-US" sz="2800">
                <a:solidFill>
                  <a:srgbClr val="142233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r>
              <a:rPr b="1" lang="en-US" sz="2800">
                <a:solidFill>
                  <a:srgbClr val="142233"/>
                </a:solidFill>
                <a:latin typeface="Montserrat"/>
                <a:ea typeface="Montserrat"/>
                <a:cs typeface="Montserrat"/>
                <a:sym typeface="Montserrat"/>
              </a:rPr>
              <a:t>		____________</a:t>
            </a:r>
            <a:endParaRPr b="1" sz="2800">
              <a:solidFill>
                <a:srgbClr val="142233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406400" lvl="0" marL="457200" rtl="0" algn="l">
              <a:spcBef>
                <a:spcPts val="0"/>
              </a:spcBef>
              <a:spcAft>
                <a:spcPts val="0"/>
              </a:spcAft>
              <a:buClr>
                <a:srgbClr val="FF7900"/>
              </a:buClr>
              <a:buSzPts val="2800"/>
              <a:buFont typeface="Noto Sans Symbols"/>
              <a:buChar char="▪"/>
            </a:pPr>
            <a:r>
              <a:rPr b="1" lang="en-US" sz="2800">
                <a:solidFill>
                  <a:srgbClr val="142233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Hiring		</a:t>
            </a:r>
            <a:r>
              <a:rPr b="1" lang="en-US" sz="2800">
                <a:solidFill>
                  <a:srgbClr val="142233"/>
                </a:solidFill>
                <a:latin typeface="Montserrat"/>
                <a:ea typeface="Montserrat"/>
                <a:cs typeface="Montserrat"/>
                <a:sym typeface="Montserrat"/>
              </a:rPr>
              <a:t>____________</a:t>
            </a:r>
            <a:br>
              <a:rPr b="1" lang="en-US" sz="2800">
                <a:solidFill>
                  <a:srgbClr val="142233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r>
              <a:rPr b="1" lang="en-US" sz="2800">
                <a:solidFill>
                  <a:srgbClr val="142233"/>
                </a:solidFill>
                <a:latin typeface="Montserrat"/>
                <a:ea typeface="Montserrat"/>
                <a:cs typeface="Montserrat"/>
                <a:sym typeface="Montserrat"/>
              </a:rPr>
              <a:t>		____________</a:t>
            </a:r>
            <a:endParaRPr b="1" sz="2800">
              <a:solidFill>
                <a:srgbClr val="142233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406400" lvl="0" marL="457200" rtl="0" algn="l">
              <a:spcBef>
                <a:spcPts val="0"/>
              </a:spcBef>
              <a:spcAft>
                <a:spcPts val="0"/>
              </a:spcAft>
              <a:buClr>
                <a:srgbClr val="FF7900"/>
              </a:buClr>
              <a:buSzPts val="2800"/>
              <a:buFont typeface="Noto Sans Symbols"/>
              <a:buChar char="▪"/>
            </a:pPr>
            <a:r>
              <a:rPr b="1" lang="en-US" sz="2800">
                <a:solidFill>
                  <a:srgbClr val="142233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On-Boarding/	</a:t>
            </a:r>
            <a:r>
              <a:rPr b="1" lang="en-US" sz="2800">
                <a:solidFill>
                  <a:srgbClr val="142233"/>
                </a:solidFill>
                <a:latin typeface="Montserrat"/>
                <a:ea typeface="Montserrat"/>
                <a:cs typeface="Montserrat"/>
                <a:sym typeface="Montserrat"/>
              </a:rPr>
              <a:t>____________</a:t>
            </a:r>
            <a:endParaRPr b="1" sz="2800">
              <a:solidFill>
                <a:srgbClr val="142233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406400" lvl="0" marL="457200" rtl="0" algn="l">
              <a:spcBef>
                <a:spcPts val="0"/>
              </a:spcBef>
              <a:spcAft>
                <a:spcPts val="0"/>
              </a:spcAft>
              <a:buClr>
                <a:srgbClr val="FF7900"/>
              </a:buClr>
              <a:buSzPts val="2800"/>
              <a:buFont typeface="Noto Sans Symbols"/>
              <a:buChar char="▪"/>
            </a:pPr>
            <a:r>
              <a:rPr b="1" lang="en-US" sz="2800">
                <a:solidFill>
                  <a:srgbClr val="142233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Training	</a:t>
            </a:r>
            <a:r>
              <a:rPr b="1" lang="en-US" sz="2800">
                <a:solidFill>
                  <a:srgbClr val="142233"/>
                </a:solidFill>
                <a:latin typeface="Montserrat"/>
                <a:ea typeface="Montserrat"/>
                <a:cs typeface="Montserrat"/>
                <a:sym typeface="Montserrat"/>
              </a:rPr>
              <a:t>____________</a:t>
            </a:r>
            <a:endParaRPr b="1" sz="2800">
              <a:solidFill>
                <a:srgbClr val="142233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406400" lvl="0" marL="457200" rtl="0" algn="l">
              <a:spcBef>
                <a:spcPts val="0"/>
              </a:spcBef>
              <a:spcAft>
                <a:spcPts val="0"/>
              </a:spcAft>
              <a:buClr>
                <a:srgbClr val="FF7900"/>
              </a:buClr>
              <a:buSzPts val="2800"/>
              <a:buFont typeface="Noto Sans Symbols"/>
              <a:buChar char="▪"/>
            </a:pPr>
            <a:r>
              <a:rPr b="1" lang="en-US" sz="2800">
                <a:solidFill>
                  <a:srgbClr val="142233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LMA		</a:t>
            </a:r>
            <a:r>
              <a:rPr b="1" lang="en-US" sz="2800">
                <a:solidFill>
                  <a:srgbClr val="142233"/>
                </a:solidFill>
                <a:latin typeface="Montserrat"/>
                <a:ea typeface="Montserrat"/>
                <a:cs typeface="Montserrat"/>
                <a:sym typeface="Montserrat"/>
              </a:rPr>
              <a:t>____________</a:t>
            </a:r>
            <a:br>
              <a:rPr b="1" lang="en-US" sz="2800">
                <a:solidFill>
                  <a:srgbClr val="142233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r>
              <a:rPr b="1" lang="en-US" sz="2800">
                <a:solidFill>
                  <a:srgbClr val="142233"/>
                </a:solidFill>
                <a:latin typeface="Montserrat"/>
                <a:ea typeface="Montserrat"/>
                <a:cs typeface="Montserrat"/>
                <a:sym typeface="Montserrat"/>
              </a:rPr>
              <a:t>		____________</a:t>
            </a:r>
            <a:endParaRPr b="1" sz="2800">
              <a:solidFill>
                <a:srgbClr val="142233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406400" lvl="0" marL="457200" rtl="0" algn="l">
              <a:spcBef>
                <a:spcPts val="0"/>
              </a:spcBef>
              <a:spcAft>
                <a:spcPts val="0"/>
              </a:spcAft>
              <a:buClr>
                <a:srgbClr val="FF7900"/>
              </a:buClr>
              <a:buSzPts val="2800"/>
              <a:buFont typeface="Noto Sans Symbols"/>
              <a:buChar char="▪"/>
            </a:pPr>
            <a:r>
              <a:rPr b="1" lang="en-US" sz="2800">
                <a:solidFill>
                  <a:srgbClr val="142233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Termination	</a:t>
            </a:r>
            <a:r>
              <a:rPr b="1" lang="en-US" sz="2800">
                <a:solidFill>
                  <a:srgbClr val="142233"/>
                </a:solidFill>
                <a:latin typeface="Montserrat"/>
                <a:ea typeface="Montserrat"/>
                <a:cs typeface="Montserrat"/>
                <a:sym typeface="Montserrat"/>
              </a:rPr>
              <a:t>____________</a:t>
            </a:r>
            <a:br>
              <a:rPr b="1" lang="en-US" sz="2800">
                <a:solidFill>
                  <a:srgbClr val="142233"/>
                </a:solidFill>
                <a:latin typeface="Montserrat"/>
                <a:ea typeface="Montserrat"/>
                <a:cs typeface="Montserrat"/>
                <a:sym typeface="Montserrat"/>
              </a:rPr>
            </a:br>
            <a:r>
              <a:rPr b="1" lang="en-US" sz="2800">
                <a:solidFill>
                  <a:srgbClr val="142233"/>
                </a:solidFill>
                <a:latin typeface="Montserrat"/>
                <a:ea typeface="Montserrat"/>
                <a:cs typeface="Montserrat"/>
                <a:sym typeface="Montserrat"/>
              </a:rPr>
              <a:t>		____________</a:t>
            </a:r>
            <a:endParaRPr b="1" sz="3000">
              <a:solidFill>
                <a:srgbClr val="E87722"/>
              </a:solidFill>
              <a:latin typeface="Montserrat ExtraBold"/>
              <a:ea typeface="Montserrat ExtraBold"/>
              <a:cs typeface="Montserrat ExtraBold"/>
              <a:sym typeface="Montserrat ExtraBold"/>
            </a:endParaRPr>
          </a:p>
        </p:txBody>
      </p:sp>
      <p:sp>
        <p:nvSpPr>
          <p:cNvPr id="1021" name="Google Shape;1021;g3f85ecfd79d_2_2603"/>
          <p:cNvSpPr txBox="1"/>
          <p:nvPr/>
        </p:nvSpPr>
        <p:spPr>
          <a:xfrm>
            <a:off x="3627860" y="1001284"/>
            <a:ext cx="6227100" cy="8556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50" lIns="137150" spcFirstLastPara="1" rIns="137150" wrap="square" tIns="68550">
            <a:noAutofit/>
          </a:bodyPr>
          <a:lstStyle/>
          <a:p>
            <a:pPr indent="0" lvl="0" marL="0" marR="0" rtl="0" algn="l">
              <a:lnSpc>
                <a:spcPct val="108108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600"/>
              <a:buFont typeface="Arial"/>
              <a:buNone/>
            </a:pPr>
            <a:r>
              <a:rPr b="1" lang="en-US" sz="4800">
                <a:solidFill>
                  <a:srgbClr val="142233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and Simplify</a:t>
            </a:r>
            <a:endParaRPr b="1" i="0" sz="4800" u="none" cap="none" strike="noStrike">
              <a:solidFill>
                <a:srgbClr val="000000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1022" name="Google Shape;1022;g3f85ecfd79d_2_2603"/>
          <p:cNvSpPr/>
          <p:nvPr/>
        </p:nvSpPr>
        <p:spPr>
          <a:xfrm>
            <a:off x="6137752" y="2342082"/>
            <a:ext cx="6302400" cy="6534600"/>
          </a:xfrm>
          <a:prstGeom prst="rect">
            <a:avLst/>
          </a:prstGeom>
          <a:solidFill>
            <a:srgbClr val="FFFFFF">
              <a:alpha val="74900"/>
            </a:srgbClr>
          </a:solidFill>
          <a:ln>
            <a:noFill/>
          </a:ln>
        </p:spPr>
        <p:txBody>
          <a:bodyPr anchorCtr="0" anchor="ctr" bIns="68550" lIns="137150" spcFirstLastPara="1" rIns="137150" wrap="square" tIns="685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Arial"/>
              <a:buNone/>
            </a:pPr>
            <a:r>
              <a:t/>
            </a:r>
            <a:endParaRPr b="0" i="0" sz="4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023" name="Google Shape;1023;g3f85ecfd79d_2_2603"/>
          <p:cNvGrpSpPr/>
          <p:nvPr/>
        </p:nvGrpSpPr>
        <p:grpSpPr>
          <a:xfrm>
            <a:off x="8614580" y="2712196"/>
            <a:ext cx="5829300" cy="6377850"/>
            <a:chOff x="4305300" y="1772274"/>
            <a:chExt cx="3886200" cy="4251900"/>
          </a:xfrm>
        </p:grpSpPr>
        <p:grpSp>
          <p:nvGrpSpPr>
            <p:cNvPr id="1024" name="Google Shape;1024;g3f85ecfd79d_2_2603"/>
            <p:cNvGrpSpPr/>
            <p:nvPr/>
          </p:nvGrpSpPr>
          <p:grpSpPr>
            <a:xfrm>
              <a:off x="4305300" y="1772274"/>
              <a:ext cx="3886200" cy="4251900"/>
              <a:chOff x="4152900" y="1619874"/>
              <a:chExt cx="3886200" cy="4251900"/>
            </a:xfrm>
          </p:grpSpPr>
          <p:sp>
            <p:nvSpPr>
              <p:cNvPr id="1025" name="Google Shape;1025;g3f85ecfd79d_2_2603"/>
              <p:cNvSpPr/>
              <p:nvPr/>
            </p:nvSpPr>
            <p:spPr>
              <a:xfrm>
                <a:off x="4152900" y="1619874"/>
                <a:ext cx="3886200" cy="4251900"/>
              </a:xfrm>
              <a:prstGeom prst="rect">
                <a:avLst/>
              </a:prstGeom>
              <a:solidFill>
                <a:schemeClr val="lt1"/>
              </a:solidFill>
              <a:ln cap="flat" cmpd="sng" w="19050">
                <a:solidFill>
                  <a:srgbClr val="A5A5A5"/>
                </a:solidFill>
                <a:prstDash val="solid"/>
                <a:miter lim="80"/>
                <a:headEnd len="sm" w="sm" type="none"/>
                <a:tailEnd len="sm" w="sm" type="none"/>
              </a:ln>
              <a:effectLst>
                <a:outerShdw blurRad="171450" rotWithShape="0" algn="tl" dir="2700000" dist="114300">
                  <a:srgbClr val="000000">
                    <a:alpha val="20000"/>
                  </a:srgbClr>
                </a:outerShdw>
              </a:effectLst>
            </p:spPr>
            <p:txBody>
              <a:bodyPr anchorCtr="0" anchor="ctr" bIns="91425" lIns="182850" spcFirstLastPara="1" rIns="182850" wrap="square" tIns="91425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4800"/>
                  <a:buFont typeface="Arial"/>
                  <a:buNone/>
                </a:pPr>
                <a:r>
                  <a:t/>
                </a:r>
                <a:endParaRPr b="0" i="0" sz="4800" u="none" cap="none" strike="noStrike">
                  <a:solidFill>
                    <a:schemeClr val="dk1"/>
                  </a:solidFill>
                  <a:latin typeface="Oswald Light"/>
                  <a:ea typeface="Oswald Light"/>
                  <a:cs typeface="Oswald Light"/>
                  <a:sym typeface="Oswald Light"/>
                </a:endParaRPr>
              </a:p>
            </p:txBody>
          </p:sp>
          <p:sp>
            <p:nvSpPr>
              <p:cNvPr id="1026" name="Google Shape;1026;g3f85ecfd79d_2_2603"/>
              <p:cNvSpPr/>
              <p:nvPr/>
            </p:nvSpPr>
            <p:spPr>
              <a:xfrm>
                <a:off x="4280911" y="1993405"/>
                <a:ext cx="137100" cy="137100"/>
              </a:xfrm>
              <a:prstGeom prst="ellipse">
                <a:avLst/>
              </a:prstGeom>
              <a:solidFill>
                <a:schemeClr val="dk1"/>
              </a:solidFill>
              <a:ln cap="flat" cmpd="sng" w="14300">
                <a:solidFill>
                  <a:schemeClr val="dk1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182850" spcFirstLastPara="1" rIns="182850" wrap="square" tIns="91425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4800"/>
                  <a:buFont typeface="Arial"/>
                  <a:buNone/>
                </a:pPr>
                <a:r>
                  <a:t/>
                </a:r>
                <a:endParaRPr b="0" i="0" sz="4800" u="none" cap="none" strike="noStrike">
                  <a:solidFill>
                    <a:schemeClr val="dk1"/>
                  </a:solidFill>
                  <a:latin typeface="Oswald Light"/>
                  <a:ea typeface="Oswald Light"/>
                  <a:cs typeface="Oswald Light"/>
                  <a:sym typeface="Oswald Light"/>
                </a:endParaRPr>
              </a:p>
            </p:txBody>
          </p:sp>
          <p:sp>
            <p:nvSpPr>
              <p:cNvPr id="1027" name="Google Shape;1027;g3f85ecfd79d_2_2603"/>
              <p:cNvSpPr/>
              <p:nvPr/>
            </p:nvSpPr>
            <p:spPr>
              <a:xfrm>
                <a:off x="4280911" y="3687695"/>
                <a:ext cx="137100" cy="137100"/>
              </a:xfrm>
              <a:prstGeom prst="ellipse">
                <a:avLst/>
              </a:prstGeom>
              <a:solidFill>
                <a:schemeClr val="dk1"/>
              </a:solidFill>
              <a:ln cap="flat" cmpd="sng" w="14300">
                <a:solidFill>
                  <a:schemeClr val="dk1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182850" spcFirstLastPara="1" rIns="182850" wrap="square" tIns="91425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4800"/>
                  <a:buFont typeface="Arial"/>
                  <a:buNone/>
                </a:pPr>
                <a:r>
                  <a:t/>
                </a:r>
                <a:endParaRPr b="0" i="0" sz="4800" u="none" cap="none" strike="noStrike">
                  <a:solidFill>
                    <a:schemeClr val="dk1"/>
                  </a:solidFill>
                  <a:latin typeface="Oswald Light"/>
                  <a:ea typeface="Oswald Light"/>
                  <a:cs typeface="Oswald Light"/>
                  <a:sym typeface="Oswald Light"/>
                </a:endParaRPr>
              </a:p>
            </p:txBody>
          </p:sp>
          <p:sp>
            <p:nvSpPr>
              <p:cNvPr id="1028" name="Google Shape;1028;g3f85ecfd79d_2_2603"/>
              <p:cNvSpPr/>
              <p:nvPr/>
            </p:nvSpPr>
            <p:spPr>
              <a:xfrm>
                <a:off x="4280911" y="5381985"/>
                <a:ext cx="137100" cy="137100"/>
              </a:xfrm>
              <a:prstGeom prst="ellipse">
                <a:avLst/>
              </a:prstGeom>
              <a:solidFill>
                <a:schemeClr val="dk1"/>
              </a:solidFill>
              <a:ln cap="flat" cmpd="sng" w="14300">
                <a:solidFill>
                  <a:schemeClr val="dk1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182850" spcFirstLastPara="1" rIns="182850" wrap="square" tIns="91425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4800"/>
                  <a:buFont typeface="Arial"/>
                  <a:buNone/>
                </a:pPr>
                <a:r>
                  <a:t/>
                </a:r>
                <a:endParaRPr b="0" i="0" sz="4800" u="none" cap="none" strike="noStrike">
                  <a:solidFill>
                    <a:schemeClr val="dk1"/>
                  </a:solidFill>
                  <a:latin typeface="Oswald Light"/>
                  <a:ea typeface="Oswald Light"/>
                  <a:cs typeface="Oswald Light"/>
                  <a:sym typeface="Oswald Light"/>
                </a:endParaRPr>
              </a:p>
            </p:txBody>
          </p:sp>
        </p:grpSp>
        <p:sp>
          <p:nvSpPr>
            <p:cNvPr id="1029" name="Google Shape;1029;g3f85ecfd79d_2_2603"/>
            <p:cNvSpPr/>
            <p:nvPr/>
          </p:nvSpPr>
          <p:spPr>
            <a:xfrm>
              <a:off x="4719087" y="2036953"/>
              <a:ext cx="3378300" cy="3744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182850" spcFirstLastPara="1" rIns="182850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3200">
                  <a:solidFill>
                    <a:srgbClr val="FF7900"/>
                  </a:solidFill>
                  <a:latin typeface="League Spartan"/>
                  <a:ea typeface="League Spartan"/>
                  <a:cs typeface="League Spartan"/>
                  <a:sym typeface="League Spartan"/>
                </a:rPr>
                <a:t>Sales Process</a:t>
              </a:r>
              <a:endParaRPr b="1" sz="3200">
                <a:solidFill>
                  <a:srgbClr val="FF7900"/>
                </a:solidFill>
                <a:latin typeface="League Spartan"/>
                <a:ea typeface="League Spartan"/>
                <a:cs typeface="League Spartan"/>
                <a:sym typeface="League Spartan"/>
              </a:endParaRPr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1" sz="2800">
                <a:solidFill>
                  <a:srgbClr val="FF7900"/>
                </a:solidFill>
                <a:latin typeface="League Spartan"/>
                <a:ea typeface="League Spartan"/>
                <a:cs typeface="League Spartan"/>
                <a:sym typeface="League Spartan"/>
              </a:endParaRPr>
            </a:p>
            <a:p>
              <a:pPr indent="-406400" lvl="0" marL="457200" rtl="0" algn="l">
                <a:spcBef>
                  <a:spcPts val="0"/>
                </a:spcBef>
                <a:spcAft>
                  <a:spcPts val="0"/>
                </a:spcAft>
                <a:buClr>
                  <a:srgbClr val="FF7900"/>
                </a:buClr>
                <a:buSzPts val="2800"/>
                <a:buFont typeface="Noto Sans Symbols"/>
                <a:buChar char="▪"/>
              </a:pPr>
              <a:r>
                <a:rPr b="1" lang="en-US" sz="2800">
                  <a:solidFill>
                    <a:srgbClr val="142233"/>
                  </a:solidFill>
                  <a:latin typeface="League Spartan"/>
                  <a:ea typeface="League Spartan"/>
                  <a:cs typeface="League Spartan"/>
                  <a:sym typeface="League Spartan"/>
                </a:rPr>
                <a:t>New Lead	</a:t>
              </a:r>
              <a:r>
                <a:rPr b="1" lang="en-US" sz="2800">
                  <a:solidFill>
                    <a:srgbClr val="142233"/>
                  </a:solidFill>
                  <a:latin typeface="Montserrat"/>
                  <a:ea typeface="Montserrat"/>
                  <a:cs typeface="Montserrat"/>
                  <a:sym typeface="Montserrat"/>
                </a:rPr>
                <a:t>____________</a:t>
              </a:r>
              <a:endParaRPr b="1" sz="2800">
                <a:solidFill>
                  <a:srgbClr val="142233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  <a:p>
              <a:pPr indent="-406400" lvl="0" marL="457200" rtl="0" algn="l">
                <a:spcBef>
                  <a:spcPts val="0"/>
                </a:spcBef>
                <a:spcAft>
                  <a:spcPts val="0"/>
                </a:spcAft>
                <a:buClr>
                  <a:srgbClr val="FF7900"/>
                </a:buClr>
                <a:buSzPts val="2800"/>
                <a:buFont typeface="Noto Sans Symbols"/>
                <a:buChar char="▪"/>
              </a:pPr>
              <a:r>
                <a:rPr b="1" lang="en-US" sz="2800">
                  <a:solidFill>
                    <a:srgbClr val="142233"/>
                  </a:solidFill>
                  <a:latin typeface="League Spartan"/>
                  <a:ea typeface="League Spartan"/>
                  <a:cs typeface="League Spartan"/>
                  <a:sym typeface="League Spartan"/>
                </a:rPr>
                <a:t>Initial Call/ </a:t>
              </a:r>
              <a:r>
                <a:rPr b="1" lang="en-US" sz="2800">
                  <a:solidFill>
                    <a:srgbClr val="142233"/>
                  </a:solidFill>
                  <a:latin typeface="Montserrat"/>
                  <a:ea typeface="Montserrat"/>
                  <a:cs typeface="Montserrat"/>
                  <a:sym typeface="Montserrat"/>
                </a:rPr>
                <a:t>____________</a:t>
              </a:r>
              <a:endParaRPr b="1" sz="2800">
                <a:solidFill>
                  <a:srgbClr val="142233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  <a:p>
              <a:pPr indent="0" lvl="0" marL="45720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2800">
                  <a:solidFill>
                    <a:srgbClr val="142233"/>
                  </a:solidFill>
                  <a:latin typeface="League Spartan"/>
                  <a:ea typeface="League Spartan"/>
                  <a:cs typeface="League Spartan"/>
                  <a:sym typeface="League Spartan"/>
                </a:rPr>
                <a:t>Qualify </a:t>
              </a:r>
              <a:r>
                <a:rPr b="1" lang="en-US" sz="2800">
                  <a:solidFill>
                    <a:srgbClr val="142233"/>
                  </a:solidFill>
                  <a:latin typeface="Montserrat"/>
                  <a:ea typeface="Montserrat"/>
                  <a:cs typeface="Montserrat"/>
                  <a:sym typeface="Montserrat"/>
                </a:rPr>
                <a:t>____________</a:t>
              </a:r>
              <a:endParaRPr b="1" sz="2800">
                <a:solidFill>
                  <a:srgbClr val="142233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  <a:p>
              <a:pPr indent="457200" lvl="0" marL="45720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2800">
                  <a:solidFill>
                    <a:srgbClr val="142233"/>
                  </a:solidFill>
                  <a:latin typeface="Montserrat"/>
                  <a:ea typeface="Montserrat"/>
                  <a:cs typeface="Montserrat"/>
                  <a:sym typeface="Montserrat"/>
                </a:rPr>
                <a:t>____________</a:t>
              </a:r>
              <a:endParaRPr b="1" sz="2800">
                <a:solidFill>
                  <a:srgbClr val="142233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  <a:p>
              <a:pPr indent="-406400" lvl="0" marL="457200" rtl="0" algn="l">
                <a:spcBef>
                  <a:spcPts val="0"/>
                </a:spcBef>
                <a:spcAft>
                  <a:spcPts val="0"/>
                </a:spcAft>
                <a:buClr>
                  <a:srgbClr val="FF7900"/>
                </a:buClr>
                <a:buSzPts val="2800"/>
                <a:buFont typeface="Noto Sans Symbols"/>
                <a:buChar char="▪"/>
              </a:pPr>
              <a:r>
                <a:rPr b="1" lang="en-US" sz="2800">
                  <a:solidFill>
                    <a:srgbClr val="142233"/>
                  </a:solidFill>
                  <a:latin typeface="League Spartan"/>
                  <a:ea typeface="League Spartan"/>
                  <a:cs typeface="League Spartan"/>
                  <a:sym typeface="League Spartan"/>
                </a:rPr>
                <a:t>Fit Meeting	</a:t>
              </a:r>
              <a:r>
                <a:rPr b="1" lang="en-US" sz="2800">
                  <a:solidFill>
                    <a:srgbClr val="142233"/>
                  </a:solidFill>
                  <a:latin typeface="Montserrat"/>
                  <a:ea typeface="Montserrat"/>
                  <a:cs typeface="Montserrat"/>
                  <a:sym typeface="Montserrat"/>
                </a:rPr>
                <a:t>____________</a:t>
              </a:r>
              <a:endParaRPr b="1" sz="2800">
                <a:solidFill>
                  <a:srgbClr val="142233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  <a:p>
              <a:pPr indent="0" lvl="0" marL="45720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2800">
                  <a:solidFill>
                    <a:srgbClr val="142233"/>
                  </a:solidFill>
                  <a:latin typeface="League Spartan"/>
                  <a:ea typeface="League Spartan"/>
                  <a:cs typeface="League Spartan"/>
                  <a:sym typeface="League Spartan"/>
                </a:rPr>
                <a:t>		</a:t>
              </a:r>
              <a:r>
                <a:rPr b="1" lang="en-US" sz="2800">
                  <a:solidFill>
                    <a:srgbClr val="142233"/>
                  </a:solidFill>
                  <a:latin typeface="Montserrat"/>
                  <a:ea typeface="Montserrat"/>
                  <a:cs typeface="Montserrat"/>
                  <a:sym typeface="Montserrat"/>
                </a:rPr>
                <a:t>____________</a:t>
              </a:r>
              <a:endParaRPr b="1" sz="2800">
                <a:solidFill>
                  <a:srgbClr val="142233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  <a:p>
              <a:pPr indent="-406400" lvl="0" marL="457200" rtl="0" algn="l">
                <a:spcBef>
                  <a:spcPts val="0"/>
                </a:spcBef>
                <a:spcAft>
                  <a:spcPts val="0"/>
                </a:spcAft>
                <a:buClr>
                  <a:srgbClr val="FF7900"/>
                </a:buClr>
                <a:buSzPts val="2800"/>
                <a:buFont typeface="Noto Sans Symbols"/>
                <a:buChar char="▪"/>
              </a:pPr>
              <a:r>
                <a:rPr b="1" lang="en-US" sz="2800">
                  <a:solidFill>
                    <a:srgbClr val="142233"/>
                  </a:solidFill>
                  <a:latin typeface="League Spartan"/>
                  <a:ea typeface="League Spartan"/>
                  <a:cs typeface="League Spartan"/>
                  <a:sym typeface="League Spartan"/>
                </a:rPr>
                <a:t>Proposal </a:t>
              </a:r>
              <a:r>
                <a:rPr b="1" lang="en-US" sz="2800">
                  <a:solidFill>
                    <a:srgbClr val="142233"/>
                  </a:solidFill>
                  <a:latin typeface="Montserrat"/>
                  <a:ea typeface="Montserrat"/>
                  <a:cs typeface="Montserrat"/>
                  <a:sym typeface="Montserrat"/>
                </a:rPr>
                <a:t>____________</a:t>
              </a:r>
              <a:endParaRPr b="1" sz="2800">
                <a:solidFill>
                  <a:srgbClr val="142233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  <a:p>
              <a:pPr indent="457200" lvl="0" marL="45720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2800">
                  <a:solidFill>
                    <a:srgbClr val="142233"/>
                  </a:solidFill>
                  <a:latin typeface="Montserrat"/>
                  <a:ea typeface="Montserrat"/>
                  <a:cs typeface="Montserrat"/>
                  <a:sym typeface="Montserrat"/>
                </a:rPr>
                <a:t>____________</a:t>
              </a:r>
              <a:endParaRPr b="1" sz="2800">
                <a:solidFill>
                  <a:srgbClr val="142233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  <a:p>
              <a:pPr indent="-406400" lvl="0" marL="457200" rtl="0" algn="l">
                <a:spcBef>
                  <a:spcPts val="0"/>
                </a:spcBef>
                <a:spcAft>
                  <a:spcPts val="0"/>
                </a:spcAft>
                <a:buClr>
                  <a:srgbClr val="FF7900"/>
                </a:buClr>
                <a:buSzPts val="2800"/>
                <a:buFont typeface="Noto Sans Symbols"/>
                <a:buChar char="▪"/>
              </a:pPr>
              <a:r>
                <a:rPr b="1" lang="en-US" sz="2800">
                  <a:solidFill>
                    <a:srgbClr val="142233"/>
                  </a:solidFill>
                  <a:latin typeface="League Spartan"/>
                  <a:ea typeface="League Spartan"/>
                  <a:cs typeface="League Spartan"/>
                  <a:sym typeface="League Spartan"/>
                </a:rPr>
                <a:t>Win/Lose	</a:t>
              </a:r>
              <a:r>
                <a:rPr b="1" lang="en-US" sz="2800">
                  <a:solidFill>
                    <a:srgbClr val="142233"/>
                  </a:solidFill>
                  <a:latin typeface="Montserrat"/>
                  <a:ea typeface="Montserrat"/>
                  <a:cs typeface="Montserrat"/>
                  <a:sym typeface="Montserrat"/>
                </a:rPr>
                <a:t>____________</a:t>
              </a:r>
              <a:endParaRPr b="1" sz="2800">
                <a:solidFill>
                  <a:srgbClr val="142233"/>
                </a:solidFill>
                <a:latin typeface="Montserrat"/>
                <a:ea typeface="Montserrat"/>
                <a:cs typeface="Montserrat"/>
                <a:sym typeface="Montserrat"/>
              </a:endParaRPr>
            </a:p>
            <a:p>
              <a:pPr indent="0" lvl="0" marL="45720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2800">
                  <a:solidFill>
                    <a:srgbClr val="142233"/>
                  </a:solidFill>
                  <a:latin typeface="League Spartan"/>
                  <a:ea typeface="League Spartan"/>
                  <a:cs typeface="League Spartan"/>
                  <a:sym typeface="League Spartan"/>
                </a:rPr>
                <a:t>		</a:t>
              </a:r>
              <a:r>
                <a:rPr b="1" lang="en-US" sz="2800">
                  <a:solidFill>
                    <a:srgbClr val="142233"/>
                  </a:solidFill>
                  <a:latin typeface="Montserrat"/>
                  <a:ea typeface="Montserrat"/>
                  <a:cs typeface="Montserrat"/>
                  <a:sym typeface="Montserrat"/>
                </a:rPr>
                <a:t>____________</a:t>
              </a:r>
              <a:endParaRPr sz="3000">
                <a:solidFill>
                  <a:schemeClr val="accent1"/>
                </a:solidFill>
                <a:latin typeface="League Spartan ExtraBold"/>
                <a:ea typeface="League Spartan ExtraBold"/>
                <a:cs typeface="League Spartan ExtraBold"/>
                <a:sym typeface="League Spartan ExtraBold"/>
              </a:endParaRPr>
            </a:p>
          </p:txBody>
        </p:sp>
      </p:grpSp>
      <p:sp>
        <p:nvSpPr>
          <p:cNvPr id="1030" name="Google Shape;1030;g3f85ecfd79d_2_2603"/>
          <p:cNvSpPr/>
          <p:nvPr/>
        </p:nvSpPr>
        <p:spPr>
          <a:xfrm>
            <a:off x="952453" y="9654885"/>
            <a:ext cx="2485200" cy="2511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A5AAAF"/>
              </a:buClr>
              <a:buSzPts val="1530"/>
              <a:buFont typeface="League Spartan"/>
              <a:buNone/>
            </a:pPr>
            <a:r>
              <a:rPr b="1" lang="en-US" sz="1530">
                <a:solidFill>
                  <a:srgbClr val="A5AAAF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#WeRunOnEOS2026</a:t>
            </a:r>
            <a:endParaRPr sz="1530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pic>
        <p:nvPicPr>
          <p:cNvPr descr="preencoded.png" id="1031" name="Google Shape;1031;g3f85ecfd79d_2_2603"/>
          <p:cNvPicPr preferRelativeResize="0"/>
          <p:nvPr/>
        </p:nvPicPr>
        <p:blipFill rotWithShape="1">
          <a:blip r:embed="rId3">
            <a:alphaModFix amt="35000"/>
          </a:blip>
          <a:srcRect b="0" l="0" r="0" t="0"/>
          <a:stretch/>
        </p:blipFill>
        <p:spPr>
          <a:xfrm>
            <a:off x="16687858" y="9334388"/>
            <a:ext cx="647649" cy="609744"/>
          </a:xfrm>
          <a:prstGeom prst="rect">
            <a:avLst/>
          </a:prstGeom>
          <a:noFill/>
          <a:ln>
            <a:noFill/>
          </a:ln>
        </p:spPr>
      </p:pic>
      <p:sp>
        <p:nvSpPr>
          <p:cNvPr id="1032" name="Google Shape;1032;g3f85ecfd79d_2_2603"/>
          <p:cNvSpPr/>
          <p:nvPr/>
        </p:nvSpPr>
        <p:spPr>
          <a:xfrm>
            <a:off x="17030702" y="9353409"/>
            <a:ext cx="356700" cy="1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76308"/>
              </a:lnSpc>
              <a:spcBef>
                <a:spcPts val="0"/>
              </a:spcBef>
              <a:spcAft>
                <a:spcPts val="0"/>
              </a:spcAft>
              <a:buClr>
                <a:srgbClr val="FF7900"/>
              </a:buClr>
              <a:buSzPts val="901"/>
              <a:buFont typeface="League Spartan"/>
              <a:buNone/>
            </a:pPr>
            <a:r>
              <a:rPr b="1" lang="en-US" sz="902">
                <a:solidFill>
                  <a:srgbClr val="FF79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2026</a:t>
            </a:r>
            <a:endParaRPr sz="902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2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2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2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2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0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20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0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20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0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20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0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20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0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20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36" name="Shape 10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7" name="Google Shape;1037;g3f85ecfd79d_2_2578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8" name="Google Shape;1038;g3f85ecfd79d_2_2578"/>
          <p:cNvSpPr/>
          <p:nvPr/>
        </p:nvSpPr>
        <p:spPr>
          <a:xfrm>
            <a:off x="952453" y="1085800"/>
            <a:ext cx="18021300" cy="7425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42233"/>
              </a:buClr>
              <a:buSzPts val="4800"/>
              <a:buFont typeface="League Spartan"/>
              <a:buNone/>
            </a:pPr>
            <a:r>
              <a:rPr b="1" lang="en-US" sz="4800">
                <a:solidFill>
                  <a:srgbClr val="142233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“Your Company Way”</a:t>
            </a:r>
            <a:endParaRPr sz="4800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1039" name="Google Shape;1039;g3f85ecfd79d_2_2578"/>
          <p:cNvSpPr txBox="1"/>
          <p:nvPr>
            <p:ph idx="11" type="ftr"/>
          </p:nvPr>
        </p:nvSpPr>
        <p:spPr>
          <a:xfrm>
            <a:off x="20526152" y="14309647"/>
            <a:ext cx="6431400" cy="82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50" lIns="137150" spcFirstLastPara="1" rIns="137150" wrap="square" tIns="6855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r>
              <a:rPr lang="en-US">
                <a:solidFill>
                  <a:srgbClr val="747577"/>
                </a:solidFill>
              </a:rPr>
              <a:t>#EOSWorldwide</a:t>
            </a:r>
            <a:endParaRPr>
              <a:solidFill>
                <a:srgbClr val="747577"/>
              </a:solidFill>
            </a:endParaRPr>
          </a:p>
        </p:txBody>
      </p:sp>
      <p:sp>
        <p:nvSpPr>
          <p:cNvPr id="1040" name="Google Shape;1040;g3f85ecfd79d_2_2578"/>
          <p:cNvSpPr/>
          <p:nvPr/>
        </p:nvSpPr>
        <p:spPr>
          <a:xfrm>
            <a:off x="3242126" y="2490771"/>
            <a:ext cx="5829300" cy="6378000"/>
          </a:xfrm>
          <a:prstGeom prst="rect">
            <a:avLst/>
          </a:prstGeom>
          <a:solidFill>
            <a:schemeClr val="lt1"/>
          </a:solidFill>
          <a:ln cap="flat" cmpd="sng" w="19050">
            <a:solidFill>
              <a:srgbClr val="A5A5A5"/>
            </a:solidFill>
            <a:prstDash val="solid"/>
            <a:miter lim="80"/>
            <a:headEnd len="sm" w="sm" type="none"/>
            <a:tailEnd len="sm" w="sm" type="none"/>
          </a:ln>
          <a:effectLst>
            <a:outerShdw blurRad="171450" rotWithShape="0" algn="tl" dir="2700000" dist="114300">
              <a:srgbClr val="000000">
                <a:alpha val="20000"/>
              </a:srgbClr>
            </a:outerShdw>
          </a:effectLst>
        </p:spPr>
        <p:txBody>
          <a:bodyPr anchorCtr="0" anchor="ctr" bIns="91425" lIns="182850" spcFirstLastPara="1" rIns="182850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Arial"/>
              <a:buNone/>
            </a:pPr>
            <a:r>
              <a:t/>
            </a:r>
            <a:endParaRPr b="0" i="0" sz="4800" u="none" cap="none" strike="noStrike">
              <a:solidFill>
                <a:schemeClr val="dk1"/>
              </a:solidFill>
              <a:latin typeface="Oswald Light"/>
              <a:ea typeface="Oswald Light"/>
              <a:cs typeface="Oswald Light"/>
              <a:sym typeface="Oswald Light"/>
            </a:endParaRPr>
          </a:p>
        </p:txBody>
      </p:sp>
      <p:sp>
        <p:nvSpPr>
          <p:cNvPr id="1041" name="Google Shape;1041;g3f85ecfd79d_2_2578"/>
          <p:cNvSpPr/>
          <p:nvPr/>
        </p:nvSpPr>
        <p:spPr>
          <a:xfrm>
            <a:off x="9212580" y="2490771"/>
            <a:ext cx="5829300" cy="6378000"/>
          </a:xfrm>
          <a:prstGeom prst="rect">
            <a:avLst/>
          </a:prstGeom>
          <a:solidFill>
            <a:schemeClr val="lt1"/>
          </a:solidFill>
          <a:ln cap="flat" cmpd="sng" w="19050">
            <a:solidFill>
              <a:srgbClr val="A5A5A5"/>
            </a:solidFill>
            <a:prstDash val="solid"/>
            <a:miter lim="80"/>
            <a:headEnd len="sm" w="sm" type="none"/>
            <a:tailEnd len="sm" w="sm" type="none"/>
          </a:ln>
          <a:effectLst>
            <a:outerShdw blurRad="171450" rotWithShape="0" algn="tl" dir="2700000" dist="114300">
              <a:srgbClr val="000000">
                <a:alpha val="20000"/>
              </a:srgbClr>
            </a:outerShdw>
          </a:effectLst>
        </p:spPr>
        <p:txBody>
          <a:bodyPr anchorCtr="0" anchor="ctr" bIns="91425" lIns="182850" spcFirstLastPara="1" rIns="182850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Arial"/>
              <a:buNone/>
            </a:pPr>
            <a:r>
              <a:t/>
            </a:r>
            <a:endParaRPr b="0" i="0" sz="4800" u="none" cap="none" strike="noStrike">
              <a:solidFill>
                <a:schemeClr val="dk1"/>
              </a:solidFill>
              <a:latin typeface="Oswald Light"/>
              <a:ea typeface="Oswald Light"/>
              <a:cs typeface="Oswald Light"/>
              <a:sym typeface="Oswald Light"/>
            </a:endParaRPr>
          </a:p>
        </p:txBody>
      </p:sp>
      <p:grpSp>
        <p:nvGrpSpPr>
          <p:cNvPr id="1042" name="Google Shape;1042;g3f85ecfd79d_2_2578"/>
          <p:cNvGrpSpPr/>
          <p:nvPr/>
        </p:nvGrpSpPr>
        <p:grpSpPr>
          <a:xfrm>
            <a:off x="8566714" y="3020588"/>
            <a:ext cx="1101582" cy="261450"/>
            <a:chOff x="5711143" y="2013725"/>
            <a:chExt cx="734388" cy="174300"/>
          </a:xfrm>
        </p:grpSpPr>
        <p:sp>
          <p:nvSpPr>
            <p:cNvPr id="1043" name="Google Shape;1043;g3f85ecfd79d_2_2578"/>
            <p:cNvSpPr/>
            <p:nvPr/>
          </p:nvSpPr>
          <p:spPr>
            <a:xfrm>
              <a:off x="6269731" y="2013725"/>
              <a:ext cx="175800" cy="174300"/>
            </a:xfrm>
            <a:prstGeom prst="ellipse">
              <a:avLst/>
            </a:prstGeom>
            <a:solidFill>
              <a:schemeClr val="dk1"/>
            </a:solidFill>
            <a:ln cap="flat" cmpd="sng" w="14300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182850" spcFirstLastPara="1" rIns="182850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4800"/>
                <a:buFont typeface="Arial"/>
                <a:buNone/>
              </a:pPr>
              <a:r>
                <a:t/>
              </a:r>
              <a:endParaRPr b="0" i="0" sz="4800" u="none" cap="none" strike="noStrike">
                <a:solidFill>
                  <a:schemeClr val="dk1"/>
                </a:solidFill>
                <a:latin typeface="Oswald Light"/>
                <a:ea typeface="Oswald Light"/>
                <a:cs typeface="Oswald Light"/>
                <a:sym typeface="Oswald Light"/>
              </a:endParaRPr>
            </a:p>
          </p:txBody>
        </p:sp>
        <p:sp>
          <p:nvSpPr>
            <p:cNvPr id="1044" name="Google Shape;1044;g3f85ecfd79d_2_2578"/>
            <p:cNvSpPr/>
            <p:nvPr/>
          </p:nvSpPr>
          <p:spPr>
            <a:xfrm>
              <a:off x="5711143" y="2013725"/>
              <a:ext cx="175800" cy="169500"/>
            </a:xfrm>
            <a:prstGeom prst="ellipse">
              <a:avLst/>
            </a:prstGeom>
            <a:solidFill>
              <a:schemeClr val="dk1"/>
            </a:solidFill>
            <a:ln cap="flat" cmpd="sng" w="14300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182850" spcFirstLastPara="1" rIns="182850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4800"/>
                <a:buFont typeface="Arial"/>
                <a:buNone/>
              </a:pPr>
              <a:r>
                <a:t/>
              </a:r>
              <a:endParaRPr b="0" i="0" sz="4800" u="none" cap="none" strike="noStrike">
                <a:solidFill>
                  <a:schemeClr val="dk1"/>
                </a:solidFill>
                <a:latin typeface="Oswald Light"/>
                <a:ea typeface="Oswald Light"/>
                <a:cs typeface="Oswald Light"/>
                <a:sym typeface="Oswald Light"/>
              </a:endParaRPr>
            </a:p>
          </p:txBody>
        </p:sp>
        <p:cxnSp>
          <p:nvCxnSpPr>
            <p:cNvPr id="1045" name="Google Shape;1045;g3f85ecfd79d_2_2578"/>
            <p:cNvCxnSpPr/>
            <p:nvPr/>
          </p:nvCxnSpPr>
          <p:spPr>
            <a:xfrm>
              <a:off x="5812972" y="2097820"/>
              <a:ext cx="521100" cy="0"/>
            </a:xfrm>
            <a:prstGeom prst="straightConnector1">
              <a:avLst/>
            </a:prstGeom>
            <a:noFill/>
            <a:ln cap="rnd" cmpd="sng" w="100025">
              <a:solidFill>
                <a:srgbClr val="CAD0D6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grpSp>
        <p:nvGrpSpPr>
          <p:cNvPr id="1046" name="Google Shape;1046;g3f85ecfd79d_2_2578"/>
          <p:cNvGrpSpPr/>
          <p:nvPr/>
        </p:nvGrpSpPr>
        <p:grpSpPr>
          <a:xfrm>
            <a:off x="8566714" y="5562023"/>
            <a:ext cx="1101582" cy="261450"/>
            <a:chOff x="5711143" y="3573505"/>
            <a:chExt cx="734388" cy="174300"/>
          </a:xfrm>
        </p:grpSpPr>
        <p:sp>
          <p:nvSpPr>
            <p:cNvPr id="1047" name="Google Shape;1047;g3f85ecfd79d_2_2578"/>
            <p:cNvSpPr/>
            <p:nvPr/>
          </p:nvSpPr>
          <p:spPr>
            <a:xfrm>
              <a:off x="6269731" y="3573505"/>
              <a:ext cx="175800" cy="174300"/>
            </a:xfrm>
            <a:prstGeom prst="ellipse">
              <a:avLst/>
            </a:prstGeom>
            <a:solidFill>
              <a:schemeClr val="dk1"/>
            </a:solidFill>
            <a:ln cap="flat" cmpd="sng" w="14300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182850" spcFirstLastPara="1" rIns="182850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4800"/>
                <a:buFont typeface="Arial"/>
                <a:buNone/>
              </a:pPr>
              <a:r>
                <a:t/>
              </a:r>
              <a:endParaRPr b="0" i="0" sz="4800" u="none" cap="none" strike="noStrike">
                <a:solidFill>
                  <a:schemeClr val="dk1"/>
                </a:solidFill>
                <a:latin typeface="Oswald Light"/>
                <a:ea typeface="Oswald Light"/>
                <a:cs typeface="Oswald Light"/>
                <a:sym typeface="Oswald Light"/>
              </a:endParaRPr>
            </a:p>
          </p:txBody>
        </p:sp>
        <p:sp>
          <p:nvSpPr>
            <p:cNvPr id="1048" name="Google Shape;1048;g3f85ecfd79d_2_2578"/>
            <p:cNvSpPr/>
            <p:nvPr/>
          </p:nvSpPr>
          <p:spPr>
            <a:xfrm>
              <a:off x="5711143" y="3573505"/>
              <a:ext cx="175800" cy="169500"/>
            </a:xfrm>
            <a:prstGeom prst="ellipse">
              <a:avLst/>
            </a:prstGeom>
            <a:solidFill>
              <a:schemeClr val="dk1"/>
            </a:solidFill>
            <a:ln cap="flat" cmpd="sng" w="14300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182850" spcFirstLastPara="1" rIns="182850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4800"/>
                <a:buFont typeface="Arial"/>
                <a:buNone/>
              </a:pPr>
              <a:r>
                <a:t/>
              </a:r>
              <a:endParaRPr b="0" i="0" sz="4800" u="none" cap="none" strike="noStrike">
                <a:solidFill>
                  <a:schemeClr val="dk1"/>
                </a:solidFill>
                <a:latin typeface="Oswald Light"/>
                <a:ea typeface="Oswald Light"/>
                <a:cs typeface="Oswald Light"/>
                <a:sym typeface="Oswald Light"/>
              </a:endParaRPr>
            </a:p>
          </p:txBody>
        </p:sp>
        <p:cxnSp>
          <p:nvCxnSpPr>
            <p:cNvPr id="1049" name="Google Shape;1049;g3f85ecfd79d_2_2578"/>
            <p:cNvCxnSpPr/>
            <p:nvPr/>
          </p:nvCxnSpPr>
          <p:spPr>
            <a:xfrm>
              <a:off x="5812972" y="3657600"/>
              <a:ext cx="521100" cy="0"/>
            </a:xfrm>
            <a:prstGeom prst="straightConnector1">
              <a:avLst/>
            </a:prstGeom>
            <a:noFill/>
            <a:ln cap="rnd" cmpd="sng" w="100025">
              <a:solidFill>
                <a:srgbClr val="CAD0D6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grpSp>
        <p:nvGrpSpPr>
          <p:cNvPr id="1050" name="Google Shape;1050;g3f85ecfd79d_2_2578"/>
          <p:cNvGrpSpPr/>
          <p:nvPr/>
        </p:nvGrpSpPr>
        <p:grpSpPr>
          <a:xfrm>
            <a:off x="8566714" y="8103458"/>
            <a:ext cx="1101582" cy="261450"/>
            <a:chOff x="5711143" y="5402305"/>
            <a:chExt cx="734388" cy="174300"/>
          </a:xfrm>
        </p:grpSpPr>
        <p:sp>
          <p:nvSpPr>
            <p:cNvPr id="1051" name="Google Shape;1051;g3f85ecfd79d_2_2578"/>
            <p:cNvSpPr/>
            <p:nvPr/>
          </p:nvSpPr>
          <p:spPr>
            <a:xfrm>
              <a:off x="6269731" y="5402305"/>
              <a:ext cx="175800" cy="174300"/>
            </a:xfrm>
            <a:prstGeom prst="ellipse">
              <a:avLst/>
            </a:prstGeom>
            <a:solidFill>
              <a:schemeClr val="dk1"/>
            </a:solidFill>
            <a:ln cap="flat" cmpd="sng" w="14300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182850" spcFirstLastPara="1" rIns="182850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4800"/>
                <a:buFont typeface="Arial"/>
                <a:buNone/>
              </a:pPr>
              <a:r>
                <a:t/>
              </a:r>
              <a:endParaRPr b="0" i="0" sz="4800" u="none" cap="none" strike="noStrike">
                <a:solidFill>
                  <a:schemeClr val="dk1"/>
                </a:solidFill>
                <a:latin typeface="Oswald Light"/>
                <a:ea typeface="Oswald Light"/>
                <a:cs typeface="Oswald Light"/>
                <a:sym typeface="Oswald Light"/>
              </a:endParaRPr>
            </a:p>
          </p:txBody>
        </p:sp>
        <p:sp>
          <p:nvSpPr>
            <p:cNvPr id="1052" name="Google Shape;1052;g3f85ecfd79d_2_2578"/>
            <p:cNvSpPr/>
            <p:nvPr/>
          </p:nvSpPr>
          <p:spPr>
            <a:xfrm>
              <a:off x="5711143" y="5402305"/>
              <a:ext cx="175800" cy="169500"/>
            </a:xfrm>
            <a:prstGeom prst="ellipse">
              <a:avLst/>
            </a:prstGeom>
            <a:solidFill>
              <a:schemeClr val="dk1"/>
            </a:solidFill>
            <a:ln cap="flat" cmpd="sng" w="14300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182850" spcFirstLastPara="1" rIns="182850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4800"/>
                <a:buFont typeface="Arial"/>
                <a:buNone/>
              </a:pPr>
              <a:r>
                <a:t/>
              </a:r>
              <a:endParaRPr b="0" i="0" sz="4800" u="none" cap="none" strike="noStrike">
                <a:solidFill>
                  <a:schemeClr val="dk1"/>
                </a:solidFill>
                <a:latin typeface="Oswald Light"/>
                <a:ea typeface="Oswald Light"/>
                <a:cs typeface="Oswald Light"/>
                <a:sym typeface="Oswald Light"/>
              </a:endParaRPr>
            </a:p>
          </p:txBody>
        </p:sp>
        <p:cxnSp>
          <p:nvCxnSpPr>
            <p:cNvPr id="1053" name="Google Shape;1053;g3f85ecfd79d_2_2578"/>
            <p:cNvCxnSpPr/>
            <p:nvPr/>
          </p:nvCxnSpPr>
          <p:spPr>
            <a:xfrm>
              <a:off x="5812972" y="5486400"/>
              <a:ext cx="521100" cy="0"/>
            </a:xfrm>
            <a:prstGeom prst="straightConnector1">
              <a:avLst/>
            </a:prstGeom>
            <a:noFill/>
            <a:ln cap="rnd" cmpd="sng" w="100025">
              <a:solidFill>
                <a:srgbClr val="CAD0D6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1054" name="Google Shape;1054;g3f85ecfd79d_2_2578"/>
          <p:cNvSpPr/>
          <p:nvPr/>
        </p:nvSpPr>
        <p:spPr>
          <a:xfrm>
            <a:off x="3709851" y="2866550"/>
            <a:ext cx="5173800" cy="63252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200">
                <a:solidFill>
                  <a:srgbClr val="FF79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Table of Contents</a:t>
            </a:r>
            <a:endParaRPr b="1" sz="3200">
              <a:solidFill>
                <a:srgbClr val="FF7900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3200">
              <a:solidFill>
                <a:srgbClr val="FF7900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  <a:p>
            <a:pPr indent="-452120" lvl="0" marL="457200" rtl="0" algn="l">
              <a:spcBef>
                <a:spcPts val="0"/>
              </a:spcBef>
              <a:spcAft>
                <a:spcPts val="0"/>
              </a:spcAft>
              <a:buClr>
                <a:srgbClr val="FF7900"/>
              </a:buClr>
              <a:buSzPts val="3520"/>
              <a:buFont typeface="Noto Sans Symbols"/>
              <a:buChar char="▪"/>
            </a:pPr>
            <a:r>
              <a:rPr b="1" lang="en-US" sz="3200">
                <a:solidFill>
                  <a:srgbClr val="142233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People</a:t>
            </a:r>
            <a:endParaRPr b="1" sz="3200">
              <a:solidFill>
                <a:srgbClr val="142233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  <a:p>
            <a:pPr indent="-452120" lvl="0" marL="457200" rtl="0" algn="l">
              <a:spcBef>
                <a:spcPts val="0"/>
              </a:spcBef>
              <a:spcAft>
                <a:spcPts val="0"/>
              </a:spcAft>
              <a:buClr>
                <a:srgbClr val="FF7900"/>
              </a:buClr>
              <a:buSzPts val="3520"/>
              <a:buFont typeface="Noto Sans Symbols"/>
              <a:buChar char="▪"/>
            </a:pPr>
            <a:r>
              <a:rPr b="1" lang="en-US" sz="3200">
                <a:solidFill>
                  <a:srgbClr val="142233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Marketing</a:t>
            </a:r>
            <a:endParaRPr b="1" sz="3200">
              <a:solidFill>
                <a:srgbClr val="142233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  <a:p>
            <a:pPr indent="-452120" lvl="0" marL="457200" rtl="0" algn="l">
              <a:spcBef>
                <a:spcPts val="0"/>
              </a:spcBef>
              <a:spcAft>
                <a:spcPts val="0"/>
              </a:spcAft>
              <a:buClr>
                <a:srgbClr val="FF7900"/>
              </a:buClr>
              <a:buSzPts val="3520"/>
              <a:buFont typeface="Noto Sans Symbols"/>
              <a:buChar char="▪"/>
            </a:pPr>
            <a:r>
              <a:rPr b="1" lang="en-US" sz="3200">
                <a:solidFill>
                  <a:srgbClr val="142233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Sales</a:t>
            </a:r>
            <a:endParaRPr b="1" sz="3200">
              <a:solidFill>
                <a:srgbClr val="142233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  <a:p>
            <a:pPr indent="-452120" lvl="0" marL="457200" rtl="0" algn="l">
              <a:spcBef>
                <a:spcPts val="0"/>
              </a:spcBef>
              <a:spcAft>
                <a:spcPts val="0"/>
              </a:spcAft>
              <a:buClr>
                <a:srgbClr val="FF7900"/>
              </a:buClr>
              <a:buSzPts val="3520"/>
              <a:buFont typeface="Noto Sans Symbols"/>
              <a:buChar char="▪"/>
            </a:pPr>
            <a:r>
              <a:rPr b="1" lang="en-US" sz="3200">
                <a:solidFill>
                  <a:srgbClr val="142233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Operations</a:t>
            </a:r>
            <a:endParaRPr b="1" sz="3200">
              <a:solidFill>
                <a:srgbClr val="142233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  <a:p>
            <a:pPr indent="-452120" lvl="0" marL="457200" rtl="0" algn="l">
              <a:spcBef>
                <a:spcPts val="0"/>
              </a:spcBef>
              <a:spcAft>
                <a:spcPts val="0"/>
              </a:spcAft>
              <a:buClr>
                <a:srgbClr val="FF7900"/>
              </a:buClr>
              <a:buSzPts val="3520"/>
              <a:buFont typeface="Noto Sans Symbols"/>
              <a:buChar char="▪"/>
            </a:pPr>
            <a:r>
              <a:rPr b="1" lang="en-US" sz="3200">
                <a:solidFill>
                  <a:srgbClr val="142233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Operations</a:t>
            </a:r>
            <a:endParaRPr b="1" sz="3200">
              <a:solidFill>
                <a:srgbClr val="142233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  <a:p>
            <a:pPr indent="-452120" lvl="0" marL="457200" rtl="0" algn="l">
              <a:spcBef>
                <a:spcPts val="0"/>
              </a:spcBef>
              <a:spcAft>
                <a:spcPts val="0"/>
              </a:spcAft>
              <a:buClr>
                <a:srgbClr val="FF7900"/>
              </a:buClr>
              <a:buSzPts val="3520"/>
              <a:buFont typeface="Noto Sans Symbols"/>
              <a:buChar char="▪"/>
            </a:pPr>
            <a:r>
              <a:rPr b="1" lang="en-US" sz="3200">
                <a:solidFill>
                  <a:srgbClr val="142233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Accounting</a:t>
            </a:r>
            <a:endParaRPr b="1" sz="3200">
              <a:solidFill>
                <a:srgbClr val="142233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  <a:p>
            <a:pPr indent="-452120" lvl="0" marL="457200" rtl="0" algn="l">
              <a:spcBef>
                <a:spcPts val="0"/>
              </a:spcBef>
              <a:spcAft>
                <a:spcPts val="0"/>
              </a:spcAft>
              <a:buClr>
                <a:srgbClr val="FF7900"/>
              </a:buClr>
              <a:buSzPts val="3520"/>
              <a:buFont typeface="Noto Sans Symbols"/>
              <a:buChar char="▪"/>
            </a:pPr>
            <a:r>
              <a:rPr b="1" lang="en-US" sz="3200">
                <a:solidFill>
                  <a:srgbClr val="142233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Customer Service</a:t>
            </a:r>
            <a:endParaRPr b="1" sz="3200">
              <a:solidFill>
                <a:srgbClr val="142233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1055" name="Google Shape;1055;g3f85ecfd79d_2_2578"/>
          <p:cNvSpPr/>
          <p:nvPr/>
        </p:nvSpPr>
        <p:spPr>
          <a:xfrm>
            <a:off x="9982576" y="2866550"/>
            <a:ext cx="5173800" cy="63252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200">
                <a:solidFill>
                  <a:srgbClr val="FF79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People Process</a:t>
            </a:r>
            <a:endParaRPr b="1" sz="3200">
              <a:solidFill>
                <a:srgbClr val="FF7900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800">
              <a:solidFill>
                <a:srgbClr val="FF7900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  <a:p>
            <a:pPr indent="-406400" lvl="0" marL="457200" rtl="0" algn="l">
              <a:spcBef>
                <a:spcPts val="0"/>
              </a:spcBef>
              <a:spcAft>
                <a:spcPts val="0"/>
              </a:spcAft>
              <a:buClr>
                <a:srgbClr val="FF7900"/>
              </a:buClr>
              <a:buSzPts val="2800"/>
              <a:buFont typeface="Noto Sans Symbols"/>
              <a:buChar char="▪"/>
            </a:pPr>
            <a:r>
              <a:rPr b="1" lang="en-US" sz="2800">
                <a:solidFill>
                  <a:srgbClr val="142233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ID Need	</a:t>
            </a:r>
            <a:r>
              <a:rPr b="1" lang="en-US" sz="2800">
                <a:solidFill>
                  <a:srgbClr val="142233"/>
                </a:solidFill>
                <a:latin typeface="Montserrat"/>
                <a:ea typeface="Montserrat"/>
                <a:cs typeface="Montserrat"/>
                <a:sym typeface="Montserrat"/>
              </a:rPr>
              <a:t>____________</a:t>
            </a:r>
            <a:endParaRPr b="1" sz="2800">
              <a:solidFill>
                <a:srgbClr val="142233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406400" lvl="0" marL="457200" rtl="0" algn="l">
              <a:spcBef>
                <a:spcPts val="0"/>
              </a:spcBef>
              <a:spcAft>
                <a:spcPts val="0"/>
              </a:spcAft>
              <a:buClr>
                <a:srgbClr val="FF7900"/>
              </a:buClr>
              <a:buSzPts val="2800"/>
              <a:buFont typeface="Noto Sans Symbols"/>
              <a:buChar char="▪"/>
            </a:pPr>
            <a:r>
              <a:rPr b="1" lang="en-US" sz="2800">
                <a:solidFill>
                  <a:srgbClr val="142233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Define Seat	</a:t>
            </a:r>
            <a:r>
              <a:rPr b="1" lang="en-US" sz="2800">
                <a:solidFill>
                  <a:srgbClr val="142233"/>
                </a:solidFill>
                <a:latin typeface="Montserrat"/>
                <a:ea typeface="Montserrat"/>
                <a:cs typeface="Montserrat"/>
                <a:sym typeface="Montserrat"/>
              </a:rPr>
              <a:t>____________</a:t>
            </a:r>
            <a:endParaRPr b="1" sz="2800">
              <a:solidFill>
                <a:srgbClr val="142233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800">
                <a:solidFill>
                  <a:srgbClr val="142233"/>
                </a:solidFill>
                <a:latin typeface="Montserrat"/>
                <a:ea typeface="Montserrat"/>
                <a:cs typeface="Montserrat"/>
                <a:sym typeface="Montserrat"/>
              </a:rPr>
              <a:t>		____________</a:t>
            </a:r>
            <a:endParaRPr b="1" sz="2800">
              <a:solidFill>
                <a:srgbClr val="142233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406400" lvl="0" marL="457200" rtl="0" algn="l">
              <a:spcBef>
                <a:spcPts val="0"/>
              </a:spcBef>
              <a:spcAft>
                <a:spcPts val="0"/>
              </a:spcAft>
              <a:buClr>
                <a:srgbClr val="FF7900"/>
              </a:buClr>
              <a:buSzPts val="2800"/>
              <a:buFont typeface="Noto Sans Symbols"/>
              <a:buChar char="▪"/>
            </a:pPr>
            <a:r>
              <a:rPr b="1" lang="en-US" sz="2800">
                <a:solidFill>
                  <a:srgbClr val="142233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Hiring		</a:t>
            </a:r>
            <a:r>
              <a:rPr b="1" lang="en-US" sz="2800">
                <a:solidFill>
                  <a:srgbClr val="142233"/>
                </a:solidFill>
                <a:latin typeface="Montserrat"/>
                <a:ea typeface="Montserrat"/>
                <a:cs typeface="Montserrat"/>
                <a:sym typeface="Montserrat"/>
              </a:rPr>
              <a:t>____________</a:t>
            </a:r>
            <a:endParaRPr b="1" sz="2800">
              <a:solidFill>
                <a:srgbClr val="142233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800">
                <a:solidFill>
                  <a:srgbClr val="142233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		</a:t>
            </a:r>
            <a:r>
              <a:rPr b="1" lang="en-US" sz="2800">
                <a:solidFill>
                  <a:srgbClr val="142233"/>
                </a:solidFill>
                <a:latin typeface="Montserrat"/>
                <a:ea typeface="Montserrat"/>
                <a:cs typeface="Montserrat"/>
                <a:sym typeface="Montserrat"/>
              </a:rPr>
              <a:t>____________</a:t>
            </a:r>
            <a:endParaRPr b="1" sz="2800">
              <a:solidFill>
                <a:srgbClr val="142233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406400" lvl="0" marL="457200" rtl="0" algn="l">
              <a:spcBef>
                <a:spcPts val="0"/>
              </a:spcBef>
              <a:spcAft>
                <a:spcPts val="0"/>
              </a:spcAft>
              <a:buClr>
                <a:srgbClr val="FF7900"/>
              </a:buClr>
              <a:buSzPts val="2800"/>
              <a:buFont typeface="Noto Sans Symbols"/>
              <a:buChar char="▪"/>
            </a:pPr>
            <a:r>
              <a:rPr b="1" lang="en-US" sz="2800">
                <a:solidFill>
                  <a:srgbClr val="142233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On-Boarding/	</a:t>
            </a:r>
            <a:r>
              <a:rPr b="1" lang="en-US" sz="2800">
                <a:solidFill>
                  <a:srgbClr val="142233"/>
                </a:solidFill>
                <a:latin typeface="Montserrat"/>
                <a:ea typeface="Montserrat"/>
                <a:cs typeface="Montserrat"/>
                <a:sym typeface="Montserrat"/>
              </a:rPr>
              <a:t>____________</a:t>
            </a:r>
            <a:endParaRPr b="1" sz="2800">
              <a:solidFill>
                <a:srgbClr val="142233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406400" lvl="0" marL="457200" rtl="0" algn="l">
              <a:spcBef>
                <a:spcPts val="0"/>
              </a:spcBef>
              <a:spcAft>
                <a:spcPts val="0"/>
              </a:spcAft>
              <a:buClr>
                <a:srgbClr val="FF7900"/>
              </a:buClr>
              <a:buSzPts val="2800"/>
              <a:buFont typeface="Noto Sans Symbols"/>
              <a:buChar char="▪"/>
            </a:pPr>
            <a:r>
              <a:rPr b="1" lang="en-US" sz="2800">
                <a:solidFill>
                  <a:srgbClr val="142233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Training	</a:t>
            </a:r>
            <a:r>
              <a:rPr b="1" lang="en-US" sz="2800">
                <a:solidFill>
                  <a:srgbClr val="142233"/>
                </a:solidFill>
                <a:latin typeface="Montserrat"/>
                <a:ea typeface="Montserrat"/>
                <a:cs typeface="Montserrat"/>
                <a:sym typeface="Montserrat"/>
              </a:rPr>
              <a:t>____________</a:t>
            </a:r>
            <a:endParaRPr b="1" sz="2800">
              <a:solidFill>
                <a:srgbClr val="142233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406400" lvl="0" marL="457200" rtl="0" algn="l">
              <a:spcBef>
                <a:spcPts val="0"/>
              </a:spcBef>
              <a:spcAft>
                <a:spcPts val="0"/>
              </a:spcAft>
              <a:buClr>
                <a:srgbClr val="FF7900"/>
              </a:buClr>
              <a:buSzPts val="2800"/>
              <a:buFont typeface="Noto Sans Symbols"/>
              <a:buChar char="▪"/>
            </a:pPr>
            <a:r>
              <a:rPr b="1" lang="en-US" sz="2800">
                <a:solidFill>
                  <a:srgbClr val="142233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LMA		</a:t>
            </a:r>
            <a:r>
              <a:rPr b="1" lang="en-US" sz="2800">
                <a:solidFill>
                  <a:srgbClr val="142233"/>
                </a:solidFill>
                <a:latin typeface="Montserrat"/>
                <a:ea typeface="Montserrat"/>
                <a:cs typeface="Montserrat"/>
                <a:sym typeface="Montserrat"/>
              </a:rPr>
              <a:t>____________</a:t>
            </a:r>
            <a:endParaRPr b="1" sz="2800">
              <a:solidFill>
                <a:srgbClr val="142233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800">
                <a:solidFill>
                  <a:srgbClr val="142233"/>
                </a:solidFill>
                <a:latin typeface="Montserrat"/>
                <a:ea typeface="Montserrat"/>
                <a:cs typeface="Montserrat"/>
                <a:sym typeface="Montserrat"/>
              </a:rPr>
              <a:t>		____________</a:t>
            </a:r>
            <a:endParaRPr b="1" sz="2800">
              <a:solidFill>
                <a:srgbClr val="142233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-406400" lvl="0" marL="457200" rtl="0" algn="l">
              <a:spcBef>
                <a:spcPts val="0"/>
              </a:spcBef>
              <a:spcAft>
                <a:spcPts val="0"/>
              </a:spcAft>
              <a:buClr>
                <a:srgbClr val="FF7900"/>
              </a:buClr>
              <a:buSzPts val="2800"/>
              <a:buFont typeface="Noto Sans Symbols"/>
              <a:buChar char="▪"/>
            </a:pPr>
            <a:r>
              <a:rPr b="1" lang="en-US" sz="2800">
                <a:solidFill>
                  <a:srgbClr val="142233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Termination	</a:t>
            </a:r>
            <a:r>
              <a:rPr b="1" lang="en-US" sz="2800">
                <a:solidFill>
                  <a:srgbClr val="142233"/>
                </a:solidFill>
                <a:latin typeface="Montserrat"/>
                <a:ea typeface="Montserrat"/>
                <a:cs typeface="Montserrat"/>
                <a:sym typeface="Montserrat"/>
              </a:rPr>
              <a:t>____________</a:t>
            </a:r>
            <a:endParaRPr b="1" sz="2800">
              <a:solidFill>
                <a:srgbClr val="142233"/>
              </a:solidFill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800">
                <a:solidFill>
                  <a:srgbClr val="142233"/>
                </a:solidFill>
                <a:latin typeface="Montserrat"/>
                <a:ea typeface="Montserrat"/>
                <a:cs typeface="Montserrat"/>
                <a:sym typeface="Montserrat"/>
              </a:rPr>
              <a:t>		____________</a:t>
            </a:r>
            <a:endParaRPr b="1" sz="2800">
              <a:solidFill>
                <a:srgbClr val="142233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056" name="Google Shape;1056;g3f85ecfd79d_2_2578"/>
          <p:cNvSpPr/>
          <p:nvPr/>
        </p:nvSpPr>
        <p:spPr>
          <a:xfrm>
            <a:off x="952453" y="9654885"/>
            <a:ext cx="2485200" cy="2511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A5AAAF"/>
              </a:buClr>
              <a:buSzPts val="1530"/>
              <a:buFont typeface="League Spartan"/>
              <a:buNone/>
            </a:pPr>
            <a:r>
              <a:rPr b="1" lang="en-US" sz="1530">
                <a:solidFill>
                  <a:srgbClr val="A5AAAF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#WeRunOnEOS2026</a:t>
            </a:r>
            <a:endParaRPr sz="1530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pic>
        <p:nvPicPr>
          <p:cNvPr descr="preencoded.png" id="1057" name="Google Shape;1057;g3f85ecfd79d_2_2578"/>
          <p:cNvPicPr preferRelativeResize="0"/>
          <p:nvPr/>
        </p:nvPicPr>
        <p:blipFill rotWithShape="1">
          <a:blip r:embed="rId3">
            <a:alphaModFix amt="35000"/>
          </a:blip>
          <a:srcRect b="0" l="0" r="0" t="0"/>
          <a:stretch/>
        </p:blipFill>
        <p:spPr>
          <a:xfrm>
            <a:off x="16687858" y="9334388"/>
            <a:ext cx="647649" cy="609744"/>
          </a:xfrm>
          <a:prstGeom prst="rect">
            <a:avLst/>
          </a:prstGeom>
          <a:noFill/>
          <a:ln>
            <a:noFill/>
          </a:ln>
        </p:spPr>
      </p:pic>
      <p:sp>
        <p:nvSpPr>
          <p:cNvPr id="1058" name="Google Shape;1058;g3f85ecfd79d_2_2578"/>
          <p:cNvSpPr/>
          <p:nvPr/>
        </p:nvSpPr>
        <p:spPr>
          <a:xfrm>
            <a:off x="17030702" y="9353409"/>
            <a:ext cx="356700" cy="1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76308"/>
              </a:lnSpc>
              <a:spcBef>
                <a:spcPts val="0"/>
              </a:spcBef>
              <a:spcAft>
                <a:spcPts val="0"/>
              </a:spcAft>
              <a:buClr>
                <a:srgbClr val="FF7900"/>
              </a:buClr>
              <a:buSzPts val="901"/>
              <a:buFont typeface="League Spartan"/>
              <a:buNone/>
            </a:pPr>
            <a:r>
              <a:rPr b="1" lang="en-US" sz="902">
                <a:solidFill>
                  <a:srgbClr val="FF79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2026</a:t>
            </a:r>
            <a:endParaRPr sz="902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3" name="Shape 10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4" name="Google Shape;1064;g3f876a7ffbd_0_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gradFill>
            <a:gsLst>
              <a:gs pos="0">
                <a:srgbClr val="3A4759"/>
              </a:gs>
              <a:gs pos="48000">
                <a:srgbClr val="1F2C3F"/>
              </a:gs>
              <a:gs pos="100000">
                <a:srgbClr val="101B2B"/>
              </a:gs>
            </a:gsLst>
            <a:lin ang="8100019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1065" name="Google Shape;1065;g3f876a7ffbd_0_0"/>
          <p:cNvSpPr/>
          <p:nvPr/>
        </p:nvSpPr>
        <p:spPr>
          <a:xfrm>
            <a:off x="1523951" y="3491896"/>
            <a:ext cx="16764000" cy="11811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30000"/>
              </a:lnSpc>
              <a:spcBef>
                <a:spcPts val="0"/>
              </a:spcBef>
              <a:spcAft>
                <a:spcPts val="0"/>
              </a:spcAft>
              <a:buClr>
                <a:srgbClr val="FF7900"/>
              </a:buClr>
              <a:buSzPts val="15262"/>
              <a:buFont typeface="League Spartan"/>
              <a:buNone/>
            </a:pPr>
            <a:r>
              <a:rPr b="1" lang="en-US" sz="15263">
                <a:solidFill>
                  <a:srgbClr val="FF79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“</a:t>
            </a:r>
            <a:endParaRPr sz="15263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1066" name="Google Shape;1066;g3f876a7ffbd_0_0"/>
          <p:cNvSpPr/>
          <p:nvPr/>
        </p:nvSpPr>
        <p:spPr>
          <a:xfrm>
            <a:off x="1523950" y="4634900"/>
            <a:ext cx="10170900" cy="13716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98768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200"/>
              <a:buFont typeface="League Spartan"/>
              <a:buNone/>
            </a:pPr>
            <a:r>
              <a:rPr b="1" lang="en-US" sz="4200">
                <a:solidFill>
                  <a:srgbClr val="FFFFFF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“Systemize the predictable</a:t>
            </a:r>
            <a:endParaRPr b="1" sz="4200">
              <a:solidFill>
                <a:srgbClr val="FFFFFF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  <a:p>
            <a:pPr indent="0" lvl="0" marL="0" marR="0" rtl="0" algn="l">
              <a:lnSpc>
                <a:spcPct val="98768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200"/>
              <a:buFont typeface="League Spartan"/>
              <a:buNone/>
            </a:pPr>
            <a:r>
              <a:rPr b="1" lang="en-US" sz="4200">
                <a:solidFill>
                  <a:srgbClr val="FFFFFF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so you can humanize the exceptional.”</a:t>
            </a:r>
            <a:endParaRPr b="1" sz="4200">
              <a:solidFill>
                <a:srgbClr val="FFFFFF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1067" name="Google Shape;1067;g3f876a7ffbd_0_0"/>
          <p:cNvSpPr/>
          <p:nvPr/>
        </p:nvSpPr>
        <p:spPr>
          <a:xfrm>
            <a:off x="1523951" y="6425539"/>
            <a:ext cx="3187800" cy="4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7900"/>
              </a:buClr>
              <a:buSzPts val="2550"/>
              <a:buFont typeface="League Spartan"/>
              <a:buNone/>
            </a:pPr>
            <a:r>
              <a:rPr b="1" lang="en-US" sz="2550">
                <a:solidFill>
                  <a:srgbClr val="FF79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— </a:t>
            </a:r>
            <a:r>
              <a:rPr b="1" lang="en-US" sz="2550">
                <a:solidFill>
                  <a:srgbClr val="FF79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ISADORE SHARP</a:t>
            </a:r>
            <a:r>
              <a:rPr b="1" lang="en-US" sz="2550">
                <a:solidFill>
                  <a:srgbClr val="FF79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,</a:t>
            </a:r>
            <a:endParaRPr sz="2550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1068" name="Google Shape;1068;g3f876a7ffbd_0_0"/>
          <p:cNvSpPr/>
          <p:nvPr/>
        </p:nvSpPr>
        <p:spPr>
          <a:xfrm>
            <a:off x="4466699" y="6495100"/>
            <a:ext cx="4652100" cy="3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AEB7C2"/>
              </a:buClr>
              <a:buSzPts val="2167"/>
              <a:buFont typeface="League Spartan"/>
              <a:buNone/>
            </a:pPr>
            <a:r>
              <a:rPr lang="en-US" sz="2168">
                <a:solidFill>
                  <a:srgbClr val="AEB7C2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founder of Four Seasons Hotels</a:t>
            </a:r>
            <a:endParaRPr sz="2168">
              <a:solidFill>
                <a:srgbClr val="AEB7C2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1069" name="Google Shape;1069;g3f876a7ffbd_0_0"/>
          <p:cNvSpPr/>
          <p:nvPr/>
        </p:nvSpPr>
        <p:spPr>
          <a:xfrm>
            <a:off x="952453" y="9654885"/>
            <a:ext cx="2485200" cy="2511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A94A2"/>
              </a:buClr>
              <a:buSzPts val="1530"/>
              <a:buFont typeface="League Spartan"/>
              <a:buNone/>
            </a:pPr>
            <a:r>
              <a:rPr b="1" lang="en-US" sz="1530">
                <a:solidFill>
                  <a:srgbClr val="8A94A2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#WeRunOnEOS2026</a:t>
            </a:r>
            <a:endParaRPr sz="1530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3" name="Shape 10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4" name="Google Shape;1074;g3f876a7ffbd_0_1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75" name="Google Shape;1075;g3f876a7ffbd_0_10"/>
          <p:cNvSpPr txBox="1"/>
          <p:nvPr>
            <p:ph idx="11" type="ftr"/>
          </p:nvPr>
        </p:nvSpPr>
        <p:spPr>
          <a:xfrm>
            <a:off x="20526152" y="14309647"/>
            <a:ext cx="6431400" cy="82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50" lIns="137150" spcFirstLastPara="1" rIns="137150" wrap="square" tIns="6855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r>
              <a:rPr lang="en-US">
                <a:solidFill>
                  <a:srgbClr val="747577"/>
                </a:solidFill>
              </a:rPr>
              <a:t>#EOSWorldwide</a:t>
            </a:r>
            <a:endParaRPr>
              <a:solidFill>
                <a:srgbClr val="747577"/>
              </a:solidFill>
            </a:endParaRPr>
          </a:p>
        </p:txBody>
      </p:sp>
      <p:pic>
        <p:nvPicPr>
          <p:cNvPr id="1076" name="Google Shape;1076;g3f876a7ffbd_0_1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866308" y="919215"/>
            <a:ext cx="7694681" cy="7686102"/>
          </a:xfrm>
          <a:prstGeom prst="rect">
            <a:avLst/>
          </a:prstGeom>
          <a:noFill/>
          <a:ln>
            <a:noFill/>
          </a:ln>
        </p:spPr>
      </p:pic>
      <p:pic>
        <p:nvPicPr>
          <p:cNvPr id="1077" name="Google Shape;1077;g3f876a7ffbd_0_1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1224674" y="4622784"/>
            <a:ext cx="3887345" cy="398507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78" name="Google Shape;1078;g3f876a7ffbd_0_10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9600651" y="3630218"/>
            <a:ext cx="2254568" cy="2254568"/>
          </a:xfrm>
          <a:prstGeom prst="rect">
            <a:avLst/>
          </a:prstGeom>
          <a:noFill/>
          <a:ln>
            <a:noFill/>
          </a:ln>
        </p:spPr>
      </p:pic>
      <p:sp>
        <p:nvSpPr>
          <p:cNvPr id="1079" name="Google Shape;1079;g3f876a7ffbd_0_10"/>
          <p:cNvSpPr txBox="1"/>
          <p:nvPr/>
        </p:nvSpPr>
        <p:spPr>
          <a:xfrm>
            <a:off x="12047623" y="5958072"/>
            <a:ext cx="2985000" cy="5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50" lIns="137150" spcFirstLastPara="1" rIns="137150" wrap="square" tIns="68550">
            <a:spAutoFit/>
          </a:bodyPr>
          <a:lstStyle/>
          <a:p>
            <a:pPr indent="-177800" lvl="0" marL="177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</a:pPr>
            <a:r>
              <a:rPr b="0" i="0" lang="en-US" sz="2400" u="none" cap="none" strike="noStrike">
                <a:solidFill>
                  <a:schemeClr val="lt1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Documented</a:t>
            </a:r>
            <a:endParaRPr b="0" i="0" sz="2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80" name="Google Shape;1080;g3f876a7ffbd_0_10"/>
          <p:cNvSpPr txBox="1"/>
          <p:nvPr/>
        </p:nvSpPr>
        <p:spPr>
          <a:xfrm>
            <a:off x="12047622" y="6483661"/>
            <a:ext cx="2985000" cy="8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50" lIns="137150" spcFirstLastPara="1" rIns="137150" wrap="square" tIns="68550">
            <a:spAutoFit/>
          </a:bodyPr>
          <a:lstStyle/>
          <a:p>
            <a:pPr indent="-177800" lvl="0" marL="177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</a:pPr>
            <a:r>
              <a:rPr b="0" i="0" lang="en-US" sz="2400" u="none" cap="none" strike="noStrike">
                <a:solidFill>
                  <a:schemeClr val="lt1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Followed </a:t>
            </a:r>
            <a:br>
              <a:rPr b="0" i="0" lang="en-US" sz="2400" u="none" cap="none" strike="noStrike">
                <a:solidFill>
                  <a:schemeClr val="lt1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</a:br>
            <a:r>
              <a:rPr b="0" i="0" lang="en-US" sz="2400" u="none" cap="none" strike="noStrike">
                <a:solidFill>
                  <a:schemeClr val="lt1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by All</a:t>
            </a:r>
            <a:endParaRPr b="0" i="0" sz="2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81" name="Google Shape;1081;g3f876a7ffbd_0_10"/>
          <p:cNvSpPr/>
          <p:nvPr/>
        </p:nvSpPr>
        <p:spPr>
          <a:xfrm>
            <a:off x="952453" y="1085800"/>
            <a:ext cx="18021300" cy="7425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42233"/>
              </a:buClr>
              <a:buSzPts val="4800"/>
              <a:buFont typeface="League Spartan"/>
              <a:buNone/>
            </a:pPr>
            <a:r>
              <a:rPr b="1" lang="en-US" sz="4800">
                <a:solidFill>
                  <a:srgbClr val="142233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The </a:t>
            </a:r>
            <a:r>
              <a:rPr b="1" lang="en-US" sz="4800">
                <a:solidFill>
                  <a:srgbClr val="F04E23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EOS</a:t>
            </a:r>
            <a:r>
              <a:rPr b="1" lang="en-US" sz="4800">
                <a:solidFill>
                  <a:srgbClr val="142233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 Model®</a:t>
            </a:r>
            <a:endParaRPr sz="4800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1082" name="Google Shape;1082;g3f876a7ffbd_0_10"/>
          <p:cNvSpPr/>
          <p:nvPr/>
        </p:nvSpPr>
        <p:spPr>
          <a:xfrm>
            <a:off x="952453" y="9654885"/>
            <a:ext cx="2485200" cy="2511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A5AAAF"/>
              </a:buClr>
              <a:buSzPts val="1530"/>
              <a:buFont typeface="League Spartan"/>
              <a:buNone/>
            </a:pPr>
            <a:r>
              <a:rPr b="1" lang="en-US" sz="1530">
                <a:solidFill>
                  <a:srgbClr val="A5AAAF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#WeRunOnEOS2026</a:t>
            </a:r>
            <a:endParaRPr sz="1530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pic>
        <p:nvPicPr>
          <p:cNvPr descr="preencoded.png" id="1083" name="Google Shape;1083;g3f876a7ffbd_0_10"/>
          <p:cNvPicPr preferRelativeResize="0"/>
          <p:nvPr/>
        </p:nvPicPr>
        <p:blipFill rotWithShape="1">
          <a:blip r:embed="rId6">
            <a:alphaModFix amt="35000"/>
          </a:blip>
          <a:srcRect b="0" l="0" r="0" t="0"/>
          <a:stretch/>
        </p:blipFill>
        <p:spPr>
          <a:xfrm>
            <a:off x="16687858" y="9334388"/>
            <a:ext cx="647649" cy="609744"/>
          </a:xfrm>
          <a:prstGeom prst="rect">
            <a:avLst/>
          </a:prstGeom>
          <a:noFill/>
          <a:ln>
            <a:noFill/>
          </a:ln>
        </p:spPr>
      </p:pic>
      <p:sp>
        <p:nvSpPr>
          <p:cNvPr id="1084" name="Google Shape;1084;g3f876a7ffbd_0_10"/>
          <p:cNvSpPr/>
          <p:nvPr/>
        </p:nvSpPr>
        <p:spPr>
          <a:xfrm>
            <a:off x="17030702" y="9353409"/>
            <a:ext cx="356700" cy="1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76308"/>
              </a:lnSpc>
              <a:spcBef>
                <a:spcPts val="0"/>
              </a:spcBef>
              <a:spcAft>
                <a:spcPts val="0"/>
              </a:spcAft>
              <a:buClr>
                <a:srgbClr val="FF7900"/>
              </a:buClr>
              <a:buSzPts val="901"/>
              <a:buFont typeface="League Spartan"/>
              <a:buNone/>
            </a:pPr>
            <a:r>
              <a:rPr b="1" lang="en-US" sz="902">
                <a:solidFill>
                  <a:srgbClr val="FF79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2026</a:t>
            </a:r>
            <a:endParaRPr sz="902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88" name="Shape 10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9" name="Google Shape;1089;g3f876a7ffbd_0_186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90" name="Google Shape;1090;g3f876a7ffbd_0_186"/>
          <p:cNvSpPr txBox="1"/>
          <p:nvPr>
            <p:ph idx="11" type="ftr"/>
          </p:nvPr>
        </p:nvSpPr>
        <p:spPr>
          <a:xfrm>
            <a:off x="20526152" y="14320647"/>
            <a:ext cx="6431400" cy="82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50" lIns="137150" spcFirstLastPara="1" rIns="137150" wrap="square" tIns="6855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r>
              <a:rPr lang="en-US">
                <a:solidFill>
                  <a:srgbClr val="747577"/>
                </a:solidFill>
              </a:rPr>
              <a:t>#EOSWorldwide</a:t>
            </a:r>
            <a:endParaRPr>
              <a:solidFill>
                <a:srgbClr val="747577"/>
              </a:solidFill>
            </a:endParaRPr>
          </a:p>
        </p:txBody>
      </p:sp>
      <p:sp>
        <p:nvSpPr>
          <p:cNvPr id="1091" name="Google Shape;1091;g3f876a7ffbd_0_186"/>
          <p:cNvSpPr/>
          <p:nvPr/>
        </p:nvSpPr>
        <p:spPr>
          <a:xfrm>
            <a:off x="1071781" y="2728710"/>
            <a:ext cx="797400" cy="797400"/>
          </a:xfrm>
          <a:prstGeom prst="rect">
            <a:avLst/>
          </a:prstGeom>
          <a:solidFill>
            <a:schemeClr val="lt1"/>
          </a:solidFill>
          <a:ln cap="flat" cmpd="sng" w="85725">
            <a:solidFill>
              <a:srgbClr val="BFBFBF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68550" lIns="137150" spcFirstLastPara="1" rIns="137150" wrap="square" tIns="685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Arial"/>
              <a:buNone/>
            </a:pPr>
            <a:r>
              <a:t/>
            </a:r>
            <a:endParaRPr b="0" i="0" sz="4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92" name="Google Shape;1092;g3f876a7ffbd_0_186"/>
          <p:cNvSpPr/>
          <p:nvPr/>
        </p:nvSpPr>
        <p:spPr>
          <a:xfrm>
            <a:off x="1050454" y="4259807"/>
            <a:ext cx="797400" cy="797400"/>
          </a:xfrm>
          <a:prstGeom prst="rect">
            <a:avLst/>
          </a:prstGeom>
          <a:solidFill>
            <a:schemeClr val="lt1"/>
          </a:solidFill>
          <a:ln cap="flat" cmpd="sng" w="85725">
            <a:solidFill>
              <a:srgbClr val="BFBFBF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68550" lIns="137150" spcFirstLastPara="1" rIns="137150" wrap="square" tIns="685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Arial"/>
              <a:buNone/>
            </a:pPr>
            <a:r>
              <a:t/>
            </a:r>
            <a:endParaRPr b="0" i="0" sz="4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93" name="Google Shape;1093;g3f876a7ffbd_0_186"/>
          <p:cNvSpPr/>
          <p:nvPr/>
        </p:nvSpPr>
        <p:spPr>
          <a:xfrm>
            <a:off x="1039824" y="5790903"/>
            <a:ext cx="797400" cy="797400"/>
          </a:xfrm>
          <a:prstGeom prst="rect">
            <a:avLst/>
          </a:prstGeom>
          <a:solidFill>
            <a:schemeClr val="lt1"/>
          </a:solidFill>
          <a:ln cap="flat" cmpd="sng" w="85725">
            <a:solidFill>
              <a:srgbClr val="BFBFBF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68550" lIns="137150" spcFirstLastPara="1" rIns="137150" wrap="square" tIns="685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Arial"/>
              <a:buNone/>
            </a:pPr>
            <a:r>
              <a:t/>
            </a:r>
            <a:endParaRPr b="0" i="0" sz="4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94" name="Google Shape;1094;g3f876a7ffbd_0_186"/>
          <p:cNvSpPr/>
          <p:nvPr/>
        </p:nvSpPr>
        <p:spPr>
          <a:xfrm>
            <a:off x="1039824" y="7258203"/>
            <a:ext cx="797400" cy="797400"/>
          </a:xfrm>
          <a:prstGeom prst="rect">
            <a:avLst/>
          </a:prstGeom>
          <a:solidFill>
            <a:schemeClr val="lt1"/>
          </a:solidFill>
          <a:ln cap="flat" cmpd="sng" w="85725">
            <a:solidFill>
              <a:srgbClr val="BFBFBF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ctr" bIns="68550" lIns="137150" spcFirstLastPara="1" rIns="137150" wrap="square" tIns="685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Arial"/>
              <a:buNone/>
            </a:pPr>
            <a:r>
              <a:t/>
            </a:r>
            <a:endParaRPr b="0" i="0" sz="4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95" name="Google Shape;1095;g3f876a7ffbd_0_186"/>
          <p:cNvSpPr/>
          <p:nvPr/>
        </p:nvSpPr>
        <p:spPr>
          <a:xfrm>
            <a:off x="2374468" y="2762125"/>
            <a:ext cx="2119200" cy="7425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50" lIns="137150" spcFirstLastPara="1" rIns="137150" wrap="square" tIns="6855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400"/>
              <a:buFont typeface="Arial"/>
              <a:buNone/>
            </a:pPr>
            <a:r>
              <a:rPr b="1" i="0" lang="en-US" sz="4000" u="none" cap="none" strike="noStrike">
                <a:solidFill>
                  <a:schemeClr val="dk1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Train</a:t>
            </a:r>
            <a:endParaRPr i="0" sz="4000" u="none" cap="none" strike="noStrike">
              <a:solidFill>
                <a:srgbClr val="000000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1096" name="Google Shape;1096;g3f876a7ffbd_0_186"/>
          <p:cNvSpPr/>
          <p:nvPr/>
        </p:nvSpPr>
        <p:spPr>
          <a:xfrm>
            <a:off x="2374468" y="4311150"/>
            <a:ext cx="3383700" cy="7425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50" lIns="137150" spcFirstLastPara="1" rIns="137150" wrap="square" tIns="6855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400"/>
              <a:buFont typeface="Arial"/>
              <a:buNone/>
            </a:pPr>
            <a:r>
              <a:rPr b="1" i="0" lang="en-US" sz="4000" u="none" cap="none" strike="noStrike">
                <a:solidFill>
                  <a:schemeClr val="dk1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Measure</a:t>
            </a:r>
            <a:endParaRPr i="0" sz="4000" u="none" cap="none" strike="noStrike">
              <a:solidFill>
                <a:srgbClr val="000000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1097" name="Google Shape;1097;g3f876a7ffbd_0_186"/>
          <p:cNvSpPr/>
          <p:nvPr/>
        </p:nvSpPr>
        <p:spPr>
          <a:xfrm>
            <a:off x="2374468" y="5847550"/>
            <a:ext cx="1888200" cy="7974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50" lIns="137150" spcFirstLastPara="1" rIns="137150" wrap="square" tIns="6855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400"/>
              <a:buFont typeface="Arial"/>
              <a:buNone/>
            </a:pPr>
            <a:r>
              <a:rPr b="1" i="0" lang="en-US" sz="4000" u="none" cap="none" strike="noStrike">
                <a:solidFill>
                  <a:schemeClr val="dk1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LMA</a:t>
            </a:r>
            <a:endParaRPr i="0" sz="4000" u="none" cap="none" strike="noStrike">
              <a:solidFill>
                <a:srgbClr val="000000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1098" name="Google Shape;1098;g3f876a7ffbd_0_186"/>
          <p:cNvSpPr/>
          <p:nvPr/>
        </p:nvSpPr>
        <p:spPr>
          <a:xfrm>
            <a:off x="2374468" y="7258200"/>
            <a:ext cx="2946000" cy="857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50" lIns="137150" spcFirstLastPara="1" rIns="137150" wrap="square" tIns="6855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400"/>
              <a:buFont typeface="Arial"/>
              <a:buNone/>
            </a:pPr>
            <a:r>
              <a:rPr b="1" i="0" lang="en-US" sz="4000" u="none" cap="none" strike="noStrike">
                <a:solidFill>
                  <a:schemeClr val="dk1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Update</a:t>
            </a:r>
            <a:endParaRPr i="0" sz="4000" u="none" cap="none" strike="noStrike">
              <a:solidFill>
                <a:srgbClr val="000000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pic>
        <p:nvPicPr>
          <p:cNvPr id="1099" name="Google Shape;1099;g3f876a7ffbd_0_18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88118" y="2593284"/>
            <a:ext cx="974148" cy="8572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0" name="Google Shape;1100;g3f876a7ffbd_0_18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88118" y="4095750"/>
            <a:ext cx="974148" cy="8572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1" name="Google Shape;1101;g3f876a7ffbd_0_18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88118" y="5619750"/>
            <a:ext cx="974148" cy="8572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2" name="Google Shape;1102;g3f876a7ffbd_0_18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88118" y="7067550"/>
            <a:ext cx="974148" cy="857250"/>
          </a:xfrm>
          <a:prstGeom prst="rect">
            <a:avLst/>
          </a:prstGeom>
          <a:noFill/>
          <a:ln>
            <a:noFill/>
          </a:ln>
        </p:spPr>
      </p:pic>
      <p:sp>
        <p:nvSpPr>
          <p:cNvPr id="1103" name="Google Shape;1103;g3f876a7ffbd_0_186"/>
          <p:cNvSpPr/>
          <p:nvPr/>
        </p:nvSpPr>
        <p:spPr>
          <a:xfrm>
            <a:off x="952453" y="838194"/>
            <a:ext cx="1047600" cy="133200"/>
          </a:xfrm>
          <a:prstGeom prst="roundRect">
            <a:avLst>
              <a:gd fmla="val 50000" name="adj"/>
            </a:avLst>
          </a:prstGeom>
          <a:gradFill>
            <a:gsLst>
              <a:gs pos="0">
                <a:srgbClr val="F04E23"/>
              </a:gs>
              <a:gs pos="100000">
                <a:srgbClr val="FF7900"/>
              </a:gs>
            </a:gsLst>
            <a:lin ang="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1104" name="Google Shape;1104;g3f876a7ffbd_0_186"/>
          <p:cNvSpPr/>
          <p:nvPr/>
        </p:nvSpPr>
        <p:spPr>
          <a:xfrm>
            <a:off x="952453" y="1219147"/>
            <a:ext cx="8679600" cy="7425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42233"/>
              </a:buClr>
              <a:buSzPts val="4800"/>
              <a:buFont typeface="League Spartan"/>
              <a:buNone/>
            </a:pPr>
            <a:r>
              <a:rPr b="1" lang="en-US" sz="4800">
                <a:solidFill>
                  <a:srgbClr val="142233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FBA Checklist</a:t>
            </a:r>
            <a:endParaRPr sz="4800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1105" name="Google Shape;1105;g3f876a7ffbd_0_186"/>
          <p:cNvSpPr/>
          <p:nvPr/>
        </p:nvSpPr>
        <p:spPr>
          <a:xfrm>
            <a:off x="952453" y="9654885"/>
            <a:ext cx="2485200" cy="2511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A5AAAF"/>
              </a:buClr>
              <a:buSzPts val="1530"/>
              <a:buFont typeface="League Spartan"/>
              <a:buNone/>
            </a:pPr>
            <a:r>
              <a:rPr b="1" lang="en-US" sz="1530">
                <a:solidFill>
                  <a:srgbClr val="A5AAAF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#WeRunOnEOS2026</a:t>
            </a:r>
            <a:endParaRPr sz="1530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pic>
        <p:nvPicPr>
          <p:cNvPr descr="A picture containing person, dining table&#10;&#10;Description automatically generated" id="1106" name="Google Shape;1106;g3f876a7ffbd_0_186"/>
          <p:cNvPicPr preferRelativeResize="0"/>
          <p:nvPr>
            <p:ph idx="2" type="pic"/>
          </p:nvPr>
        </p:nvPicPr>
        <p:blipFill rotWithShape="1">
          <a:blip r:embed="rId4">
            <a:alphaModFix/>
          </a:blip>
          <a:srcRect b="872" l="27489" r="14147" t="0"/>
          <a:stretch/>
        </p:blipFill>
        <p:spPr>
          <a:xfrm>
            <a:off x="9144000" y="-37949"/>
            <a:ext cx="9143999" cy="10347955"/>
          </a:xfrm>
          <a:prstGeom prst="rect">
            <a:avLst/>
          </a:prstGeom>
          <a:noFill/>
          <a:ln>
            <a:noFill/>
          </a:ln>
        </p:spPr>
      </p:pic>
      <p:sp>
        <p:nvSpPr>
          <p:cNvPr id="1107" name="Google Shape;1107;g3f876a7ffbd_0_186"/>
          <p:cNvSpPr/>
          <p:nvPr/>
        </p:nvSpPr>
        <p:spPr>
          <a:xfrm>
            <a:off x="9144000" y="-37948"/>
            <a:ext cx="9144000" cy="10362900"/>
          </a:xfrm>
          <a:prstGeom prst="rect">
            <a:avLst/>
          </a:prstGeom>
          <a:gradFill>
            <a:gsLst>
              <a:gs pos="0">
                <a:srgbClr val="313B4F">
                  <a:alpha val="78039"/>
                </a:srgbClr>
              </a:gs>
              <a:gs pos="56000">
                <a:srgbClr val="12161D">
                  <a:alpha val="12157"/>
                </a:srgbClr>
              </a:gs>
              <a:gs pos="100000">
                <a:srgbClr val="12161D">
                  <a:alpha val="16078"/>
                </a:srgbClr>
              </a:gs>
            </a:gsLst>
            <a:lin ang="16200038" scaled="0"/>
          </a:gradFill>
          <a:ln>
            <a:noFill/>
          </a:ln>
        </p:spPr>
        <p:txBody>
          <a:bodyPr anchorCtr="0" anchor="ctr" bIns="76175" lIns="152375" spcFirstLastPara="1" rIns="152375" wrap="square" tIns="761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333"/>
              <a:buFont typeface="Arial"/>
              <a:buNone/>
            </a:pPr>
            <a:r>
              <a:t/>
            </a:r>
            <a:endParaRPr b="0" i="0" sz="5333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11" name="Shape 1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2" name="Google Shape;1112;g3f876a7ffbd_0_362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3" name="Google Shape;1113;g3f876a7ffbd_0_362"/>
          <p:cNvSpPr/>
          <p:nvPr/>
        </p:nvSpPr>
        <p:spPr>
          <a:xfrm>
            <a:off x="952453" y="9654885"/>
            <a:ext cx="2485200" cy="2511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A5AAAF"/>
              </a:buClr>
              <a:buSzPts val="1530"/>
              <a:buFont typeface="League Spartan"/>
              <a:buNone/>
            </a:pPr>
            <a:r>
              <a:rPr b="1" lang="en-US" sz="1530">
                <a:solidFill>
                  <a:srgbClr val="A5AAAF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#WeRunOnEOS2026</a:t>
            </a:r>
            <a:endParaRPr sz="1530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pic>
        <p:nvPicPr>
          <p:cNvPr descr="preencoded.png" id="1114" name="Google Shape;1114;g3f876a7ffbd_0_362"/>
          <p:cNvPicPr preferRelativeResize="0"/>
          <p:nvPr/>
        </p:nvPicPr>
        <p:blipFill rotWithShape="1">
          <a:blip r:embed="rId3">
            <a:alphaModFix amt="35000"/>
          </a:blip>
          <a:srcRect b="0" l="0" r="0" t="0"/>
          <a:stretch/>
        </p:blipFill>
        <p:spPr>
          <a:xfrm>
            <a:off x="16687858" y="9334388"/>
            <a:ext cx="647649" cy="609744"/>
          </a:xfrm>
          <a:prstGeom prst="rect">
            <a:avLst/>
          </a:prstGeom>
          <a:noFill/>
          <a:ln>
            <a:noFill/>
          </a:ln>
        </p:spPr>
      </p:pic>
      <p:sp>
        <p:nvSpPr>
          <p:cNvPr id="1115" name="Google Shape;1115;g3f876a7ffbd_0_362"/>
          <p:cNvSpPr/>
          <p:nvPr/>
        </p:nvSpPr>
        <p:spPr>
          <a:xfrm>
            <a:off x="17030702" y="9353409"/>
            <a:ext cx="356700" cy="1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76308"/>
              </a:lnSpc>
              <a:spcBef>
                <a:spcPts val="0"/>
              </a:spcBef>
              <a:spcAft>
                <a:spcPts val="0"/>
              </a:spcAft>
              <a:buClr>
                <a:srgbClr val="FF7900"/>
              </a:buClr>
              <a:buSzPts val="901"/>
              <a:buFont typeface="League Spartan"/>
              <a:buNone/>
            </a:pPr>
            <a:r>
              <a:rPr b="1" lang="en-US" sz="902">
                <a:solidFill>
                  <a:srgbClr val="FF79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2026</a:t>
            </a:r>
            <a:endParaRPr sz="902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1116" name="Google Shape;1116;g3f876a7ffbd_0_362"/>
          <p:cNvSpPr txBox="1"/>
          <p:nvPr>
            <p:ph idx="11" type="ftr"/>
          </p:nvPr>
        </p:nvSpPr>
        <p:spPr>
          <a:xfrm>
            <a:off x="20526152" y="14309647"/>
            <a:ext cx="6431400" cy="82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50" lIns="137150" spcFirstLastPara="1" rIns="137150" wrap="square" tIns="6855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r>
              <a:rPr lang="en-US">
                <a:solidFill>
                  <a:srgbClr val="747577"/>
                </a:solidFill>
              </a:rPr>
              <a:t>#EOSWorldwide</a:t>
            </a:r>
            <a:endParaRPr>
              <a:solidFill>
                <a:srgbClr val="747577"/>
              </a:solidFill>
            </a:endParaRPr>
          </a:p>
        </p:txBody>
      </p:sp>
      <p:pic>
        <p:nvPicPr>
          <p:cNvPr id="1117" name="Google Shape;1117;g3f876a7ffbd_0_36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866308" y="919215"/>
            <a:ext cx="7694681" cy="7686102"/>
          </a:xfrm>
          <a:prstGeom prst="rect">
            <a:avLst/>
          </a:prstGeom>
          <a:noFill/>
          <a:ln>
            <a:noFill/>
          </a:ln>
        </p:spPr>
      </p:pic>
      <p:pic>
        <p:nvPicPr>
          <p:cNvPr id="1118" name="Google Shape;1118;g3f876a7ffbd_0_362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1224674" y="4622784"/>
            <a:ext cx="3887345" cy="398507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19" name="Google Shape;1119;g3f876a7ffbd_0_362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9600651" y="3630218"/>
            <a:ext cx="2254568" cy="2254568"/>
          </a:xfrm>
          <a:prstGeom prst="rect">
            <a:avLst/>
          </a:prstGeom>
          <a:noFill/>
          <a:ln>
            <a:noFill/>
          </a:ln>
        </p:spPr>
      </p:pic>
      <p:sp>
        <p:nvSpPr>
          <p:cNvPr id="1120" name="Google Shape;1120;g3f876a7ffbd_0_362"/>
          <p:cNvSpPr txBox="1"/>
          <p:nvPr/>
        </p:nvSpPr>
        <p:spPr>
          <a:xfrm>
            <a:off x="12047623" y="5958072"/>
            <a:ext cx="2985000" cy="5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50" lIns="137150" spcFirstLastPara="1" rIns="137150" wrap="square" tIns="68550">
            <a:spAutoFit/>
          </a:bodyPr>
          <a:lstStyle/>
          <a:p>
            <a:pPr indent="-177800" lvl="0" marL="177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</a:pPr>
            <a:r>
              <a:rPr b="0" i="0" lang="en-US" sz="2400" u="none" cap="none" strike="noStrike">
                <a:solidFill>
                  <a:schemeClr val="lt1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Documented</a:t>
            </a:r>
            <a:endParaRPr b="0" i="0" sz="2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21" name="Google Shape;1121;g3f876a7ffbd_0_362"/>
          <p:cNvSpPr txBox="1"/>
          <p:nvPr/>
        </p:nvSpPr>
        <p:spPr>
          <a:xfrm>
            <a:off x="12047622" y="6483661"/>
            <a:ext cx="2985000" cy="8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50" lIns="137150" spcFirstLastPara="1" rIns="137150" wrap="square" tIns="68550">
            <a:spAutoFit/>
          </a:bodyPr>
          <a:lstStyle/>
          <a:p>
            <a:pPr indent="-177800" lvl="0" marL="177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</a:pPr>
            <a:r>
              <a:rPr b="0" i="0" lang="en-US" sz="2400" u="none" cap="none" strike="noStrike">
                <a:solidFill>
                  <a:schemeClr val="lt1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Followed </a:t>
            </a:r>
            <a:br>
              <a:rPr b="0" i="0" lang="en-US" sz="2400" u="none" cap="none" strike="noStrike">
                <a:solidFill>
                  <a:schemeClr val="lt1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</a:br>
            <a:r>
              <a:rPr b="0" i="0" lang="en-US" sz="2400" u="none" cap="none" strike="noStrike">
                <a:solidFill>
                  <a:schemeClr val="lt1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by All</a:t>
            </a:r>
            <a:endParaRPr b="0" i="0" sz="2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22" name="Google Shape;1122;g3f876a7ffbd_0_362"/>
          <p:cNvSpPr/>
          <p:nvPr/>
        </p:nvSpPr>
        <p:spPr>
          <a:xfrm>
            <a:off x="952453" y="1085800"/>
            <a:ext cx="18021300" cy="7425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42233"/>
              </a:buClr>
              <a:buSzPts val="4800"/>
              <a:buFont typeface="League Spartan"/>
              <a:buNone/>
            </a:pPr>
            <a:r>
              <a:rPr b="1" lang="en-US" sz="4800">
                <a:solidFill>
                  <a:srgbClr val="142233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The </a:t>
            </a:r>
            <a:r>
              <a:rPr b="1" lang="en-US" sz="4800">
                <a:solidFill>
                  <a:srgbClr val="F04E23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EOS</a:t>
            </a:r>
            <a:r>
              <a:rPr b="1" lang="en-US" sz="4800">
                <a:solidFill>
                  <a:srgbClr val="142233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 Model®</a:t>
            </a:r>
            <a:endParaRPr sz="4800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1123" name="Google Shape;1123;g3f876a7ffbd_0_362"/>
          <p:cNvSpPr txBox="1"/>
          <p:nvPr/>
        </p:nvSpPr>
        <p:spPr>
          <a:xfrm>
            <a:off x="952458" y="1908720"/>
            <a:ext cx="4095000" cy="1055700"/>
          </a:xfrm>
          <a:prstGeom prst="rect">
            <a:avLst/>
          </a:prstGeom>
          <a:solidFill>
            <a:srgbClr val="FED7BC"/>
          </a:solidFill>
          <a:ln cap="flat" cmpd="sng" w="47625">
            <a:solidFill>
              <a:srgbClr val="FF7900"/>
            </a:solidFill>
            <a:prstDash val="solid"/>
            <a:round/>
            <a:headEnd len="sm" w="sm" type="none"/>
            <a:tailEnd len="sm" w="sm" type="none"/>
          </a:ln>
          <a:effectLst>
            <a:outerShdw blurRad="152400" rotWithShape="0" algn="tl" dir="2700000" dist="76200">
              <a:srgbClr val="000000">
                <a:alpha val="30200"/>
              </a:srgbClr>
            </a:outerShdw>
          </a:effectLst>
        </p:spPr>
        <p:txBody>
          <a:bodyPr anchorCtr="0" anchor="ctr" bIns="68550" lIns="137150" spcFirstLastPara="1" rIns="137150" wrap="square" tIns="68550">
            <a:noAutofit/>
          </a:bodyPr>
          <a:lstStyle/>
          <a:p>
            <a:pPr indent="0" lvl="0" marL="0" marR="0" rtl="0" algn="ctr">
              <a:lnSpc>
                <a:spcPct val="108333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Arial"/>
              <a:buNone/>
            </a:pPr>
            <a:r>
              <a:rPr i="0" lang="en-US" sz="3600" u="none" cap="none" strike="noStrike">
                <a:solidFill>
                  <a:schemeClr val="dk1"/>
                </a:solidFill>
                <a:latin typeface="League Spartan ExtraBold"/>
                <a:ea typeface="League Spartan ExtraBold"/>
                <a:cs typeface="League Spartan ExtraBold"/>
                <a:sym typeface="League Spartan ExtraBold"/>
              </a:rPr>
              <a:t>100% Strong</a:t>
            </a:r>
            <a:endParaRPr i="0" sz="3300" u="none" cap="none" strike="noStrike">
              <a:solidFill>
                <a:schemeClr val="accent1"/>
              </a:solidFill>
              <a:latin typeface="League Spartan ExtraBold"/>
              <a:ea typeface="League Spartan ExtraBold"/>
              <a:cs typeface="League Spartan ExtraBold"/>
              <a:sym typeface="League Spartan ExtraBold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1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7" name="Shape 1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8" name="Google Shape;1128;g3f876a7ffbd_0_374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9" name="Google Shape;1129;g3f876a7ffbd_0_374"/>
          <p:cNvSpPr/>
          <p:nvPr/>
        </p:nvSpPr>
        <p:spPr>
          <a:xfrm>
            <a:off x="952453" y="9654885"/>
            <a:ext cx="2485200" cy="2511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A5AAAF"/>
              </a:buClr>
              <a:buSzPts val="1530"/>
              <a:buFont typeface="League Spartan"/>
              <a:buNone/>
            </a:pPr>
            <a:r>
              <a:rPr b="1" lang="en-US" sz="1530">
                <a:solidFill>
                  <a:srgbClr val="A5AAAF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#WeRunOnEOS2026</a:t>
            </a:r>
            <a:endParaRPr sz="1530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pic>
        <p:nvPicPr>
          <p:cNvPr descr="preencoded.png" id="1130" name="Google Shape;1130;g3f876a7ffbd_0_374"/>
          <p:cNvPicPr preferRelativeResize="0"/>
          <p:nvPr/>
        </p:nvPicPr>
        <p:blipFill rotWithShape="1">
          <a:blip r:embed="rId3">
            <a:alphaModFix amt="35000"/>
          </a:blip>
          <a:srcRect b="0" l="0" r="0" t="0"/>
          <a:stretch/>
        </p:blipFill>
        <p:spPr>
          <a:xfrm>
            <a:off x="16687858" y="9334388"/>
            <a:ext cx="647649" cy="609744"/>
          </a:xfrm>
          <a:prstGeom prst="rect">
            <a:avLst/>
          </a:prstGeom>
          <a:noFill/>
          <a:ln>
            <a:noFill/>
          </a:ln>
        </p:spPr>
      </p:pic>
      <p:sp>
        <p:nvSpPr>
          <p:cNvPr id="1131" name="Google Shape;1131;g3f876a7ffbd_0_374"/>
          <p:cNvSpPr/>
          <p:nvPr/>
        </p:nvSpPr>
        <p:spPr>
          <a:xfrm>
            <a:off x="17030702" y="9353409"/>
            <a:ext cx="356700" cy="1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76308"/>
              </a:lnSpc>
              <a:spcBef>
                <a:spcPts val="0"/>
              </a:spcBef>
              <a:spcAft>
                <a:spcPts val="0"/>
              </a:spcAft>
              <a:buClr>
                <a:srgbClr val="FF7900"/>
              </a:buClr>
              <a:buSzPts val="901"/>
              <a:buFont typeface="League Spartan"/>
              <a:buNone/>
            </a:pPr>
            <a:r>
              <a:rPr b="1" lang="en-US" sz="902">
                <a:solidFill>
                  <a:srgbClr val="FF79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2026</a:t>
            </a:r>
            <a:endParaRPr sz="902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1132" name="Google Shape;1132;g3f876a7ffbd_0_374"/>
          <p:cNvSpPr txBox="1"/>
          <p:nvPr>
            <p:ph idx="11" type="ftr"/>
          </p:nvPr>
        </p:nvSpPr>
        <p:spPr>
          <a:xfrm>
            <a:off x="20526152" y="14309647"/>
            <a:ext cx="6431400" cy="82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50" lIns="137150" spcFirstLastPara="1" rIns="137150" wrap="square" tIns="6855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r>
              <a:rPr lang="en-US">
                <a:solidFill>
                  <a:srgbClr val="747577"/>
                </a:solidFill>
              </a:rPr>
              <a:t>#EOSWorldwide</a:t>
            </a:r>
            <a:endParaRPr>
              <a:solidFill>
                <a:srgbClr val="747577"/>
              </a:solidFill>
            </a:endParaRPr>
          </a:p>
        </p:txBody>
      </p:sp>
      <p:pic>
        <p:nvPicPr>
          <p:cNvPr id="1133" name="Google Shape;1133;g3f876a7ffbd_0_37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866308" y="919215"/>
            <a:ext cx="7694681" cy="7686102"/>
          </a:xfrm>
          <a:prstGeom prst="rect">
            <a:avLst/>
          </a:prstGeom>
          <a:noFill/>
          <a:ln>
            <a:noFill/>
          </a:ln>
        </p:spPr>
      </p:pic>
      <p:pic>
        <p:nvPicPr>
          <p:cNvPr id="1134" name="Google Shape;1134;g3f876a7ffbd_0_374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389541" y="5631221"/>
            <a:ext cx="4636580" cy="3442144"/>
          </a:xfrm>
          <a:prstGeom prst="rect">
            <a:avLst/>
          </a:prstGeom>
          <a:noFill/>
          <a:ln>
            <a:noFill/>
          </a:ln>
        </p:spPr>
      </p:pic>
      <p:pic>
        <p:nvPicPr>
          <p:cNvPr id="1135" name="Google Shape;1135;g3f876a7ffbd_0_374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9600651" y="3630218"/>
            <a:ext cx="2254568" cy="2254568"/>
          </a:xfrm>
          <a:prstGeom prst="rect">
            <a:avLst/>
          </a:prstGeom>
          <a:noFill/>
          <a:ln>
            <a:noFill/>
          </a:ln>
        </p:spPr>
      </p:pic>
      <p:sp>
        <p:nvSpPr>
          <p:cNvPr id="1136" name="Google Shape;1136;g3f876a7ffbd_0_374"/>
          <p:cNvSpPr txBox="1"/>
          <p:nvPr/>
        </p:nvSpPr>
        <p:spPr>
          <a:xfrm>
            <a:off x="9316230" y="7539735"/>
            <a:ext cx="2985000" cy="5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50" lIns="137150" spcFirstLastPara="1" rIns="137150" wrap="square" tIns="68550">
            <a:spAutoFit/>
          </a:bodyPr>
          <a:lstStyle/>
          <a:p>
            <a:pPr indent="-177800" lvl="0" marL="177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</a:pPr>
            <a:r>
              <a:rPr b="0" i="0" lang="en-US" sz="2400" u="none" cap="none" strike="noStrike">
                <a:solidFill>
                  <a:schemeClr val="lt1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Rocks</a:t>
            </a:r>
            <a:endParaRPr b="0" i="0" sz="2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37" name="Google Shape;1137;g3f876a7ffbd_0_374"/>
          <p:cNvSpPr txBox="1"/>
          <p:nvPr/>
        </p:nvSpPr>
        <p:spPr>
          <a:xfrm>
            <a:off x="9316230" y="8022828"/>
            <a:ext cx="2985000" cy="5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50" lIns="137150" spcFirstLastPara="1" rIns="137150" wrap="square" tIns="68550">
            <a:spAutoFit/>
          </a:bodyPr>
          <a:lstStyle/>
          <a:p>
            <a:pPr indent="-177800" lvl="0" marL="177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</a:pPr>
            <a:r>
              <a:rPr b="0" i="0" lang="en-US" sz="2400" u="none" cap="none" strike="noStrike">
                <a:solidFill>
                  <a:schemeClr val="lt1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Meeting Pulse</a:t>
            </a:r>
            <a:endParaRPr b="0" i="0" sz="2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38" name="Google Shape;1138;g3f876a7ffbd_0_374"/>
          <p:cNvSpPr/>
          <p:nvPr/>
        </p:nvSpPr>
        <p:spPr>
          <a:xfrm>
            <a:off x="952453" y="1085800"/>
            <a:ext cx="18021300" cy="7425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42233"/>
              </a:buClr>
              <a:buSzPts val="4800"/>
              <a:buFont typeface="League Spartan"/>
              <a:buNone/>
            </a:pPr>
            <a:r>
              <a:rPr b="1" lang="en-US" sz="4800">
                <a:solidFill>
                  <a:srgbClr val="142233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The </a:t>
            </a:r>
            <a:r>
              <a:rPr b="1" lang="en-US" sz="4800">
                <a:solidFill>
                  <a:srgbClr val="F04E23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EOS</a:t>
            </a:r>
            <a:r>
              <a:rPr b="1" lang="en-US" sz="4800">
                <a:solidFill>
                  <a:srgbClr val="142233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 Model®</a:t>
            </a:r>
            <a:endParaRPr sz="4800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13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13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143" name="Shape 1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4" name="Google Shape;1144;g3f876a7ffbd_0_548"/>
          <p:cNvSpPr/>
          <p:nvPr/>
        </p:nvSpPr>
        <p:spPr>
          <a:xfrm>
            <a:off x="952453" y="838194"/>
            <a:ext cx="1047600" cy="133200"/>
          </a:xfrm>
          <a:prstGeom prst="roundRect">
            <a:avLst>
              <a:gd fmla="val 50000" name="adj"/>
            </a:avLst>
          </a:prstGeom>
          <a:gradFill>
            <a:gsLst>
              <a:gs pos="0">
                <a:srgbClr val="F04E23"/>
              </a:gs>
              <a:gs pos="100000">
                <a:srgbClr val="FF7900"/>
              </a:gs>
            </a:gsLst>
            <a:lin ang="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1145" name="Google Shape;1145;g3f876a7ffbd_0_548"/>
          <p:cNvSpPr/>
          <p:nvPr/>
        </p:nvSpPr>
        <p:spPr>
          <a:xfrm>
            <a:off x="952453" y="1219147"/>
            <a:ext cx="8679600" cy="7425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42233"/>
              </a:buClr>
              <a:buSzPts val="4800"/>
              <a:buFont typeface="League Spartan"/>
              <a:buNone/>
            </a:pPr>
            <a:r>
              <a:rPr b="1" lang="en-US" sz="4800">
                <a:solidFill>
                  <a:srgbClr val="142233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Meeting Pulse™</a:t>
            </a:r>
            <a:endParaRPr sz="4800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1146" name="Google Shape;1146;g3f876a7ffbd_0_548"/>
          <p:cNvSpPr/>
          <p:nvPr/>
        </p:nvSpPr>
        <p:spPr>
          <a:xfrm>
            <a:off x="952453" y="9654885"/>
            <a:ext cx="2485200" cy="2511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A5AAAF"/>
              </a:buClr>
              <a:buSzPts val="1530"/>
              <a:buFont typeface="League Spartan"/>
              <a:buNone/>
            </a:pPr>
            <a:r>
              <a:rPr b="1" lang="en-US" sz="1530">
                <a:solidFill>
                  <a:srgbClr val="A5AAAF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#WeRunOnEOS2026</a:t>
            </a:r>
            <a:endParaRPr sz="1530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1147" name="Google Shape;1147;g3f876a7ffbd_0_548"/>
          <p:cNvSpPr/>
          <p:nvPr/>
        </p:nvSpPr>
        <p:spPr>
          <a:xfrm>
            <a:off x="933433" y="2339614"/>
            <a:ext cx="8210700" cy="63252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-452120" lvl="0" marL="457200" rtl="0" algn="l">
              <a:spcBef>
                <a:spcPts val="0"/>
              </a:spcBef>
              <a:spcAft>
                <a:spcPts val="0"/>
              </a:spcAft>
              <a:buClr>
                <a:srgbClr val="FF7900"/>
              </a:buClr>
              <a:buSzPts val="3520"/>
              <a:buFont typeface="Noto Sans Symbols"/>
              <a:buChar char="▪"/>
            </a:pPr>
            <a:r>
              <a:rPr b="1" lang="en-US" sz="3200">
                <a:solidFill>
                  <a:srgbClr val="142233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90-Day World™</a:t>
            </a:r>
            <a:endParaRPr>
              <a:solidFill>
                <a:schemeClr val="dk1"/>
              </a:solidFill>
            </a:endParaRPr>
          </a:p>
          <a:p>
            <a:pPr indent="-452120" lvl="0" marL="457200" rtl="0" algn="l">
              <a:spcBef>
                <a:spcPts val="2400"/>
              </a:spcBef>
              <a:spcAft>
                <a:spcPts val="0"/>
              </a:spcAft>
              <a:buClr>
                <a:srgbClr val="FF7900"/>
              </a:buClr>
              <a:buSzPts val="3520"/>
              <a:buFont typeface="Noto Sans Symbols"/>
              <a:buChar char="▪"/>
            </a:pPr>
            <a:r>
              <a:rPr b="1" lang="en-US" sz="3200">
                <a:solidFill>
                  <a:srgbClr val="142233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Meeting Pulse</a:t>
            </a:r>
            <a:endParaRPr>
              <a:solidFill>
                <a:schemeClr val="dk1"/>
              </a:solidFill>
            </a:endParaRPr>
          </a:p>
          <a:p>
            <a:pPr indent="-452120" lvl="1" marL="914400" rtl="0" algn="l">
              <a:spcBef>
                <a:spcPts val="2400"/>
              </a:spcBef>
              <a:spcAft>
                <a:spcPts val="0"/>
              </a:spcAft>
              <a:buClr>
                <a:srgbClr val="FF7900"/>
              </a:buClr>
              <a:buSzPts val="3520"/>
              <a:buFont typeface="Noto Sans Symbols"/>
              <a:buChar char="▪"/>
            </a:pPr>
            <a:r>
              <a:rPr lang="en-US" sz="3200">
                <a:solidFill>
                  <a:srgbClr val="5A6472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Same Day</a:t>
            </a:r>
            <a:endParaRPr sz="3200">
              <a:solidFill>
                <a:srgbClr val="5A6472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  <a:p>
            <a:pPr indent="-452120" lvl="1" marL="914400" rtl="0" algn="l">
              <a:spcBef>
                <a:spcPts val="2400"/>
              </a:spcBef>
              <a:spcAft>
                <a:spcPts val="0"/>
              </a:spcAft>
              <a:buClr>
                <a:srgbClr val="FF7900"/>
              </a:buClr>
              <a:buSzPts val="3520"/>
              <a:buFont typeface="Noto Sans Symbols"/>
              <a:buChar char="▪"/>
            </a:pPr>
            <a:r>
              <a:rPr lang="en-US" sz="3200">
                <a:solidFill>
                  <a:srgbClr val="5A6472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Same Time</a:t>
            </a:r>
            <a:endParaRPr sz="3200">
              <a:solidFill>
                <a:srgbClr val="5A6472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  <a:p>
            <a:pPr indent="-452120" lvl="1" marL="914400" rtl="0" algn="l">
              <a:spcBef>
                <a:spcPts val="2400"/>
              </a:spcBef>
              <a:spcAft>
                <a:spcPts val="0"/>
              </a:spcAft>
              <a:buClr>
                <a:srgbClr val="FF7900"/>
              </a:buClr>
              <a:buSzPts val="3520"/>
              <a:buFont typeface="Noto Sans Symbols"/>
              <a:buChar char="▪"/>
            </a:pPr>
            <a:r>
              <a:rPr lang="en-US" sz="3200">
                <a:solidFill>
                  <a:srgbClr val="5A6472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Start on Time</a:t>
            </a:r>
            <a:endParaRPr sz="3200">
              <a:solidFill>
                <a:srgbClr val="5A6472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  <a:p>
            <a:pPr indent="-452120" lvl="1" marL="914400" rtl="0" algn="l">
              <a:spcBef>
                <a:spcPts val="2400"/>
              </a:spcBef>
              <a:spcAft>
                <a:spcPts val="0"/>
              </a:spcAft>
              <a:buClr>
                <a:srgbClr val="FF7900"/>
              </a:buClr>
              <a:buSzPts val="3520"/>
              <a:buFont typeface="Noto Sans Symbols"/>
              <a:buChar char="▪"/>
            </a:pPr>
            <a:r>
              <a:rPr lang="en-US" sz="3200">
                <a:solidFill>
                  <a:srgbClr val="5A6472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End on Time</a:t>
            </a:r>
            <a:endParaRPr sz="3200">
              <a:solidFill>
                <a:srgbClr val="5A6472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  <a:p>
            <a:pPr indent="-452120" lvl="1" marL="914400" rtl="0" algn="l">
              <a:spcBef>
                <a:spcPts val="2400"/>
              </a:spcBef>
              <a:spcAft>
                <a:spcPts val="0"/>
              </a:spcAft>
              <a:buClr>
                <a:srgbClr val="FF7900"/>
              </a:buClr>
              <a:buSzPts val="3520"/>
              <a:buFont typeface="Noto Sans Symbols"/>
              <a:buChar char="▪"/>
            </a:pPr>
            <a:r>
              <a:rPr lang="en-US" sz="3200">
                <a:solidFill>
                  <a:srgbClr val="5A6472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Same Agenda</a:t>
            </a:r>
            <a:endParaRPr sz="2200">
              <a:solidFill>
                <a:srgbClr val="142233"/>
              </a:solidFill>
              <a:latin typeface="Montserrat Medium"/>
              <a:ea typeface="Montserrat Medium"/>
              <a:cs typeface="Montserrat Medium"/>
              <a:sym typeface="Montserrat Medium"/>
            </a:endParaRPr>
          </a:p>
          <a:p>
            <a:pPr indent="0" lvl="0" marL="0" rtl="0" algn="l">
              <a:spcBef>
                <a:spcPts val="2400"/>
              </a:spcBef>
              <a:spcAft>
                <a:spcPts val="0"/>
              </a:spcAft>
              <a:buNone/>
            </a:pPr>
            <a:r>
              <a:t/>
            </a:r>
            <a:endParaRPr sz="3200">
              <a:solidFill>
                <a:srgbClr val="5A6472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  <a:p>
            <a:pPr indent="0" lvl="0" marL="0" rtl="0" algn="l">
              <a:spcBef>
                <a:spcPts val="2400"/>
              </a:spcBef>
              <a:spcAft>
                <a:spcPts val="0"/>
              </a:spcAft>
              <a:buNone/>
            </a:pPr>
            <a:r>
              <a:t/>
            </a:r>
            <a:endParaRPr sz="3200">
              <a:solidFill>
                <a:srgbClr val="5A6472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pic>
        <p:nvPicPr>
          <p:cNvPr id="1148" name="Google Shape;1148;g3f876a7ffbd_0_548"/>
          <p:cNvPicPr preferRelativeResize="0"/>
          <p:nvPr>
            <p:ph idx="2" type="pic"/>
          </p:nvPr>
        </p:nvPicPr>
        <p:blipFill rotWithShape="1">
          <a:blip r:embed="rId3">
            <a:alphaModFix/>
          </a:blip>
          <a:srcRect b="269" l="35683" r="5580" t="0"/>
          <a:stretch/>
        </p:blipFill>
        <p:spPr>
          <a:xfrm>
            <a:off x="9144125" y="1"/>
            <a:ext cx="9143876" cy="10350370"/>
          </a:xfrm>
          <a:prstGeom prst="rect">
            <a:avLst/>
          </a:prstGeom>
          <a:noFill/>
          <a:ln>
            <a:noFill/>
          </a:ln>
        </p:spPr>
      </p:pic>
      <p:sp>
        <p:nvSpPr>
          <p:cNvPr id="1149" name="Google Shape;1149;g3f876a7ffbd_0_548"/>
          <p:cNvSpPr/>
          <p:nvPr/>
        </p:nvSpPr>
        <p:spPr>
          <a:xfrm>
            <a:off x="9144125" y="15244"/>
            <a:ext cx="9144000" cy="10347900"/>
          </a:xfrm>
          <a:prstGeom prst="rect">
            <a:avLst/>
          </a:prstGeom>
          <a:gradFill>
            <a:gsLst>
              <a:gs pos="0">
                <a:srgbClr val="313B4F">
                  <a:alpha val="78039"/>
                </a:srgbClr>
              </a:gs>
              <a:gs pos="56000">
                <a:srgbClr val="12161D">
                  <a:alpha val="12157"/>
                </a:srgbClr>
              </a:gs>
              <a:gs pos="100000">
                <a:srgbClr val="12161D">
                  <a:alpha val="16078"/>
                </a:srgbClr>
              </a:gs>
            </a:gsLst>
            <a:lin ang="16200038" scaled="0"/>
          </a:gradFill>
          <a:ln>
            <a:noFill/>
          </a:ln>
        </p:spPr>
        <p:txBody>
          <a:bodyPr anchorCtr="0" anchor="ctr" bIns="76175" lIns="152375" spcFirstLastPara="1" rIns="152375" wrap="square" tIns="761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333"/>
              <a:buFont typeface="Arial"/>
              <a:buNone/>
            </a:pPr>
            <a:r>
              <a:t/>
            </a:r>
            <a:endParaRPr b="0" i="0" sz="5333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14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53" name="Shape 1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4" name="Google Shape;1154;g3fa7efc94f1_1_9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55" name="Google Shape;1155;g3fa7efc94f1_1_9"/>
          <p:cNvSpPr txBox="1"/>
          <p:nvPr/>
        </p:nvSpPr>
        <p:spPr>
          <a:xfrm>
            <a:off x="1543049" y="3074670"/>
            <a:ext cx="13601700" cy="1962000"/>
          </a:xfrm>
          <a:prstGeom prst="rect">
            <a:avLst/>
          </a:prstGeom>
          <a:solidFill>
            <a:srgbClr val="FF7900">
              <a:alpha val="49800"/>
            </a:srgbClr>
          </a:solidFill>
          <a:ln cap="flat" cmpd="sng" w="38100">
            <a:solidFill>
              <a:srgbClr val="E87722"/>
            </a:solidFill>
            <a:prstDash val="solid"/>
            <a:miter lim="80"/>
            <a:headEnd len="sm" w="sm" type="none"/>
            <a:tailEnd len="sm" w="sm" type="none"/>
          </a:ln>
        </p:spPr>
        <p:txBody>
          <a:bodyPr anchorCtr="0" anchor="t" bIns="91425" lIns="182850" spcFirstLastPara="1" rIns="182850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t/>
            </a:r>
            <a:endParaRPr b="1" i="0" sz="3200" u="none" cap="none" strike="noStrike">
              <a:solidFill>
                <a:srgbClr val="E87722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900"/>
              <a:buFont typeface="Arial"/>
              <a:buNone/>
            </a:pPr>
            <a:r>
              <a:rPr b="1" i="0" lang="en-US" sz="3900" u="none" cap="none" strike="noStrike">
                <a:solidFill>
                  <a:srgbClr val="F04E23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Reporting Only</a:t>
            </a:r>
            <a:endParaRPr b="0" i="0" sz="2100" u="none" cap="none" strike="noStrike">
              <a:solidFill>
                <a:srgbClr val="F04E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t/>
            </a:r>
            <a:endParaRPr b="1" i="0" sz="3200" u="none" cap="none" strike="noStrike">
              <a:solidFill>
                <a:srgbClr val="E87722"/>
              </a:solidFill>
              <a:latin typeface="Montserrat SemiBold"/>
              <a:ea typeface="Montserrat SemiBold"/>
              <a:cs typeface="Montserrat SemiBold"/>
              <a:sym typeface="Montserrat SemiBold"/>
            </a:endParaRPr>
          </a:p>
        </p:txBody>
      </p:sp>
      <p:pic>
        <p:nvPicPr>
          <p:cNvPr id="1156" name="Google Shape;1156;g3fa7efc94f1_1_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34701" y="5509734"/>
            <a:ext cx="4846152" cy="76730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57" name="Google Shape;1157;g3fa7efc94f1_1_9"/>
          <p:cNvPicPr preferRelativeResize="0"/>
          <p:nvPr/>
        </p:nvPicPr>
        <p:blipFill rotWithShape="1">
          <a:blip r:embed="rId3">
            <a:alphaModFix/>
          </a:blip>
          <a:srcRect b="66818" l="0" r="0" t="0"/>
          <a:stretch/>
        </p:blipFill>
        <p:spPr>
          <a:xfrm>
            <a:off x="2334699" y="6672588"/>
            <a:ext cx="4846152" cy="254609"/>
          </a:xfrm>
          <a:prstGeom prst="rect">
            <a:avLst/>
          </a:prstGeom>
          <a:noFill/>
          <a:ln>
            <a:noFill/>
          </a:ln>
        </p:spPr>
      </p:pic>
      <p:pic>
        <p:nvPicPr>
          <p:cNvPr id="1158" name="Google Shape;1158;g3fa7efc94f1_1_9"/>
          <p:cNvPicPr preferRelativeResize="0"/>
          <p:nvPr/>
        </p:nvPicPr>
        <p:blipFill rotWithShape="1">
          <a:blip r:embed="rId3">
            <a:alphaModFix/>
          </a:blip>
          <a:srcRect b="33636" l="0" r="0" t="33182"/>
          <a:stretch/>
        </p:blipFill>
        <p:spPr>
          <a:xfrm>
            <a:off x="2334698" y="6927197"/>
            <a:ext cx="4846152" cy="254609"/>
          </a:xfrm>
          <a:prstGeom prst="rect">
            <a:avLst/>
          </a:prstGeom>
          <a:noFill/>
          <a:ln>
            <a:noFill/>
          </a:ln>
        </p:spPr>
      </p:pic>
      <p:pic>
        <p:nvPicPr>
          <p:cNvPr id="1159" name="Google Shape;1159;g3fa7efc94f1_1_9"/>
          <p:cNvPicPr preferRelativeResize="0"/>
          <p:nvPr/>
        </p:nvPicPr>
        <p:blipFill rotWithShape="1">
          <a:blip r:embed="rId3">
            <a:alphaModFix/>
          </a:blip>
          <a:srcRect b="0" l="0" r="0" t="66818"/>
          <a:stretch/>
        </p:blipFill>
        <p:spPr>
          <a:xfrm>
            <a:off x="2334701" y="7155222"/>
            <a:ext cx="4846152" cy="254609"/>
          </a:xfrm>
          <a:prstGeom prst="rect">
            <a:avLst/>
          </a:prstGeom>
          <a:noFill/>
          <a:ln>
            <a:noFill/>
          </a:ln>
        </p:spPr>
      </p:pic>
      <p:pic>
        <p:nvPicPr>
          <p:cNvPr id="1160" name="Google Shape;1160;g3fa7efc94f1_1_9"/>
          <p:cNvPicPr preferRelativeResize="0"/>
          <p:nvPr/>
        </p:nvPicPr>
        <p:blipFill rotWithShape="1">
          <a:blip r:embed="rId3">
            <a:alphaModFix/>
          </a:blip>
          <a:srcRect b="33636" l="0" r="0" t="33182"/>
          <a:stretch/>
        </p:blipFill>
        <p:spPr>
          <a:xfrm>
            <a:off x="8194566" y="6676992"/>
            <a:ext cx="4846152" cy="254609"/>
          </a:xfrm>
          <a:prstGeom prst="rect">
            <a:avLst/>
          </a:prstGeom>
          <a:noFill/>
          <a:ln>
            <a:noFill/>
          </a:ln>
        </p:spPr>
      </p:pic>
      <p:pic>
        <p:nvPicPr>
          <p:cNvPr id="1161" name="Google Shape;1161;g3fa7efc94f1_1_9"/>
          <p:cNvPicPr preferRelativeResize="0"/>
          <p:nvPr/>
        </p:nvPicPr>
        <p:blipFill rotWithShape="1">
          <a:blip r:embed="rId3">
            <a:alphaModFix/>
          </a:blip>
          <a:srcRect b="0" l="0" r="0" t="66818"/>
          <a:stretch/>
        </p:blipFill>
        <p:spPr>
          <a:xfrm>
            <a:off x="8194569" y="6905018"/>
            <a:ext cx="4846152" cy="254609"/>
          </a:xfrm>
          <a:prstGeom prst="rect">
            <a:avLst/>
          </a:prstGeom>
          <a:noFill/>
          <a:ln>
            <a:noFill/>
          </a:ln>
        </p:spPr>
      </p:pic>
      <p:sp>
        <p:nvSpPr>
          <p:cNvPr id="1162" name="Google Shape;1162;g3fa7efc94f1_1_9"/>
          <p:cNvSpPr/>
          <p:nvPr/>
        </p:nvSpPr>
        <p:spPr>
          <a:xfrm>
            <a:off x="952453" y="1085800"/>
            <a:ext cx="18021300" cy="7425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42233"/>
              </a:buClr>
              <a:buSzPts val="4800"/>
              <a:buFont typeface="League Spartan"/>
              <a:buNone/>
            </a:pPr>
            <a:r>
              <a:rPr b="1" lang="en-US" sz="4800">
                <a:solidFill>
                  <a:srgbClr val="142233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Level 10 Meeting™</a:t>
            </a:r>
            <a:endParaRPr b="1" sz="4800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1163" name="Google Shape;1163;g3fa7efc94f1_1_9"/>
          <p:cNvSpPr txBox="1"/>
          <p:nvPr/>
        </p:nvSpPr>
        <p:spPr>
          <a:xfrm>
            <a:off x="1875075" y="2400125"/>
            <a:ext cx="12642600" cy="3218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45212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7900"/>
              </a:buClr>
              <a:buSzPts val="3520"/>
              <a:buFont typeface="Noto Sans Symbols"/>
              <a:buChar char="▪"/>
            </a:pPr>
            <a:r>
              <a:rPr b="1" lang="en-US" sz="3200">
                <a:solidFill>
                  <a:srgbClr val="142233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Good News	</a:t>
            </a:r>
            <a:r>
              <a:rPr lang="en-US" sz="3200">
                <a:solidFill>
                  <a:srgbClr val="595959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5 Minutes</a:t>
            </a:r>
            <a:endParaRPr sz="3200">
              <a:solidFill>
                <a:srgbClr val="595959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  <a:p>
            <a:pPr indent="-45212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7900"/>
              </a:buClr>
              <a:buSzPts val="3520"/>
              <a:buFont typeface="Noto Sans Symbols"/>
              <a:buChar char="▪"/>
            </a:pPr>
            <a:r>
              <a:rPr b="1" lang="en-US" sz="3200">
                <a:solidFill>
                  <a:srgbClr val="142233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Scorecard	</a:t>
            </a:r>
            <a:r>
              <a:rPr lang="en-US" sz="3200">
                <a:solidFill>
                  <a:srgbClr val="595959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5 Minutes</a:t>
            </a:r>
            <a:endParaRPr sz="3200">
              <a:solidFill>
                <a:srgbClr val="595959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  <a:p>
            <a:pPr indent="-45212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7900"/>
              </a:buClr>
              <a:buSzPts val="3520"/>
              <a:buFont typeface="Noto Sans Symbols"/>
              <a:buChar char="▪"/>
            </a:pPr>
            <a:r>
              <a:rPr b="1" lang="en-US" sz="3200">
                <a:solidFill>
                  <a:srgbClr val="142233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Rock Review	</a:t>
            </a:r>
            <a:r>
              <a:rPr lang="en-US" sz="3200">
                <a:solidFill>
                  <a:srgbClr val="595959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5 Minutes</a:t>
            </a:r>
            <a:endParaRPr sz="3200">
              <a:solidFill>
                <a:srgbClr val="595959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  <a:p>
            <a:pPr indent="-45212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7900"/>
              </a:buClr>
              <a:buSzPts val="3520"/>
              <a:buFont typeface="Noto Sans Symbols"/>
              <a:buChar char="▪"/>
            </a:pPr>
            <a:r>
              <a:rPr b="1" lang="en-US" sz="3200">
                <a:solidFill>
                  <a:srgbClr val="142233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Customer &amp; Employee Headlines	</a:t>
            </a:r>
            <a:r>
              <a:rPr lang="en-US" sz="3200">
                <a:solidFill>
                  <a:srgbClr val="595959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5 Minutes</a:t>
            </a:r>
            <a:endParaRPr sz="3200">
              <a:solidFill>
                <a:srgbClr val="595959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  <a:p>
            <a:pPr indent="-45212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7900"/>
              </a:buClr>
              <a:buSzPts val="3520"/>
              <a:buFont typeface="Noto Sans Symbols"/>
              <a:buChar char="▪"/>
            </a:pPr>
            <a:r>
              <a:rPr b="1" lang="en-US" sz="3200">
                <a:solidFill>
                  <a:srgbClr val="142233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To Do List	</a:t>
            </a:r>
            <a:r>
              <a:rPr lang="en-US" sz="3200">
                <a:solidFill>
                  <a:srgbClr val="595959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5 Minutes</a:t>
            </a:r>
            <a:endParaRPr sz="3200">
              <a:solidFill>
                <a:srgbClr val="595959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1164" name="Google Shape;1164;g3fa7efc94f1_1_9"/>
          <p:cNvSpPr/>
          <p:nvPr/>
        </p:nvSpPr>
        <p:spPr>
          <a:xfrm>
            <a:off x="952453" y="9654885"/>
            <a:ext cx="2485200" cy="2511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A5AAAF"/>
              </a:buClr>
              <a:buSzPts val="1530"/>
              <a:buFont typeface="League Spartan"/>
              <a:buNone/>
            </a:pPr>
            <a:r>
              <a:rPr b="1" lang="en-US" sz="1530">
                <a:solidFill>
                  <a:srgbClr val="A5AAAF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#WeRunOnEOS2026</a:t>
            </a:r>
            <a:endParaRPr sz="1530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pic>
        <p:nvPicPr>
          <p:cNvPr descr="preencoded.png" id="1165" name="Google Shape;1165;g3fa7efc94f1_1_9"/>
          <p:cNvPicPr preferRelativeResize="0"/>
          <p:nvPr/>
        </p:nvPicPr>
        <p:blipFill rotWithShape="1">
          <a:blip r:embed="rId4">
            <a:alphaModFix amt="35000"/>
          </a:blip>
          <a:srcRect b="0" l="0" r="0" t="0"/>
          <a:stretch/>
        </p:blipFill>
        <p:spPr>
          <a:xfrm>
            <a:off x="16687858" y="9334388"/>
            <a:ext cx="647649" cy="609744"/>
          </a:xfrm>
          <a:prstGeom prst="rect">
            <a:avLst/>
          </a:prstGeom>
          <a:noFill/>
          <a:ln>
            <a:noFill/>
          </a:ln>
        </p:spPr>
      </p:pic>
      <p:sp>
        <p:nvSpPr>
          <p:cNvPr id="1166" name="Google Shape;1166;g3fa7efc94f1_1_9"/>
          <p:cNvSpPr/>
          <p:nvPr/>
        </p:nvSpPr>
        <p:spPr>
          <a:xfrm>
            <a:off x="17030702" y="9353409"/>
            <a:ext cx="356700" cy="1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76308"/>
              </a:lnSpc>
              <a:spcBef>
                <a:spcPts val="0"/>
              </a:spcBef>
              <a:spcAft>
                <a:spcPts val="0"/>
              </a:spcAft>
              <a:buClr>
                <a:srgbClr val="FF7900"/>
              </a:buClr>
              <a:buSzPts val="901"/>
              <a:buFont typeface="League Spartan"/>
              <a:buNone/>
            </a:pPr>
            <a:r>
              <a:rPr b="1" lang="en-US" sz="902">
                <a:solidFill>
                  <a:srgbClr val="FF79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2026</a:t>
            </a:r>
            <a:endParaRPr sz="902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1167" name="Google Shape;1167;g3fa7efc94f1_1_9"/>
          <p:cNvSpPr txBox="1"/>
          <p:nvPr/>
        </p:nvSpPr>
        <p:spPr>
          <a:xfrm>
            <a:off x="1875075" y="5531864"/>
            <a:ext cx="12642600" cy="1293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3200">
              <a:solidFill>
                <a:srgbClr val="142233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  <a:p>
            <a:pPr indent="-45212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7900"/>
              </a:buClr>
              <a:buSzPts val="3520"/>
              <a:buFont typeface="Noto Sans Symbols"/>
              <a:buChar char="▪"/>
            </a:pPr>
            <a:r>
              <a:rPr b="1" lang="en-US" sz="3200">
                <a:solidFill>
                  <a:srgbClr val="142233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Issues List/IDS	</a:t>
            </a:r>
            <a:r>
              <a:rPr lang="en-US" sz="3200">
                <a:solidFill>
                  <a:srgbClr val="595959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60 Minutes</a:t>
            </a:r>
            <a:endParaRPr sz="3200">
              <a:solidFill>
                <a:srgbClr val="595959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1168" name="Google Shape;1168;g3fa7efc94f1_1_9"/>
          <p:cNvSpPr txBox="1"/>
          <p:nvPr/>
        </p:nvSpPr>
        <p:spPr>
          <a:xfrm>
            <a:off x="1875075" y="6721426"/>
            <a:ext cx="12642600" cy="1293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3200">
              <a:solidFill>
                <a:srgbClr val="142233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  <a:p>
            <a:pPr indent="-45212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7900"/>
              </a:buClr>
              <a:buSzPts val="3520"/>
              <a:buFont typeface="Noto Sans Symbols"/>
              <a:buChar char="▪"/>
            </a:pPr>
            <a:r>
              <a:rPr b="1" lang="en-US" sz="3200">
                <a:solidFill>
                  <a:srgbClr val="142233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Conclude	</a:t>
            </a:r>
            <a:r>
              <a:rPr lang="en-US" sz="3200">
                <a:solidFill>
                  <a:srgbClr val="595959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5 Minutes</a:t>
            </a:r>
            <a:endParaRPr sz="3200">
              <a:solidFill>
                <a:srgbClr val="595959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16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16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16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16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16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1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1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72" name="Shape 1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3" name="Google Shape;1173;g3f876a7ffbd_0_574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4" name="Google Shape;1174;g3f876a7ffbd_0_574"/>
          <p:cNvSpPr/>
          <p:nvPr/>
        </p:nvSpPr>
        <p:spPr>
          <a:xfrm>
            <a:off x="952453" y="9654885"/>
            <a:ext cx="2485200" cy="2511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A5AAAF"/>
              </a:buClr>
              <a:buSzPts val="1530"/>
              <a:buFont typeface="League Spartan"/>
              <a:buNone/>
            </a:pPr>
            <a:r>
              <a:rPr b="1" lang="en-US" sz="1530">
                <a:solidFill>
                  <a:srgbClr val="A5AAAF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#WeRunOnEOS2026</a:t>
            </a:r>
            <a:endParaRPr sz="1530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pic>
        <p:nvPicPr>
          <p:cNvPr descr="preencoded.png" id="1175" name="Google Shape;1175;g3f876a7ffbd_0_574"/>
          <p:cNvPicPr preferRelativeResize="0"/>
          <p:nvPr/>
        </p:nvPicPr>
        <p:blipFill rotWithShape="1">
          <a:blip r:embed="rId3">
            <a:alphaModFix amt="35000"/>
          </a:blip>
          <a:srcRect b="0" l="0" r="0" t="0"/>
          <a:stretch/>
        </p:blipFill>
        <p:spPr>
          <a:xfrm>
            <a:off x="16687858" y="9334388"/>
            <a:ext cx="647649" cy="609744"/>
          </a:xfrm>
          <a:prstGeom prst="rect">
            <a:avLst/>
          </a:prstGeom>
          <a:noFill/>
          <a:ln>
            <a:noFill/>
          </a:ln>
        </p:spPr>
      </p:pic>
      <p:sp>
        <p:nvSpPr>
          <p:cNvPr id="1176" name="Google Shape;1176;g3f876a7ffbd_0_574"/>
          <p:cNvSpPr/>
          <p:nvPr/>
        </p:nvSpPr>
        <p:spPr>
          <a:xfrm>
            <a:off x="17030702" y="9353409"/>
            <a:ext cx="356700" cy="1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76308"/>
              </a:lnSpc>
              <a:spcBef>
                <a:spcPts val="0"/>
              </a:spcBef>
              <a:spcAft>
                <a:spcPts val="0"/>
              </a:spcAft>
              <a:buClr>
                <a:srgbClr val="FF7900"/>
              </a:buClr>
              <a:buSzPts val="901"/>
              <a:buFont typeface="League Spartan"/>
              <a:buNone/>
            </a:pPr>
            <a:r>
              <a:rPr b="1" lang="en-US" sz="902">
                <a:solidFill>
                  <a:srgbClr val="FF79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2026</a:t>
            </a:r>
            <a:endParaRPr sz="902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1177" name="Google Shape;1177;g3f876a7ffbd_0_574"/>
          <p:cNvSpPr/>
          <p:nvPr/>
        </p:nvSpPr>
        <p:spPr>
          <a:xfrm>
            <a:off x="952453" y="1085800"/>
            <a:ext cx="18021300" cy="7425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42233"/>
              </a:buClr>
              <a:buSzPts val="4800"/>
              <a:buFont typeface="League Spartan"/>
              <a:buNone/>
            </a:pPr>
            <a:r>
              <a:rPr b="1" lang="en-US" sz="4800">
                <a:solidFill>
                  <a:srgbClr val="142233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The </a:t>
            </a:r>
            <a:r>
              <a:rPr b="1" lang="en-US" sz="4800">
                <a:solidFill>
                  <a:srgbClr val="F04E23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EOS</a:t>
            </a:r>
            <a:r>
              <a:rPr b="1" lang="en-US" sz="4800">
                <a:solidFill>
                  <a:srgbClr val="142233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 Model®</a:t>
            </a:r>
            <a:endParaRPr sz="4800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1178" name="Google Shape;1178;g3f876a7ffbd_0_574"/>
          <p:cNvSpPr txBox="1"/>
          <p:nvPr/>
        </p:nvSpPr>
        <p:spPr>
          <a:xfrm>
            <a:off x="952458" y="1908720"/>
            <a:ext cx="4095000" cy="1055700"/>
          </a:xfrm>
          <a:prstGeom prst="rect">
            <a:avLst/>
          </a:prstGeom>
          <a:solidFill>
            <a:srgbClr val="FED7BC"/>
          </a:solidFill>
          <a:ln cap="flat" cmpd="sng" w="47625">
            <a:solidFill>
              <a:srgbClr val="FF7900"/>
            </a:solidFill>
            <a:prstDash val="solid"/>
            <a:round/>
            <a:headEnd len="sm" w="sm" type="none"/>
            <a:tailEnd len="sm" w="sm" type="none"/>
          </a:ln>
          <a:effectLst>
            <a:outerShdw blurRad="152400" rotWithShape="0" algn="tl" dir="2700000" dist="76200">
              <a:srgbClr val="000000">
                <a:alpha val="30200"/>
              </a:srgbClr>
            </a:outerShdw>
          </a:effectLst>
        </p:spPr>
        <p:txBody>
          <a:bodyPr anchorCtr="0" anchor="ctr" bIns="68550" lIns="137150" spcFirstLastPara="1" rIns="137150" wrap="square" tIns="68550">
            <a:noAutofit/>
          </a:bodyPr>
          <a:lstStyle/>
          <a:p>
            <a:pPr indent="0" lvl="0" marL="0" marR="0" rtl="0" algn="ctr">
              <a:lnSpc>
                <a:spcPct val="108333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Arial"/>
              <a:buNone/>
            </a:pPr>
            <a:r>
              <a:rPr i="0" lang="en-US" sz="3600" u="none" cap="none" strike="noStrike">
                <a:solidFill>
                  <a:schemeClr val="dk1"/>
                </a:solidFill>
                <a:latin typeface="League Spartan ExtraBold"/>
                <a:ea typeface="League Spartan ExtraBold"/>
                <a:cs typeface="League Spartan ExtraBold"/>
                <a:sym typeface="League Spartan ExtraBold"/>
              </a:rPr>
              <a:t>100% Strong</a:t>
            </a:r>
            <a:endParaRPr i="0" sz="3300" u="none" cap="none" strike="noStrike">
              <a:solidFill>
                <a:schemeClr val="accent1"/>
              </a:solidFill>
              <a:latin typeface="League Spartan ExtraBold"/>
              <a:ea typeface="League Spartan ExtraBold"/>
              <a:cs typeface="League Spartan ExtraBold"/>
              <a:sym typeface="League Spartan ExtraBold"/>
            </a:endParaRPr>
          </a:p>
        </p:txBody>
      </p:sp>
      <p:sp>
        <p:nvSpPr>
          <p:cNvPr id="1179" name="Google Shape;1179;g3f876a7ffbd_0_574"/>
          <p:cNvSpPr txBox="1"/>
          <p:nvPr>
            <p:ph idx="11" type="ftr"/>
          </p:nvPr>
        </p:nvSpPr>
        <p:spPr>
          <a:xfrm>
            <a:off x="20526152" y="14309647"/>
            <a:ext cx="6431400" cy="82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50" lIns="137150" spcFirstLastPara="1" rIns="137150" wrap="square" tIns="6855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r>
              <a:rPr lang="en-US">
                <a:solidFill>
                  <a:srgbClr val="747577"/>
                </a:solidFill>
              </a:rPr>
              <a:t>#EOSWorldwide</a:t>
            </a:r>
            <a:endParaRPr>
              <a:solidFill>
                <a:srgbClr val="747577"/>
              </a:solidFill>
            </a:endParaRPr>
          </a:p>
        </p:txBody>
      </p:sp>
      <p:pic>
        <p:nvPicPr>
          <p:cNvPr id="1180" name="Google Shape;1180;g3f876a7ffbd_0_57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866308" y="919215"/>
            <a:ext cx="7694681" cy="7686102"/>
          </a:xfrm>
          <a:prstGeom prst="rect">
            <a:avLst/>
          </a:prstGeom>
          <a:noFill/>
          <a:ln>
            <a:noFill/>
          </a:ln>
        </p:spPr>
      </p:pic>
      <p:pic>
        <p:nvPicPr>
          <p:cNvPr id="1181" name="Google Shape;1181;g3f876a7ffbd_0_574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389541" y="5631221"/>
            <a:ext cx="4636580" cy="3442144"/>
          </a:xfrm>
          <a:prstGeom prst="rect">
            <a:avLst/>
          </a:prstGeom>
          <a:noFill/>
          <a:ln>
            <a:noFill/>
          </a:ln>
        </p:spPr>
      </p:pic>
      <p:pic>
        <p:nvPicPr>
          <p:cNvPr id="1182" name="Google Shape;1182;g3f876a7ffbd_0_574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9600651" y="3630218"/>
            <a:ext cx="2254568" cy="2254568"/>
          </a:xfrm>
          <a:prstGeom prst="rect">
            <a:avLst/>
          </a:prstGeom>
          <a:noFill/>
          <a:ln>
            <a:noFill/>
          </a:ln>
        </p:spPr>
      </p:pic>
      <p:sp>
        <p:nvSpPr>
          <p:cNvPr id="1183" name="Google Shape;1183;g3f876a7ffbd_0_574"/>
          <p:cNvSpPr txBox="1"/>
          <p:nvPr/>
        </p:nvSpPr>
        <p:spPr>
          <a:xfrm>
            <a:off x="9316230" y="7539735"/>
            <a:ext cx="2985000" cy="5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50" lIns="137150" spcFirstLastPara="1" rIns="137150" wrap="square" tIns="68550">
            <a:spAutoFit/>
          </a:bodyPr>
          <a:lstStyle/>
          <a:p>
            <a:pPr indent="-177800" lvl="0" marL="177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</a:pPr>
            <a:r>
              <a:rPr b="0" i="0" lang="en-US" sz="2400" u="none" cap="none" strike="noStrike">
                <a:solidFill>
                  <a:schemeClr val="lt1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Rocks</a:t>
            </a:r>
            <a:endParaRPr b="0" i="0" sz="2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84" name="Google Shape;1184;g3f876a7ffbd_0_574"/>
          <p:cNvSpPr txBox="1"/>
          <p:nvPr/>
        </p:nvSpPr>
        <p:spPr>
          <a:xfrm>
            <a:off x="9316230" y="8022828"/>
            <a:ext cx="2985000" cy="5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50" lIns="137150" spcFirstLastPara="1" rIns="137150" wrap="square" tIns="68550">
            <a:spAutoFit/>
          </a:bodyPr>
          <a:lstStyle/>
          <a:p>
            <a:pPr indent="-177800" lvl="0" marL="177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</a:pPr>
            <a:r>
              <a:rPr b="0" i="0" lang="en-US" sz="2400" u="none" cap="none" strike="noStrike">
                <a:solidFill>
                  <a:schemeClr val="lt1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Meeting Pulse</a:t>
            </a:r>
            <a:endParaRPr b="0" i="0" sz="2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1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8" name="Shape 1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9" name="Google Shape;1189;g3f876a7ffbd_0_586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0" name="Google Shape;1190;g3f876a7ffbd_0_586"/>
          <p:cNvSpPr txBox="1"/>
          <p:nvPr>
            <p:ph idx="11" type="ftr"/>
          </p:nvPr>
        </p:nvSpPr>
        <p:spPr>
          <a:xfrm>
            <a:off x="20526152" y="14309647"/>
            <a:ext cx="6431400" cy="82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50" lIns="137150" spcFirstLastPara="1" rIns="137150" wrap="square" tIns="6855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r>
              <a:rPr lang="en-US">
                <a:solidFill>
                  <a:srgbClr val="747577"/>
                </a:solidFill>
              </a:rPr>
              <a:t>#EOSWorldwide</a:t>
            </a:r>
            <a:endParaRPr>
              <a:solidFill>
                <a:srgbClr val="747577"/>
              </a:solidFill>
            </a:endParaRPr>
          </a:p>
        </p:txBody>
      </p:sp>
      <p:grpSp>
        <p:nvGrpSpPr>
          <p:cNvPr id="1191" name="Google Shape;1191;g3f876a7ffbd_0_586"/>
          <p:cNvGrpSpPr/>
          <p:nvPr/>
        </p:nvGrpSpPr>
        <p:grpSpPr>
          <a:xfrm>
            <a:off x="6479912" y="521540"/>
            <a:ext cx="8470527" cy="8439662"/>
            <a:chOff x="4319941" y="347693"/>
            <a:chExt cx="5647018" cy="5626441"/>
          </a:xfrm>
        </p:grpSpPr>
        <p:pic>
          <p:nvPicPr>
            <p:cNvPr id="1192" name="Google Shape;1192;g3f876a7ffbd_0_586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5781331" y="347693"/>
              <a:ext cx="2708912" cy="2041498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193" name="Google Shape;1193;g3f876a7ffbd_0_586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5738799" y="3899919"/>
              <a:ext cx="2793974" cy="2074215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194" name="Google Shape;1194;g3f876a7ffbd_0_586"/>
            <p:cNvPicPr preferRelativeResize="0"/>
            <p:nvPr/>
          </p:nvPicPr>
          <p:blipFill rotWithShape="1">
            <a:blip r:embed="rId5">
              <a:alphaModFix/>
            </a:blip>
            <a:srcRect b="0" l="0" r="0" t="0"/>
            <a:stretch/>
          </p:blipFill>
          <p:spPr>
            <a:xfrm>
              <a:off x="4327658" y="739166"/>
              <a:ext cx="2381748" cy="2368662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195" name="Google Shape;1195;g3f876a7ffbd_0_586"/>
            <p:cNvPicPr preferRelativeResize="0"/>
            <p:nvPr/>
          </p:nvPicPr>
          <p:blipFill rotWithShape="1">
            <a:blip r:embed="rId6">
              <a:alphaModFix/>
            </a:blip>
            <a:srcRect b="0" l="0" r="0" t="0"/>
            <a:stretch/>
          </p:blipFill>
          <p:spPr>
            <a:xfrm>
              <a:off x="7578667" y="726079"/>
              <a:ext cx="2388292" cy="2381748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196" name="Google Shape;1196;g3f876a7ffbd_0_586"/>
            <p:cNvPicPr preferRelativeResize="0"/>
            <p:nvPr/>
          </p:nvPicPr>
          <p:blipFill rotWithShape="1">
            <a:blip r:embed="rId7">
              <a:alphaModFix/>
            </a:blip>
            <a:srcRect b="0" l="0" r="0" t="0"/>
            <a:stretch/>
          </p:blipFill>
          <p:spPr>
            <a:xfrm>
              <a:off x="4319941" y="3178949"/>
              <a:ext cx="2349032" cy="2381748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197" name="Google Shape;1197;g3f876a7ffbd_0_586"/>
            <p:cNvPicPr preferRelativeResize="0"/>
            <p:nvPr/>
          </p:nvPicPr>
          <p:blipFill rotWithShape="1">
            <a:blip r:embed="rId8">
              <a:alphaModFix/>
            </a:blip>
            <a:srcRect b="0" l="0" r="0" t="0"/>
            <a:stretch/>
          </p:blipFill>
          <p:spPr>
            <a:xfrm>
              <a:off x="7624470" y="3178949"/>
              <a:ext cx="2342489" cy="2401378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198" name="Google Shape;1198;g3f876a7ffbd_0_586"/>
            <p:cNvPicPr preferRelativeResize="0"/>
            <p:nvPr/>
          </p:nvPicPr>
          <p:blipFill rotWithShape="1">
            <a:blip r:embed="rId9">
              <a:alphaModFix/>
            </a:blip>
            <a:srcRect b="0" l="0" r="0" t="0"/>
            <a:stretch/>
          </p:blipFill>
          <p:spPr>
            <a:xfrm>
              <a:off x="6290711" y="2301647"/>
              <a:ext cx="1720879" cy="1720879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199" name="Google Shape;1199;g3f876a7ffbd_0_586"/>
          <p:cNvSpPr/>
          <p:nvPr/>
        </p:nvSpPr>
        <p:spPr>
          <a:xfrm>
            <a:off x="952453" y="9654885"/>
            <a:ext cx="2485200" cy="2511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A5AAAF"/>
              </a:buClr>
              <a:buSzPts val="1530"/>
              <a:buFont typeface="League Spartan"/>
              <a:buNone/>
            </a:pPr>
            <a:r>
              <a:rPr b="1" lang="en-US" sz="1530">
                <a:solidFill>
                  <a:srgbClr val="A5AAAF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#WeRunOnEOS2026</a:t>
            </a:r>
            <a:endParaRPr sz="1530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pic>
        <p:nvPicPr>
          <p:cNvPr descr="preencoded.png" id="1200" name="Google Shape;1200;g3f876a7ffbd_0_586"/>
          <p:cNvPicPr preferRelativeResize="0"/>
          <p:nvPr/>
        </p:nvPicPr>
        <p:blipFill rotWithShape="1">
          <a:blip r:embed="rId10">
            <a:alphaModFix amt="35000"/>
          </a:blip>
          <a:srcRect b="0" l="0" r="0" t="0"/>
          <a:stretch/>
        </p:blipFill>
        <p:spPr>
          <a:xfrm>
            <a:off x="16687858" y="9334388"/>
            <a:ext cx="647649" cy="609744"/>
          </a:xfrm>
          <a:prstGeom prst="rect">
            <a:avLst/>
          </a:prstGeom>
          <a:noFill/>
          <a:ln>
            <a:noFill/>
          </a:ln>
        </p:spPr>
      </p:pic>
      <p:sp>
        <p:nvSpPr>
          <p:cNvPr id="1201" name="Google Shape;1201;g3f876a7ffbd_0_586"/>
          <p:cNvSpPr/>
          <p:nvPr/>
        </p:nvSpPr>
        <p:spPr>
          <a:xfrm>
            <a:off x="17030702" y="9353409"/>
            <a:ext cx="356700" cy="1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76308"/>
              </a:lnSpc>
              <a:spcBef>
                <a:spcPts val="0"/>
              </a:spcBef>
              <a:spcAft>
                <a:spcPts val="0"/>
              </a:spcAft>
              <a:buClr>
                <a:srgbClr val="FF7900"/>
              </a:buClr>
              <a:buSzPts val="901"/>
              <a:buFont typeface="League Spartan"/>
              <a:buNone/>
            </a:pPr>
            <a:r>
              <a:rPr b="1" lang="en-US" sz="902">
                <a:solidFill>
                  <a:srgbClr val="FF79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2026</a:t>
            </a:r>
            <a:endParaRPr sz="902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1202" name="Google Shape;1202;g3f876a7ffbd_0_586"/>
          <p:cNvSpPr/>
          <p:nvPr/>
        </p:nvSpPr>
        <p:spPr>
          <a:xfrm>
            <a:off x="952453" y="1085800"/>
            <a:ext cx="18021300" cy="7425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42233"/>
              </a:buClr>
              <a:buSzPts val="4800"/>
              <a:buFont typeface="League Spartan"/>
              <a:buNone/>
            </a:pPr>
            <a:r>
              <a:rPr b="1" lang="en-US" sz="4800">
                <a:solidFill>
                  <a:srgbClr val="142233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The </a:t>
            </a:r>
            <a:r>
              <a:rPr b="1" lang="en-US" sz="4800">
                <a:solidFill>
                  <a:srgbClr val="F04E23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EOS</a:t>
            </a:r>
            <a:r>
              <a:rPr b="1" lang="en-US" sz="4800">
                <a:solidFill>
                  <a:srgbClr val="142233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 Model®</a:t>
            </a:r>
            <a:endParaRPr sz="4800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7" name="Shape 1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8" name="Google Shape;1208;g3f876a7ffbd_0_787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gradFill>
            <a:gsLst>
              <a:gs pos="0">
                <a:srgbClr val="3A4759"/>
              </a:gs>
              <a:gs pos="48000">
                <a:srgbClr val="1F2C3F"/>
              </a:gs>
              <a:gs pos="100000">
                <a:srgbClr val="101B2B"/>
              </a:gs>
            </a:gsLst>
            <a:lin ang="8100019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pic>
        <p:nvPicPr>
          <p:cNvPr descr="preencoded.png" id="1209" name="Google Shape;1209;g3f876a7ffbd_0_787"/>
          <p:cNvPicPr preferRelativeResize="0"/>
          <p:nvPr/>
        </p:nvPicPr>
        <p:blipFill rotWithShape="1">
          <a:blip r:embed="rId3">
            <a:alphaModFix amt="6000"/>
          </a:blip>
          <a:srcRect b="0" l="0" r="0" t="0"/>
          <a:stretch/>
        </p:blipFill>
        <p:spPr>
          <a:xfrm>
            <a:off x="9153558" y="762790"/>
            <a:ext cx="9305858" cy="8761395"/>
          </a:xfrm>
          <a:prstGeom prst="rect">
            <a:avLst/>
          </a:prstGeom>
          <a:noFill/>
          <a:ln>
            <a:noFill/>
          </a:ln>
        </p:spPr>
      </p:pic>
      <p:sp>
        <p:nvSpPr>
          <p:cNvPr id="1210" name="Google Shape;1210;g3f876a7ffbd_0_787"/>
          <p:cNvSpPr/>
          <p:nvPr/>
        </p:nvSpPr>
        <p:spPr>
          <a:xfrm>
            <a:off x="14068392" y="1067526"/>
            <a:ext cx="4318500" cy="17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77062"/>
              </a:lnSpc>
              <a:spcBef>
                <a:spcPts val="0"/>
              </a:spcBef>
              <a:spcAft>
                <a:spcPts val="0"/>
              </a:spcAft>
              <a:buClr>
                <a:srgbClr val="FF7900"/>
              </a:buClr>
              <a:buSzPts val="13650"/>
              <a:buFont typeface="League Spartan"/>
              <a:buNone/>
            </a:pPr>
            <a:r>
              <a:rPr b="1" lang="en-US" sz="13650">
                <a:solidFill>
                  <a:srgbClr val="FF79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2026</a:t>
            </a:r>
            <a:endParaRPr sz="13650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1211" name="Google Shape;1211;g3f876a7ffbd_0_787"/>
          <p:cNvSpPr/>
          <p:nvPr/>
        </p:nvSpPr>
        <p:spPr>
          <a:xfrm>
            <a:off x="1238236" y="3783385"/>
            <a:ext cx="17392500" cy="13983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78629"/>
              </a:lnSpc>
              <a:spcBef>
                <a:spcPts val="0"/>
              </a:spcBef>
              <a:spcAft>
                <a:spcPts val="0"/>
              </a:spcAft>
              <a:buClr>
                <a:srgbClr val="F04E23"/>
              </a:buClr>
              <a:buSzPts val="10500"/>
              <a:buFont typeface="League Spartan"/>
              <a:buNone/>
            </a:pPr>
            <a:r>
              <a:rPr b="1" lang="en-US" sz="10500">
                <a:solidFill>
                  <a:srgbClr val="F04E23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Get</a:t>
            </a:r>
            <a:endParaRPr sz="10500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1212" name="Google Shape;1212;g3f876a7ffbd_0_787"/>
          <p:cNvSpPr/>
          <p:nvPr/>
        </p:nvSpPr>
        <p:spPr>
          <a:xfrm>
            <a:off x="1238236" y="5143488"/>
            <a:ext cx="17392500" cy="13983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78629"/>
              </a:lnSpc>
              <a:spcBef>
                <a:spcPts val="0"/>
              </a:spcBef>
              <a:spcAft>
                <a:spcPts val="0"/>
              </a:spcAft>
              <a:buClr>
                <a:srgbClr val="FF7900"/>
              </a:buClr>
              <a:buSzPts val="10500"/>
              <a:buFont typeface="League Spartan"/>
              <a:buNone/>
            </a:pPr>
            <a:r>
              <a:rPr b="1" lang="en-US" sz="10500">
                <a:solidFill>
                  <a:srgbClr val="FF79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RESULTS</a:t>
            </a:r>
            <a:endParaRPr sz="10500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1213" name="Google Shape;1213;g3f876a7ffbd_0_787"/>
          <p:cNvSpPr/>
          <p:nvPr/>
        </p:nvSpPr>
        <p:spPr>
          <a:xfrm>
            <a:off x="952453" y="9654885"/>
            <a:ext cx="2485200" cy="2511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A94A2"/>
              </a:buClr>
              <a:buSzPts val="1530"/>
              <a:buFont typeface="League Spartan"/>
              <a:buNone/>
            </a:pPr>
            <a:r>
              <a:rPr b="1" lang="en-US" sz="1530">
                <a:solidFill>
                  <a:srgbClr val="8A94A2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#WeRunOnEOS2026</a:t>
            </a:r>
            <a:endParaRPr sz="1530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17" name="Shape 1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8" name="Google Shape;1218;g3f876a7ffbd_0_797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9" name="Google Shape;1219;g3f876a7ffbd_0_797"/>
          <p:cNvSpPr/>
          <p:nvPr/>
        </p:nvSpPr>
        <p:spPr>
          <a:xfrm>
            <a:off x="952453" y="9654885"/>
            <a:ext cx="2485200" cy="2511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A5AAAF"/>
              </a:buClr>
              <a:buSzPts val="1530"/>
              <a:buFont typeface="League Spartan"/>
              <a:buNone/>
            </a:pPr>
            <a:r>
              <a:rPr b="1" lang="en-US" sz="1530">
                <a:solidFill>
                  <a:srgbClr val="A5AAAF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#WeRunOnEOS2026</a:t>
            </a:r>
            <a:endParaRPr sz="1530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pic>
        <p:nvPicPr>
          <p:cNvPr descr="preencoded.png" id="1220" name="Google Shape;1220;g3f876a7ffbd_0_797"/>
          <p:cNvPicPr preferRelativeResize="0"/>
          <p:nvPr/>
        </p:nvPicPr>
        <p:blipFill rotWithShape="1">
          <a:blip r:embed="rId3">
            <a:alphaModFix amt="35000"/>
          </a:blip>
          <a:srcRect b="0" l="0" r="0" t="0"/>
          <a:stretch/>
        </p:blipFill>
        <p:spPr>
          <a:xfrm>
            <a:off x="16687858" y="9334388"/>
            <a:ext cx="647649" cy="609744"/>
          </a:xfrm>
          <a:prstGeom prst="rect">
            <a:avLst/>
          </a:prstGeom>
          <a:noFill/>
          <a:ln>
            <a:noFill/>
          </a:ln>
        </p:spPr>
      </p:pic>
      <p:sp>
        <p:nvSpPr>
          <p:cNvPr id="1221" name="Google Shape;1221;g3f876a7ffbd_0_797"/>
          <p:cNvSpPr/>
          <p:nvPr/>
        </p:nvSpPr>
        <p:spPr>
          <a:xfrm>
            <a:off x="17030702" y="9353409"/>
            <a:ext cx="356700" cy="1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76308"/>
              </a:lnSpc>
              <a:spcBef>
                <a:spcPts val="0"/>
              </a:spcBef>
              <a:spcAft>
                <a:spcPts val="0"/>
              </a:spcAft>
              <a:buClr>
                <a:srgbClr val="FF7900"/>
              </a:buClr>
              <a:buSzPts val="901"/>
              <a:buFont typeface="League Spartan"/>
              <a:buNone/>
            </a:pPr>
            <a:r>
              <a:rPr b="1" lang="en-US" sz="902">
                <a:solidFill>
                  <a:srgbClr val="FF79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2026</a:t>
            </a:r>
            <a:endParaRPr sz="902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1222" name="Google Shape;1222;g3f876a7ffbd_0_797"/>
          <p:cNvSpPr/>
          <p:nvPr/>
        </p:nvSpPr>
        <p:spPr>
          <a:xfrm>
            <a:off x="952453" y="1085800"/>
            <a:ext cx="18021300" cy="7425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42233"/>
              </a:buClr>
              <a:buSzPts val="4800"/>
              <a:buFont typeface="League Spartan"/>
              <a:buNone/>
            </a:pPr>
            <a:r>
              <a:rPr b="1" lang="en-US" sz="4800">
                <a:solidFill>
                  <a:srgbClr val="142233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The </a:t>
            </a:r>
            <a:r>
              <a:rPr b="1" lang="en-US" sz="4800">
                <a:solidFill>
                  <a:srgbClr val="F04E23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EOS</a:t>
            </a:r>
            <a:r>
              <a:rPr b="1" lang="en-US" sz="4800">
                <a:solidFill>
                  <a:srgbClr val="142233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 Model®</a:t>
            </a:r>
            <a:endParaRPr sz="4800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1223" name="Google Shape;1223;g3f876a7ffbd_0_797"/>
          <p:cNvSpPr txBox="1"/>
          <p:nvPr>
            <p:ph idx="11" type="ftr"/>
          </p:nvPr>
        </p:nvSpPr>
        <p:spPr>
          <a:xfrm>
            <a:off x="20526152" y="14309647"/>
            <a:ext cx="6431400" cy="82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50" lIns="137150" spcFirstLastPara="1" rIns="137150" wrap="square" tIns="6855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r>
              <a:rPr lang="en-US">
                <a:solidFill>
                  <a:srgbClr val="747577"/>
                </a:solidFill>
              </a:rPr>
              <a:t>#EOSWorldwide</a:t>
            </a:r>
            <a:endParaRPr>
              <a:solidFill>
                <a:srgbClr val="747577"/>
              </a:solidFill>
            </a:endParaRPr>
          </a:p>
        </p:txBody>
      </p:sp>
      <p:grpSp>
        <p:nvGrpSpPr>
          <p:cNvPr id="1224" name="Google Shape;1224;g3f876a7ffbd_0_797"/>
          <p:cNvGrpSpPr/>
          <p:nvPr/>
        </p:nvGrpSpPr>
        <p:grpSpPr>
          <a:xfrm>
            <a:off x="6479912" y="521540"/>
            <a:ext cx="8470527" cy="8439662"/>
            <a:chOff x="4319941" y="347693"/>
            <a:chExt cx="5647018" cy="5626441"/>
          </a:xfrm>
        </p:grpSpPr>
        <p:pic>
          <p:nvPicPr>
            <p:cNvPr id="1225" name="Google Shape;1225;g3f876a7ffbd_0_797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5781331" y="347693"/>
              <a:ext cx="2708912" cy="2041498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226" name="Google Shape;1226;g3f876a7ffbd_0_797"/>
            <p:cNvPicPr preferRelativeResize="0"/>
            <p:nvPr/>
          </p:nvPicPr>
          <p:blipFill rotWithShape="1">
            <a:blip r:embed="rId5">
              <a:alphaModFix/>
            </a:blip>
            <a:srcRect b="0" l="0" r="0" t="0"/>
            <a:stretch/>
          </p:blipFill>
          <p:spPr>
            <a:xfrm>
              <a:off x="5738799" y="3899919"/>
              <a:ext cx="2793974" cy="2074215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227" name="Google Shape;1227;g3f876a7ffbd_0_797"/>
            <p:cNvPicPr preferRelativeResize="0"/>
            <p:nvPr/>
          </p:nvPicPr>
          <p:blipFill rotWithShape="1">
            <a:blip r:embed="rId6">
              <a:alphaModFix/>
            </a:blip>
            <a:srcRect b="0" l="0" r="0" t="0"/>
            <a:stretch/>
          </p:blipFill>
          <p:spPr>
            <a:xfrm>
              <a:off x="4327658" y="739166"/>
              <a:ext cx="2381748" cy="2368662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228" name="Google Shape;1228;g3f876a7ffbd_0_797"/>
            <p:cNvPicPr preferRelativeResize="0"/>
            <p:nvPr/>
          </p:nvPicPr>
          <p:blipFill rotWithShape="1">
            <a:blip r:embed="rId7">
              <a:alphaModFix/>
            </a:blip>
            <a:srcRect b="0" l="0" r="0" t="0"/>
            <a:stretch/>
          </p:blipFill>
          <p:spPr>
            <a:xfrm>
              <a:off x="7578667" y="726079"/>
              <a:ext cx="2388292" cy="2381748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229" name="Google Shape;1229;g3f876a7ffbd_0_797"/>
            <p:cNvPicPr preferRelativeResize="0"/>
            <p:nvPr/>
          </p:nvPicPr>
          <p:blipFill rotWithShape="1">
            <a:blip r:embed="rId8">
              <a:alphaModFix/>
            </a:blip>
            <a:srcRect b="0" l="0" r="0" t="0"/>
            <a:stretch/>
          </p:blipFill>
          <p:spPr>
            <a:xfrm>
              <a:off x="4319941" y="3178949"/>
              <a:ext cx="2349032" cy="2381748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230" name="Google Shape;1230;g3f876a7ffbd_0_797"/>
            <p:cNvPicPr preferRelativeResize="0"/>
            <p:nvPr/>
          </p:nvPicPr>
          <p:blipFill rotWithShape="1">
            <a:blip r:embed="rId9">
              <a:alphaModFix/>
            </a:blip>
            <a:srcRect b="0" l="0" r="0" t="0"/>
            <a:stretch/>
          </p:blipFill>
          <p:spPr>
            <a:xfrm>
              <a:off x="7624470" y="3178949"/>
              <a:ext cx="2342489" cy="2401378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231" name="Google Shape;1231;g3f876a7ffbd_0_797"/>
            <p:cNvPicPr preferRelativeResize="0"/>
            <p:nvPr/>
          </p:nvPicPr>
          <p:blipFill rotWithShape="1">
            <a:blip r:embed="rId10">
              <a:alphaModFix/>
            </a:blip>
            <a:srcRect b="0" l="0" r="0" t="0"/>
            <a:stretch/>
          </p:blipFill>
          <p:spPr>
            <a:xfrm>
              <a:off x="6290711" y="2301647"/>
              <a:ext cx="1720879" cy="1720879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236" name="Shape 1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7" name="Google Shape;1237;g3f876a7ffbd_0_964"/>
          <p:cNvSpPr/>
          <p:nvPr/>
        </p:nvSpPr>
        <p:spPr>
          <a:xfrm>
            <a:off x="952453" y="838194"/>
            <a:ext cx="1047600" cy="133200"/>
          </a:xfrm>
          <a:prstGeom prst="roundRect">
            <a:avLst>
              <a:gd fmla="val 50000" name="adj"/>
            </a:avLst>
          </a:prstGeom>
          <a:gradFill>
            <a:gsLst>
              <a:gs pos="0">
                <a:srgbClr val="F04E23"/>
              </a:gs>
              <a:gs pos="100000">
                <a:srgbClr val="FF7900"/>
              </a:gs>
            </a:gsLst>
            <a:lin ang="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1238" name="Google Shape;1238;g3f876a7ffbd_0_964"/>
          <p:cNvSpPr/>
          <p:nvPr/>
        </p:nvSpPr>
        <p:spPr>
          <a:xfrm>
            <a:off x="952453" y="1219147"/>
            <a:ext cx="8679600" cy="7425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42233"/>
              </a:buClr>
              <a:buSzPts val="4800"/>
              <a:buFont typeface="League Spartan"/>
              <a:buNone/>
            </a:pPr>
            <a:r>
              <a:rPr b="1" lang="en-US" sz="4800">
                <a:solidFill>
                  <a:srgbClr val="142233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EOS Foundational Tools™</a:t>
            </a:r>
            <a:endParaRPr sz="4800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1239" name="Google Shape;1239;g3f876a7ffbd_0_964"/>
          <p:cNvSpPr/>
          <p:nvPr/>
        </p:nvSpPr>
        <p:spPr>
          <a:xfrm>
            <a:off x="952453" y="9654885"/>
            <a:ext cx="2485200" cy="2511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A5AAAF"/>
              </a:buClr>
              <a:buSzPts val="1530"/>
              <a:buFont typeface="League Spartan"/>
              <a:buNone/>
            </a:pPr>
            <a:r>
              <a:rPr b="1" lang="en-US" sz="1530">
                <a:solidFill>
                  <a:srgbClr val="A5AAAF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#WeRunOnEOS2026</a:t>
            </a:r>
            <a:endParaRPr sz="1530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1240" name="Google Shape;1240;g3f876a7ffbd_0_964"/>
          <p:cNvSpPr/>
          <p:nvPr/>
        </p:nvSpPr>
        <p:spPr>
          <a:xfrm>
            <a:off x="933433" y="2339614"/>
            <a:ext cx="8210700" cy="63252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-452120" lvl="0" marL="457200" rtl="0" algn="l">
              <a:spcBef>
                <a:spcPts val="0"/>
              </a:spcBef>
              <a:spcAft>
                <a:spcPts val="0"/>
              </a:spcAft>
              <a:buClr>
                <a:srgbClr val="FF7900"/>
              </a:buClr>
              <a:buSzPts val="3520"/>
              <a:buFont typeface="Noto Sans Symbols"/>
              <a:buChar char="▪"/>
            </a:pPr>
            <a:r>
              <a:rPr b="1" lang="en-US" sz="3200">
                <a:solidFill>
                  <a:srgbClr val="142233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V/TO</a:t>
            </a:r>
            <a:endParaRPr>
              <a:solidFill>
                <a:schemeClr val="dk1"/>
              </a:solidFill>
            </a:endParaRPr>
          </a:p>
          <a:p>
            <a:pPr indent="-452120" lvl="0" marL="457200" rtl="0" algn="l">
              <a:spcBef>
                <a:spcPts val="2400"/>
              </a:spcBef>
              <a:spcAft>
                <a:spcPts val="0"/>
              </a:spcAft>
              <a:buClr>
                <a:srgbClr val="FF7900"/>
              </a:buClr>
              <a:buSzPts val="3520"/>
              <a:buFont typeface="Noto Sans Symbols"/>
              <a:buChar char="▪"/>
            </a:pPr>
            <a:r>
              <a:rPr b="1" lang="en-US" sz="3200">
                <a:solidFill>
                  <a:srgbClr val="142233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Accountability Chart</a:t>
            </a:r>
            <a:endParaRPr b="1" sz="3200">
              <a:solidFill>
                <a:srgbClr val="142233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  <a:p>
            <a:pPr indent="-452120" lvl="0" marL="457200" rtl="0" algn="l">
              <a:spcBef>
                <a:spcPts val="2400"/>
              </a:spcBef>
              <a:spcAft>
                <a:spcPts val="0"/>
              </a:spcAft>
              <a:buClr>
                <a:srgbClr val="FF7900"/>
              </a:buClr>
              <a:buSzPts val="3520"/>
              <a:buFont typeface="Noto Sans Symbols"/>
              <a:buChar char="▪"/>
            </a:pPr>
            <a:r>
              <a:rPr b="1" lang="en-US" sz="3200">
                <a:solidFill>
                  <a:srgbClr val="142233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Rocks</a:t>
            </a:r>
            <a:endParaRPr>
              <a:solidFill>
                <a:schemeClr val="dk1"/>
              </a:solidFill>
            </a:endParaRPr>
          </a:p>
          <a:p>
            <a:pPr indent="-452120" lvl="0" marL="457200" rtl="0" algn="l">
              <a:spcBef>
                <a:spcPts val="2400"/>
              </a:spcBef>
              <a:spcAft>
                <a:spcPts val="0"/>
              </a:spcAft>
              <a:buClr>
                <a:srgbClr val="FF7900"/>
              </a:buClr>
              <a:buSzPts val="3520"/>
              <a:buFont typeface="Noto Sans Symbols"/>
              <a:buChar char="▪"/>
            </a:pPr>
            <a:r>
              <a:rPr b="1" lang="en-US" sz="3200">
                <a:solidFill>
                  <a:srgbClr val="142233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Meeting Pulse</a:t>
            </a:r>
            <a:endParaRPr>
              <a:solidFill>
                <a:schemeClr val="dk1"/>
              </a:solidFill>
            </a:endParaRPr>
          </a:p>
          <a:p>
            <a:pPr indent="-452120" lvl="0" marL="457200" rtl="0" algn="l">
              <a:spcBef>
                <a:spcPts val="2400"/>
              </a:spcBef>
              <a:spcAft>
                <a:spcPts val="0"/>
              </a:spcAft>
              <a:buClr>
                <a:srgbClr val="FF7900"/>
              </a:buClr>
              <a:buSzPts val="3520"/>
              <a:buFont typeface="Noto Sans Symbols"/>
              <a:buChar char="▪"/>
            </a:pPr>
            <a:r>
              <a:rPr b="1" lang="en-US" sz="3200">
                <a:solidFill>
                  <a:srgbClr val="142233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Scorecard</a:t>
            </a:r>
            <a:endParaRPr sz="3200">
              <a:solidFill>
                <a:srgbClr val="5A6472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pic>
        <p:nvPicPr>
          <p:cNvPr descr="A person and person sitting on a couch looking at a computer&#10;&#10;Description automatically generated with medium confidence" id="1241" name="Google Shape;1241;g3f876a7ffbd_0_964"/>
          <p:cNvPicPr preferRelativeResize="0"/>
          <p:nvPr>
            <p:ph idx="2" type="pic"/>
          </p:nvPr>
        </p:nvPicPr>
        <p:blipFill rotWithShape="1">
          <a:blip r:embed="rId3">
            <a:alphaModFix/>
          </a:blip>
          <a:srcRect b="0" l="18485" r="22625" t="0"/>
          <a:stretch/>
        </p:blipFill>
        <p:spPr>
          <a:xfrm flipH="1">
            <a:off x="9200098" y="2523"/>
            <a:ext cx="9087902" cy="10284476"/>
          </a:xfrm>
          <a:prstGeom prst="rect">
            <a:avLst/>
          </a:prstGeom>
          <a:noFill/>
          <a:ln>
            <a:noFill/>
          </a:ln>
        </p:spPr>
      </p:pic>
      <p:sp>
        <p:nvSpPr>
          <p:cNvPr id="1242" name="Google Shape;1242;g3f876a7ffbd_0_964"/>
          <p:cNvSpPr/>
          <p:nvPr/>
        </p:nvSpPr>
        <p:spPr>
          <a:xfrm>
            <a:off x="9200098" y="-1"/>
            <a:ext cx="9087900" cy="10287000"/>
          </a:xfrm>
          <a:prstGeom prst="rect">
            <a:avLst/>
          </a:prstGeom>
          <a:gradFill>
            <a:gsLst>
              <a:gs pos="0">
                <a:srgbClr val="313B4F">
                  <a:alpha val="78039"/>
                </a:srgbClr>
              </a:gs>
              <a:gs pos="56000">
                <a:srgbClr val="12161D">
                  <a:alpha val="12157"/>
                </a:srgbClr>
              </a:gs>
              <a:gs pos="100000">
                <a:srgbClr val="12161D">
                  <a:alpha val="16078"/>
                </a:srgbClr>
              </a:gs>
            </a:gsLst>
            <a:lin ang="16200038" scaled="0"/>
          </a:gradFill>
          <a:ln>
            <a:noFill/>
          </a:ln>
        </p:spPr>
        <p:txBody>
          <a:bodyPr anchorCtr="0" anchor="ctr" bIns="75700" lIns="151450" spcFirstLastPara="1" rIns="151450" wrap="square" tIns="7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301"/>
              <a:buFont typeface="Arial"/>
              <a:buNone/>
            </a:pPr>
            <a:r>
              <a:t/>
            </a:r>
            <a:endParaRPr b="0" i="0" sz="5301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2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2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2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2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0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240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247" name="Shape 1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8" name="Google Shape;1248;g3f876a7ffbd_0_976"/>
          <p:cNvSpPr/>
          <p:nvPr/>
        </p:nvSpPr>
        <p:spPr>
          <a:xfrm>
            <a:off x="952453" y="838194"/>
            <a:ext cx="1047600" cy="133200"/>
          </a:xfrm>
          <a:prstGeom prst="roundRect">
            <a:avLst>
              <a:gd fmla="val 50000" name="adj"/>
            </a:avLst>
          </a:prstGeom>
          <a:gradFill>
            <a:gsLst>
              <a:gs pos="0">
                <a:srgbClr val="F04E23"/>
              </a:gs>
              <a:gs pos="100000">
                <a:srgbClr val="FF7900"/>
              </a:gs>
            </a:gsLst>
            <a:lin ang="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1249" name="Google Shape;1249;g3f876a7ffbd_0_976"/>
          <p:cNvSpPr/>
          <p:nvPr/>
        </p:nvSpPr>
        <p:spPr>
          <a:xfrm>
            <a:off x="952453" y="1219147"/>
            <a:ext cx="8679600" cy="7425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42233"/>
              </a:buClr>
              <a:buSzPts val="4800"/>
              <a:buFont typeface="League Spartan"/>
              <a:buNone/>
            </a:pPr>
            <a:r>
              <a:rPr b="1" lang="en-US" sz="4800">
                <a:solidFill>
                  <a:srgbClr val="142233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Resources</a:t>
            </a:r>
            <a:endParaRPr sz="4800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1250" name="Google Shape;1250;g3f876a7ffbd_0_976"/>
          <p:cNvSpPr/>
          <p:nvPr/>
        </p:nvSpPr>
        <p:spPr>
          <a:xfrm>
            <a:off x="952453" y="9654885"/>
            <a:ext cx="2485200" cy="2511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A5AAAF"/>
              </a:buClr>
              <a:buSzPts val="1530"/>
              <a:buFont typeface="League Spartan"/>
              <a:buNone/>
            </a:pPr>
            <a:r>
              <a:rPr b="1" lang="en-US" sz="1530">
                <a:solidFill>
                  <a:srgbClr val="A5AAAF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#WeRunOnEOS2026</a:t>
            </a:r>
            <a:endParaRPr sz="1530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1251" name="Google Shape;1251;g3f876a7ffbd_0_976"/>
          <p:cNvSpPr/>
          <p:nvPr/>
        </p:nvSpPr>
        <p:spPr>
          <a:xfrm>
            <a:off x="933433" y="2339614"/>
            <a:ext cx="8210700" cy="63252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-452120" lvl="0" marL="457200" rtl="0" algn="l">
              <a:spcBef>
                <a:spcPts val="0"/>
              </a:spcBef>
              <a:spcAft>
                <a:spcPts val="0"/>
              </a:spcAft>
              <a:buClr>
                <a:srgbClr val="FF7900"/>
              </a:buClr>
              <a:buSzPts val="3520"/>
              <a:buFont typeface="Noto Sans Symbols"/>
              <a:buChar char="▪"/>
            </a:pPr>
            <a:r>
              <a:rPr b="1" lang="en-US" sz="3200">
                <a:solidFill>
                  <a:srgbClr val="142233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EOSWorldwide.com</a:t>
            </a:r>
            <a:endParaRPr b="1" sz="3200">
              <a:solidFill>
                <a:srgbClr val="142233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  <a:p>
            <a:pPr indent="-452120" lvl="1" marL="914400" rtl="0" algn="l">
              <a:spcBef>
                <a:spcPts val="2400"/>
              </a:spcBef>
              <a:spcAft>
                <a:spcPts val="0"/>
              </a:spcAft>
              <a:buClr>
                <a:srgbClr val="FF7900"/>
              </a:buClr>
              <a:buSzPts val="3520"/>
              <a:buFont typeface="Noto Sans Symbols"/>
              <a:buChar char="▪"/>
            </a:pPr>
            <a:r>
              <a:rPr lang="en-US" sz="3200">
                <a:solidFill>
                  <a:srgbClr val="5A6472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Traction Library</a:t>
            </a:r>
            <a:endParaRPr sz="3200">
              <a:solidFill>
                <a:srgbClr val="5A6472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  <a:p>
            <a:pPr indent="-452120" lvl="1" marL="914400" rtl="0" algn="l">
              <a:spcBef>
                <a:spcPts val="2400"/>
              </a:spcBef>
              <a:spcAft>
                <a:spcPts val="0"/>
              </a:spcAft>
              <a:buClr>
                <a:srgbClr val="FF7900"/>
              </a:buClr>
              <a:buSzPts val="3520"/>
              <a:buFont typeface="Noto Sans Symbols"/>
              <a:buChar char="▪"/>
            </a:pPr>
            <a:r>
              <a:rPr lang="en-US" sz="3200">
                <a:solidFill>
                  <a:srgbClr val="5A6472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Downloadable tools and videos</a:t>
            </a:r>
            <a:endParaRPr sz="3200">
              <a:solidFill>
                <a:srgbClr val="5A6472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  <a:p>
            <a:pPr indent="-452120" lvl="1" marL="914400" rtl="0" algn="l">
              <a:spcBef>
                <a:spcPts val="2400"/>
              </a:spcBef>
              <a:spcAft>
                <a:spcPts val="0"/>
              </a:spcAft>
              <a:buClr>
                <a:srgbClr val="FF7900"/>
              </a:buClr>
              <a:buSzPts val="3520"/>
              <a:buFont typeface="Noto Sans Symbols"/>
              <a:buChar char="▪"/>
            </a:pPr>
            <a:r>
              <a:rPr lang="en-US" sz="3200">
                <a:solidFill>
                  <a:srgbClr val="5A6472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Base Camp</a:t>
            </a:r>
            <a:endParaRPr sz="3200">
              <a:solidFill>
                <a:srgbClr val="5A6472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  <a:p>
            <a:pPr indent="-452120" lvl="1" marL="914400" rtl="0" algn="l">
              <a:spcBef>
                <a:spcPts val="2400"/>
              </a:spcBef>
              <a:spcAft>
                <a:spcPts val="0"/>
              </a:spcAft>
              <a:buClr>
                <a:srgbClr val="FF7900"/>
              </a:buClr>
              <a:buSzPts val="3520"/>
              <a:buFont typeface="Noto Sans Symbols"/>
              <a:buChar char="▪"/>
            </a:pPr>
            <a:r>
              <a:rPr lang="en-US" sz="3200">
                <a:solidFill>
                  <a:srgbClr val="5A6472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EOS Implementers</a:t>
            </a:r>
            <a:endParaRPr b="1" sz="3200">
              <a:solidFill>
                <a:srgbClr val="142233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pic>
        <p:nvPicPr>
          <p:cNvPr descr="A person pointing at a whiteboard&#10;&#10;Description automatically generated with low confidence" id="1252" name="Google Shape;1252;g3f876a7ffbd_0_976"/>
          <p:cNvPicPr preferRelativeResize="0"/>
          <p:nvPr>
            <p:ph idx="2" type="pic"/>
          </p:nvPr>
        </p:nvPicPr>
        <p:blipFill rotWithShape="1">
          <a:blip r:embed="rId3">
            <a:alphaModFix/>
          </a:blip>
          <a:srcRect b="7145" l="289" r="0" t="296"/>
          <a:stretch/>
        </p:blipFill>
        <p:spPr>
          <a:xfrm>
            <a:off x="9200098" y="0"/>
            <a:ext cx="9087901" cy="10286998"/>
          </a:xfrm>
          <a:prstGeom prst="rect">
            <a:avLst/>
          </a:prstGeom>
          <a:noFill/>
          <a:ln>
            <a:noFill/>
          </a:ln>
        </p:spPr>
      </p:pic>
      <p:sp>
        <p:nvSpPr>
          <p:cNvPr id="1253" name="Google Shape;1253;g3f876a7ffbd_0_976"/>
          <p:cNvSpPr/>
          <p:nvPr/>
        </p:nvSpPr>
        <p:spPr>
          <a:xfrm>
            <a:off x="9200100" y="0"/>
            <a:ext cx="9087900" cy="10287000"/>
          </a:xfrm>
          <a:prstGeom prst="rect">
            <a:avLst/>
          </a:prstGeom>
          <a:gradFill>
            <a:gsLst>
              <a:gs pos="0">
                <a:srgbClr val="313B4F">
                  <a:alpha val="78039"/>
                </a:srgbClr>
              </a:gs>
              <a:gs pos="56000">
                <a:srgbClr val="12161D">
                  <a:alpha val="12157"/>
                </a:srgbClr>
              </a:gs>
              <a:gs pos="100000">
                <a:srgbClr val="12161D">
                  <a:alpha val="16078"/>
                </a:srgbClr>
              </a:gs>
            </a:gsLst>
            <a:lin ang="16200038" scaled="0"/>
          </a:gradFill>
          <a:ln>
            <a:noFill/>
          </a:ln>
        </p:spPr>
        <p:txBody>
          <a:bodyPr anchorCtr="0" anchor="ctr" bIns="75700" lIns="151450" spcFirstLastPara="1" rIns="151450" wrap="square" tIns="7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301"/>
              <a:buFont typeface="Arial"/>
              <a:buNone/>
            </a:pPr>
            <a:r>
              <a:t/>
            </a:r>
            <a:endParaRPr b="0" i="0" sz="5301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25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25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25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25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25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258" name="Shape 1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9" name="Google Shape;1259;g3f876a7ffbd_0_988"/>
          <p:cNvSpPr/>
          <p:nvPr/>
        </p:nvSpPr>
        <p:spPr>
          <a:xfrm>
            <a:off x="952453" y="838194"/>
            <a:ext cx="1047600" cy="133200"/>
          </a:xfrm>
          <a:prstGeom prst="roundRect">
            <a:avLst>
              <a:gd fmla="val 50000" name="adj"/>
            </a:avLst>
          </a:prstGeom>
          <a:gradFill>
            <a:gsLst>
              <a:gs pos="0">
                <a:srgbClr val="F04E23"/>
              </a:gs>
              <a:gs pos="100000">
                <a:srgbClr val="FF7900"/>
              </a:gs>
            </a:gsLst>
            <a:lin ang="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1260" name="Google Shape;1260;g3f876a7ffbd_0_988"/>
          <p:cNvSpPr/>
          <p:nvPr/>
        </p:nvSpPr>
        <p:spPr>
          <a:xfrm>
            <a:off x="952453" y="1219147"/>
            <a:ext cx="8679600" cy="7425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42233"/>
              </a:buClr>
              <a:buSzPts val="4800"/>
              <a:buFont typeface="League Spartan"/>
              <a:buNone/>
            </a:pPr>
            <a:r>
              <a:rPr b="1" lang="en-US" sz="4800">
                <a:solidFill>
                  <a:srgbClr val="142233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Final Thoughts</a:t>
            </a:r>
            <a:endParaRPr sz="4800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1261" name="Google Shape;1261;g3f876a7ffbd_0_988"/>
          <p:cNvSpPr/>
          <p:nvPr/>
        </p:nvSpPr>
        <p:spPr>
          <a:xfrm>
            <a:off x="952453" y="9654885"/>
            <a:ext cx="2485200" cy="2511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A5AAAF"/>
              </a:buClr>
              <a:buSzPts val="1530"/>
              <a:buFont typeface="League Spartan"/>
              <a:buNone/>
            </a:pPr>
            <a:r>
              <a:rPr b="1" lang="en-US" sz="1530">
                <a:solidFill>
                  <a:srgbClr val="A5AAAF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#WeRunOnEOS2026</a:t>
            </a:r>
            <a:endParaRPr sz="1530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1262" name="Google Shape;1262;g3f876a7ffbd_0_988"/>
          <p:cNvSpPr/>
          <p:nvPr/>
        </p:nvSpPr>
        <p:spPr>
          <a:xfrm>
            <a:off x="933433" y="2339614"/>
            <a:ext cx="8210700" cy="63252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-45212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FF7900"/>
              </a:buClr>
              <a:buSzPts val="3520"/>
              <a:buFont typeface="Noto Sans Symbols"/>
              <a:buChar char="▪"/>
            </a:pPr>
            <a:r>
              <a:rPr b="1" lang="en-US" sz="3200">
                <a:solidFill>
                  <a:srgbClr val="142233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Choose — and Use — a System</a:t>
            </a:r>
            <a:endParaRPr b="1" sz="3200">
              <a:solidFill>
                <a:srgbClr val="142233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  <a:p>
            <a:pPr indent="-45212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FF7900"/>
              </a:buClr>
              <a:buSzPts val="3520"/>
              <a:buFont typeface="Noto Sans Symbols"/>
              <a:buChar char="▪"/>
            </a:pPr>
            <a:r>
              <a:rPr b="1" lang="en-US" sz="3200">
                <a:solidFill>
                  <a:srgbClr val="142233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Get What You Want – your #1 Goal</a:t>
            </a:r>
            <a:endParaRPr b="1" sz="3200">
              <a:solidFill>
                <a:srgbClr val="142233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pic>
        <p:nvPicPr>
          <p:cNvPr descr="A person pointing at a whiteboard&#10;&#10;Description automatically generated with low confidence" id="1263" name="Google Shape;1263;g3f876a7ffbd_0_988"/>
          <p:cNvPicPr preferRelativeResize="0"/>
          <p:nvPr>
            <p:ph idx="2" type="pic"/>
          </p:nvPr>
        </p:nvPicPr>
        <p:blipFill rotWithShape="1">
          <a:blip r:embed="rId3">
            <a:alphaModFix/>
          </a:blip>
          <a:srcRect b="7145" l="289" r="0" t="296"/>
          <a:stretch/>
        </p:blipFill>
        <p:spPr>
          <a:xfrm>
            <a:off x="9200098" y="0"/>
            <a:ext cx="9087901" cy="10286998"/>
          </a:xfrm>
          <a:prstGeom prst="rect">
            <a:avLst/>
          </a:prstGeom>
          <a:noFill/>
          <a:ln>
            <a:noFill/>
          </a:ln>
        </p:spPr>
      </p:pic>
      <p:sp>
        <p:nvSpPr>
          <p:cNvPr id="1264" name="Google Shape;1264;g3f876a7ffbd_0_988"/>
          <p:cNvSpPr/>
          <p:nvPr/>
        </p:nvSpPr>
        <p:spPr>
          <a:xfrm>
            <a:off x="9200100" y="0"/>
            <a:ext cx="9087900" cy="10287000"/>
          </a:xfrm>
          <a:prstGeom prst="rect">
            <a:avLst/>
          </a:prstGeom>
          <a:gradFill>
            <a:gsLst>
              <a:gs pos="0">
                <a:srgbClr val="313B4F">
                  <a:alpha val="78039"/>
                </a:srgbClr>
              </a:gs>
              <a:gs pos="56000">
                <a:srgbClr val="12161D">
                  <a:alpha val="12157"/>
                </a:srgbClr>
              </a:gs>
              <a:gs pos="100000">
                <a:srgbClr val="12161D">
                  <a:alpha val="16078"/>
                </a:srgbClr>
              </a:gs>
            </a:gsLst>
            <a:lin ang="16200038" scaled="0"/>
          </a:gradFill>
          <a:ln>
            <a:noFill/>
          </a:ln>
        </p:spPr>
        <p:txBody>
          <a:bodyPr anchorCtr="0" anchor="ctr" bIns="75700" lIns="151450" spcFirstLastPara="1" rIns="151450" wrap="square" tIns="7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301"/>
              <a:buFont typeface="Arial"/>
              <a:buNone/>
            </a:pPr>
            <a:r>
              <a:t/>
            </a:r>
            <a:endParaRPr b="0" i="0" sz="5301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65" name="Google Shape;1265;g3f876a7ffbd_0_988" title="20260914 - WRoEOS - EOS-Talk.png"/>
          <p:cNvPicPr preferRelativeResize="0"/>
          <p:nvPr/>
        </p:nvPicPr>
        <p:blipFill rotWithShape="1">
          <a:blip r:embed="rId4">
            <a:alphaModFix/>
          </a:blip>
          <a:srcRect b="9437" l="23911" r="19157" t="0"/>
          <a:stretch/>
        </p:blipFill>
        <p:spPr>
          <a:xfrm>
            <a:off x="9200100" y="0"/>
            <a:ext cx="11496400" cy="10287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2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2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0" name="Shape 1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1" name="Google Shape;1271;g3f876a7ffbd_0_1007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gradFill>
            <a:gsLst>
              <a:gs pos="0">
                <a:srgbClr val="3A4759"/>
              </a:gs>
              <a:gs pos="48000">
                <a:srgbClr val="1F2C3F"/>
              </a:gs>
              <a:gs pos="100000">
                <a:srgbClr val="101B2B"/>
              </a:gs>
            </a:gsLst>
            <a:lin ang="8100019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1272" name="Google Shape;1272;g3f876a7ffbd_0_1007"/>
          <p:cNvSpPr/>
          <p:nvPr/>
        </p:nvSpPr>
        <p:spPr>
          <a:xfrm>
            <a:off x="1523951" y="2846121"/>
            <a:ext cx="16764000" cy="11811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30000"/>
              </a:lnSpc>
              <a:spcBef>
                <a:spcPts val="0"/>
              </a:spcBef>
              <a:spcAft>
                <a:spcPts val="0"/>
              </a:spcAft>
              <a:buClr>
                <a:srgbClr val="FF7900"/>
              </a:buClr>
              <a:buSzPts val="15262"/>
              <a:buFont typeface="League Spartan"/>
              <a:buNone/>
            </a:pPr>
            <a:r>
              <a:rPr b="1" lang="en-US" sz="15263">
                <a:solidFill>
                  <a:srgbClr val="FF79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“</a:t>
            </a:r>
            <a:endParaRPr sz="15263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1273" name="Google Shape;1273;g3f876a7ffbd_0_1007"/>
          <p:cNvSpPr/>
          <p:nvPr/>
        </p:nvSpPr>
        <p:spPr>
          <a:xfrm>
            <a:off x="1523951" y="7263739"/>
            <a:ext cx="3187800" cy="4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7900"/>
              </a:buClr>
              <a:buSzPts val="2550"/>
              <a:buFont typeface="League Spartan"/>
              <a:buNone/>
            </a:pPr>
            <a:r>
              <a:rPr b="1" lang="en-US" sz="2550">
                <a:solidFill>
                  <a:srgbClr val="FF79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—– VISIONARY</a:t>
            </a:r>
            <a:r>
              <a:rPr b="1" lang="en-US" sz="2550">
                <a:solidFill>
                  <a:srgbClr val="FF79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,</a:t>
            </a:r>
            <a:endParaRPr sz="2550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1274" name="Google Shape;1274;g3f876a7ffbd_0_1007"/>
          <p:cNvSpPr/>
          <p:nvPr/>
        </p:nvSpPr>
        <p:spPr>
          <a:xfrm>
            <a:off x="3990449" y="7300800"/>
            <a:ext cx="4652100" cy="3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AEB7C2"/>
              </a:buClr>
              <a:buSzPts val="2167"/>
              <a:buFont typeface="League Spartan"/>
              <a:buNone/>
            </a:pPr>
            <a:r>
              <a:rPr lang="en-US" sz="2168">
                <a:solidFill>
                  <a:srgbClr val="AEB7C2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EOS Client in Minnesota</a:t>
            </a:r>
            <a:endParaRPr sz="2168">
              <a:solidFill>
                <a:srgbClr val="AEB7C2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1275" name="Google Shape;1275;g3f876a7ffbd_0_1007"/>
          <p:cNvSpPr/>
          <p:nvPr/>
        </p:nvSpPr>
        <p:spPr>
          <a:xfrm>
            <a:off x="952453" y="9654885"/>
            <a:ext cx="2485200" cy="2511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A94A2"/>
              </a:buClr>
              <a:buSzPts val="1530"/>
              <a:buFont typeface="League Spartan"/>
              <a:buNone/>
            </a:pPr>
            <a:r>
              <a:rPr b="1" lang="en-US" sz="1530">
                <a:solidFill>
                  <a:srgbClr val="8A94A2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#WeRunOnEOS2026</a:t>
            </a:r>
            <a:endParaRPr sz="1530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1276" name="Google Shape;1276;g3f876a7ffbd_0_1007"/>
          <p:cNvSpPr/>
          <p:nvPr/>
        </p:nvSpPr>
        <p:spPr>
          <a:xfrm>
            <a:off x="1523950" y="3882764"/>
            <a:ext cx="11383800" cy="33294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98768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200"/>
              <a:buFont typeface="League Spartan"/>
              <a:buNone/>
            </a:pPr>
            <a:r>
              <a:rPr b="1" lang="en-US" sz="4200">
                <a:solidFill>
                  <a:srgbClr val="FFFFFF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“I’ve never felt so alive and in control. I own the vision for my future and the ability to share it with others and get them on board. </a:t>
            </a:r>
            <a:endParaRPr b="1" sz="4200">
              <a:solidFill>
                <a:srgbClr val="FFFFFF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  <a:p>
            <a:pPr indent="0" lvl="0" marL="0" marR="0" rtl="0" algn="l">
              <a:lnSpc>
                <a:spcPct val="98768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200"/>
              <a:buFont typeface="League Spartan"/>
              <a:buNone/>
            </a:pPr>
            <a:r>
              <a:rPr b="1" lang="en-US" sz="4200">
                <a:solidFill>
                  <a:srgbClr val="FFFFFF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Here's the best part—I'm 41 years old! I can only imagine what is possible.”</a:t>
            </a:r>
            <a:endParaRPr b="1" sz="4200">
              <a:solidFill>
                <a:srgbClr val="FFFFFF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81" name="Shape 1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2" name="Google Shape;1282;g3f876a7ffbd_0_103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gradFill>
            <a:gsLst>
              <a:gs pos="0">
                <a:srgbClr val="3A4759"/>
              </a:gs>
              <a:gs pos="48000">
                <a:srgbClr val="1F2C3F"/>
              </a:gs>
              <a:gs pos="100000">
                <a:srgbClr val="101B2B"/>
              </a:gs>
            </a:gsLst>
            <a:lin ang="8100019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pic>
        <p:nvPicPr>
          <p:cNvPr descr="preencoded.png" id="1283" name="Google Shape;1283;g3f876a7ffbd_0_1030"/>
          <p:cNvPicPr preferRelativeResize="0"/>
          <p:nvPr/>
        </p:nvPicPr>
        <p:blipFill rotWithShape="1">
          <a:blip r:embed="rId3">
            <a:alphaModFix amt="6000"/>
          </a:blip>
          <a:srcRect b="0" l="0" r="0" t="0"/>
          <a:stretch/>
        </p:blipFill>
        <p:spPr>
          <a:xfrm>
            <a:off x="9153558" y="762790"/>
            <a:ext cx="9305858" cy="8761395"/>
          </a:xfrm>
          <a:prstGeom prst="rect">
            <a:avLst/>
          </a:prstGeom>
          <a:noFill/>
          <a:ln>
            <a:noFill/>
          </a:ln>
        </p:spPr>
      </p:pic>
      <p:sp>
        <p:nvSpPr>
          <p:cNvPr id="1284" name="Google Shape;1284;g3f876a7ffbd_0_1030"/>
          <p:cNvSpPr/>
          <p:nvPr/>
        </p:nvSpPr>
        <p:spPr>
          <a:xfrm>
            <a:off x="14068392" y="1067526"/>
            <a:ext cx="4318500" cy="17715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77062"/>
              </a:lnSpc>
              <a:spcBef>
                <a:spcPts val="0"/>
              </a:spcBef>
              <a:spcAft>
                <a:spcPts val="0"/>
              </a:spcAft>
              <a:buClr>
                <a:srgbClr val="FF7900"/>
              </a:buClr>
              <a:buSzPts val="13650"/>
              <a:buFont typeface="League Spartan"/>
              <a:buNone/>
            </a:pPr>
            <a:r>
              <a:rPr b="1" lang="en-US" sz="13650">
                <a:solidFill>
                  <a:srgbClr val="FF79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2026</a:t>
            </a:r>
            <a:endParaRPr sz="13650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1285" name="Google Shape;1285;g3f876a7ffbd_0_1030"/>
          <p:cNvSpPr/>
          <p:nvPr/>
        </p:nvSpPr>
        <p:spPr>
          <a:xfrm>
            <a:off x="1238236" y="4610088"/>
            <a:ext cx="17392500" cy="13983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78629"/>
              </a:lnSpc>
              <a:spcBef>
                <a:spcPts val="0"/>
              </a:spcBef>
              <a:spcAft>
                <a:spcPts val="0"/>
              </a:spcAft>
              <a:buClr>
                <a:srgbClr val="FF7900"/>
              </a:buClr>
              <a:buSzPts val="10500"/>
              <a:buFont typeface="League Spartan"/>
              <a:buNone/>
            </a:pPr>
            <a:r>
              <a:rPr b="1" lang="en-US" sz="10500">
                <a:solidFill>
                  <a:srgbClr val="FF79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Q&amp;A</a:t>
            </a:r>
            <a:endParaRPr sz="10500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1286" name="Google Shape;1286;g3f876a7ffbd_0_1030"/>
          <p:cNvSpPr/>
          <p:nvPr/>
        </p:nvSpPr>
        <p:spPr>
          <a:xfrm>
            <a:off x="952453" y="9654885"/>
            <a:ext cx="2485200" cy="2511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A94A2"/>
              </a:buClr>
              <a:buSzPts val="1530"/>
              <a:buFont typeface="League Spartan"/>
              <a:buNone/>
            </a:pPr>
            <a:r>
              <a:rPr b="1" lang="en-US" sz="1530">
                <a:solidFill>
                  <a:srgbClr val="8A94A2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#WeRunOnEOS2026</a:t>
            </a:r>
            <a:endParaRPr sz="1530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91" name="Shape 12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2" name="Google Shape;1292;p14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gradFill>
            <a:gsLst>
              <a:gs pos="0">
                <a:srgbClr val="3A4759"/>
              </a:gs>
              <a:gs pos="48000">
                <a:srgbClr val="1F2C3F"/>
              </a:gs>
              <a:gs pos="100000">
                <a:srgbClr val="101B2B"/>
              </a:gs>
            </a:gsLst>
            <a:lin ang="8100019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pic>
        <p:nvPicPr>
          <p:cNvPr descr="preencoded.png" id="1293" name="Google Shape;1293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524722" y="2165011"/>
            <a:ext cx="3238447" cy="3048989"/>
          </a:xfrm>
          <a:prstGeom prst="rect">
            <a:avLst/>
          </a:prstGeom>
          <a:noFill/>
          <a:ln>
            <a:noFill/>
          </a:ln>
        </p:spPr>
      </p:pic>
      <p:sp>
        <p:nvSpPr>
          <p:cNvPr id="1294" name="Google Shape;1294;p14"/>
          <p:cNvSpPr/>
          <p:nvPr/>
        </p:nvSpPr>
        <p:spPr>
          <a:xfrm>
            <a:off x="9239218" y="2269759"/>
            <a:ext cx="1494900" cy="6381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76809"/>
              </a:lnSpc>
              <a:spcBef>
                <a:spcPts val="0"/>
              </a:spcBef>
              <a:spcAft>
                <a:spcPts val="0"/>
              </a:spcAft>
              <a:buClr>
                <a:srgbClr val="FF7900"/>
              </a:buClr>
              <a:buSzPts val="4370"/>
              <a:buFont typeface="League Spartan"/>
              <a:buNone/>
            </a:pPr>
            <a:r>
              <a:rPr b="1" lang="en-US" sz="4371">
                <a:solidFill>
                  <a:srgbClr val="FF79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2026</a:t>
            </a:r>
            <a:endParaRPr sz="4371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1295" name="Google Shape;1295;p14"/>
          <p:cNvSpPr/>
          <p:nvPr/>
        </p:nvSpPr>
        <p:spPr>
          <a:xfrm>
            <a:off x="6323033" y="5594954"/>
            <a:ext cx="6206100" cy="11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800"/>
              <a:buFont typeface="League Spartan"/>
              <a:buNone/>
            </a:pPr>
            <a:r>
              <a:rPr b="1" lang="en-US" sz="7800">
                <a:solidFill>
                  <a:srgbClr val="FFFFFF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Thanks, </a:t>
            </a:r>
            <a:r>
              <a:rPr b="1" lang="en-US" sz="7800">
                <a:solidFill>
                  <a:srgbClr val="FF79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y’all!</a:t>
            </a:r>
            <a:endParaRPr sz="7800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1296" name="Google Shape;1296;p14"/>
          <p:cNvSpPr/>
          <p:nvPr/>
        </p:nvSpPr>
        <p:spPr>
          <a:xfrm>
            <a:off x="3844815" y="7110618"/>
            <a:ext cx="10598400" cy="2991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AEB7C2"/>
              </a:buClr>
              <a:buSzPts val="1912"/>
              <a:buFont typeface="League Spartan"/>
              <a:buNone/>
            </a:pPr>
            <a:r>
              <a:rPr b="1" lang="en-US" sz="1913">
                <a:solidFill>
                  <a:srgbClr val="AEB7C2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FIFTH ANNUAL · SEPTEMBER 14, 2026 · THE STATLER DALLAS</a:t>
            </a:r>
            <a:endParaRPr sz="1913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1297" name="Google Shape;1297;p14"/>
          <p:cNvSpPr/>
          <p:nvPr/>
        </p:nvSpPr>
        <p:spPr>
          <a:xfrm>
            <a:off x="5334599" y="7752700"/>
            <a:ext cx="4494000" cy="4077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7900"/>
              </a:buClr>
              <a:buSzPts val="2550"/>
              <a:buFont typeface="League Spartan"/>
              <a:buNone/>
            </a:pPr>
            <a:r>
              <a:rPr b="1" lang="en-US" sz="2550">
                <a:solidFill>
                  <a:srgbClr val="FF79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ann.sheu@EOSWorldwide.com</a:t>
            </a:r>
            <a:endParaRPr b="1" sz="2550">
              <a:solidFill>
                <a:srgbClr val="FF7900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7900"/>
              </a:buClr>
              <a:buSzPts val="2550"/>
              <a:buFont typeface="League Spartan"/>
              <a:buNone/>
            </a:pPr>
            <a:r>
              <a:t/>
            </a:r>
            <a:endParaRPr b="1" sz="2550">
              <a:solidFill>
                <a:srgbClr val="FF7900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1298" name="Google Shape;1298;p14"/>
          <p:cNvSpPr/>
          <p:nvPr/>
        </p:nvSpPr>
        <p:spPr>
          <a:xfrm>
            <a:off x="10074190" y="7822260"/>
            <a:ext cx="2879100" cy="3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9D0D9"/>
              </a:buClr>
              <a:buSzPts val="2167"/>
              <a:buFont typeface="League Spartan"/>
              <a:buNone/>
            </a:pPr>
            <a:r>
              <a:rPr b="1" lang="en-US" sz="2168">
                <a:solidFill>
                  <a:srgbClr val="C9D0D9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eosnorthtexas.com</a:t>
            </a:r>
            <a:endParaRPr sz="2168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1299" name="Google Shape;1299;p14"/>
          <p:cNvSpPr/>
          <p:nvPr/>
        </p:nvSpPr>
        <p:spPr>
          <a:xfrm>
            <a:off x="952453" y="9654885"/>
            <a:ext cx="2485200" cy="2511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A94A2"/>
              </a:buClr>
              <a:buSzPts val="1530"/>
              <a:buFont typeface="League Spartan"/>
              <a:buNone/>
            </a:pPr>
            <a:r>
              <a:rPr b="1" lang="en-US" sz="1530">
                <a:solidFill>
                  <a:srgbClr val="8A94A2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#WeRunOnEOS2026</a:t>
            </a:r>
            <a:endParaRPr sz="1530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304" name="Shape 13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5" name="Google Shape;1305;p8"/>
          <p:cNvSpPr/>
          <p:nvPr/>
        </p:nvSpPr>
        <p:spPr>
          <a:xfrm>
            <a:off x="952453" y="761976"/>
            <a:ext cx="18021359" cy="607629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42233"/>
              </a:buClr>
              <a:buSzPts val="3900"/>
              <a:buFont typeface="League Spartan"/>
              <a:buNone/>
            </a:pPr>
            <a:r>
              <a:rPr b="1" lang="en-US" sz="3900">
                <a:solidFill>
                  <a:srgbClr val="142233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Thank You to Our Sponsors</a:t>
            </a:r>
            <a:endParaRPr sz="3900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1306" name="Google Shape;1306;p8"/>
          <p:cNvSpPr/>
          <p:nvPr/>
        </p:nvSpPr>
        <p:spPr>
          <a:xfrm>
            <a:off x="952453" y="1617220"/>
            <a:ext cx="2883803" cy="3033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A5AAAF"/>
              </a:buClr>
              <a:buSzPts val="1800"/>
              <a:buFont typeface="League Spartan"/>
              <a:buNone/>
            </a:pPr>
            <a:r>
              <a:rPr b="1" lang="en-US" sz="1800">
                <a:solidFill>
                  <a:srgbClr val="A5AAAF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TITLE SPONSORS</a:t>
            </a:r>
            <a:endParaRPr sz="1800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1307" name="Google Shape;1307;p8"/>
          <p:cNvSpPr/>
          <p:nvPr/>
        </p:nvSpPr>
        <p:spPr>
          <a:xfrm>
            <a:off x="3745480" y="1740310"/>
            <a:ext cx="13590026" cy="19021"/>
          </a:xfrm>
          <a:prstGeom prst="rect">
            <a:avLst/>
          </a:prstGeom>
          <a:solidFill>
            <a:srgbClr val="E5E8EB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1308" name="Google Shape;1308;p8"/>
          <p:cNvSpPr/>
          <p:nvPr/>
        </p:nvSpPr>
        <p:spPr>
          <a:xfrm>
            <a:off x="4057688" y="1996679"/>
            <a:ext cx="4952944" cy="1409692"/>
          </a:xfrm>
          <a:prstGeom prst="roundRect">
            <a:avLst>
              <a:gd fmla="val 6757" name="adj"/>
            </a:avLst>
          </a:prstGeom>
          <a:noFill/>
          <a:ln cap="flat" cmpd="sng" w="17375">
            <a:solidFill>
              <a:srgbClr val="E5E8E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pic>
        <p:nvPicPr>
          <p:cNvPr descr="preencoded.png" id="1309" name="Google Shape;1309;p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67665" y="2242655"/>
            <a:ext cx="2532922" cy="917672"/>
          </a:xfrm>
          <a:prstGeom prst="rect">
            <a:avLst/>
          </a:prstGeom>
          <a:noFill/>
          <a:ln>
            <a:noFill/>
          </a:ln>
        </p:spPr>
      </p:pic>
      <p:sp>
        <p:nvSpPr>
          <p:cNvPr id="1310" name="Google Shape;1310;p8"/>
          <p:cNvSpPr/>
          <p:nvPr/>
        </p:nvSpPr>
        <p:spPr>
          <a:xfrm>
            <a:off x="9277327" y="1996679"/>
            <a:ext cx="4952944" cy="1409692"/>
          </a:xfrm>
          <a:prstGeom prst="roundRect">
            <a:avLst>
              <a:gd fmla="val 6757" name="adj"/>
            </a:avLst>
          </a:prstGeom>
          <a:noFill/>
          <a:ln cap="flat" cmpd="sng" w="17375">
            <a:solidFill>
              <a:srgbClr val="E5E8E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pic>
        <p:nvPicPr>
          <p:cNvPr descr="preencoded.png" id="1311" name="Google Shape;1311;p8"/>
          <p:cNvPicPr preferRelativeResize="0"/>
          <p:nvPr/>
        </p:nvPicPr>
        <p:blipFill rotWithShape="1">
          <a:blip r:embed="rId4">
            <a:alphaModFix/>
          </a:blip>
          <a:srcRect b="0" l="-3" r="-3" t="0"/>
          <a:stretch/>
        </p:blipFill>
        <p:spPr>
          <a:xfrm>
            <a:off x="10317002" y="2242655"/>
            <a:ext cx="2873525" cy="917672"/>
          </a:xfrm>
          <a:prstGeom prst="rect">
            <a:avLst/>
          </a:prstGeom>
          <a:noFill/>
          <a:ln>
            <a:noFill/>
          </a:ln>
        </p:spPr>
      </p:pic>
      <p:sp>
        <p:nvSpPr>
          <p:cNvPr id="1312" name="Google Shape;1312;p8"/>
          <p:cNvSpPr/>
          <p:nvPr/>
        </p:nvSpPr>
        <p:spPr>
          <a:xfrm>
            <a:off x="952453" y="3634957"/>
            <a:ext cx="2875509" cy="3033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A5AAAF"/>
              </a:buClr>
              <a:buSzPts val="1800"/>
              <a:buFont typeface="League Spartan"/>
              <a:buNone/>
            </a:pPr>
            <a:r>
              <a:rPr b="1" lang="en-US" sz="1800">
                <a:solidFill>
                  <a:srgbClr val="A5AAAF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BOOK SPONSORS</a:t>
            </a:r>
            <a:endParaRPr sz="1800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1313" name="Google Shape;1313;p8"/>
          <p:cNvSpPr/>
          <p:nvPr/>
        </p:nvSpPr>
        <p:spPr>
          <a:xfrm>
            <a:off x="3737940" y="3758047"/>
            <a:ext cx="13597567" cy="19021"/>
          </a:xfrm>
          <a:prstGeom prst="rect">
            <a:avLst/>
          </a:prstGeom>
          <a:solidFill>
            <a:srgbClr val="E5E8EB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1314" name="Google Shape;1314;p8"/>
          <p:cNvSpPr/>
          <p:nvPr/>
        </p:nvSpPr>
        <p:spPr>
          <a:xfrm>
            <a:off x="5219706" y="4014417"/>
            <a:ext cx="3809946" cy="1104888"/>
          </a:xfrm>
          <a:prstGeom prst="roundRect">
            <a:avLst>
              <a:gd fmla="val 8621" name="adj"/>
            </a:avLst>
          </a:prstGeom>
          <a:noFill/>
          <a:ln cap="flat" cmpd="sng" w="17375">
            <a:solidFill>
              <a:srgbClr val="E5E8E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pic>
        <p:nvPicPr>
          <p:cNvPr descr="preencoded.png" id="1315" name="Google Shape;1315;p8"/>
          <p:cNvPicPr preferRelativeResize="0"/>
          <p:nvPr/>
        </p:nvPicPr>
        <p:blipFill rotWithShape="1">
          <a:blip r:embed="rId5">
            <a:alphaModFix/>
          </a:blip>
          <a:srcRect b="0" l="-215" r="-215" t="0"/>
          <a:stretch/>
        </p:blipFill>
        <p:spPr>
          <a:xfrm>
            <a:off x="5683128" y="4203195"/>
            <a:ext cx="2883103" cy="727263"/>
          </a:xfrm>
          <a:prstGeom prst="rect">
            <a:avLst/>
          </a:prstGeom>
          <a:noFill/>
          <a:ln>
            <a:noFill/>
          </a:ln>
        </p:spPr>
      </p:pic>
      <p:sp>
        <p:nvSpPr>
          <p:cNvPr id="1316" name="Google Shape;1316;p8"/>
          <p:cNvSpPr/>
          <p:nvPr/>
        </p:nvSpPr>
        <p:spPr>
          <a:xfrm>
            <a:off x="9258238" y="4014417"/>
            <a:ext cx="3809946" cy="1104888"/>
          </a:xfrm>
          <a:prstGeom prst="roundRect">
            <a:avLst>
              <a:gd fmla="val 8621" name="adj"/>
            </a:avLst>
          </a:prstGeom>
          <a:noFill/>
          <a:ln cap="flat" cmpd="sng" w="17375">
            <a:solidFill>
              <a:srgbClr val="E5E8E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pic>
        <p:nvPicPr>
          <p:cNvPr descr="preencoded.png" id="1317" name="Google Shape;1317;p8"/>
          <p:cNvPicPr preferRelativeResize="0"/>
          <p:nvPr/>
        </p:nvPicPr>
        <p:blipFill rotWithShape="1">
          <a:blip r:embed="rId6">
            <a:alphaModFix/>
          </a:blip>
          <a:srcRect b="0" l="-4" r="-4" t="0"/>
          <a:stretch/>
        </p:blipFill>
        <p:spPr>
          <a:xfrm>
            <a:off x="10162120" y="4203195"/>
            <a:ext cx="2002182" cy="727263"/>
          </a:xfrm>
          <a:prstGeom prst="rect">
            <a:avLst/>
          </a:prstGeom>
          <a:noFill/>
          <a:ln>
            <a:noFill/>
          </a:ln>
        </p:spPr>
      </p:pic>
      <p:sp>
        <p:nvSpPr>
          <p:cNvPr id="1318" name="Google Shape;1318;p8"/>
          <p:cNvSpPr/>
          <p:nvPr/>
        </p:nvSpPr>
        <p:spPr>
          <a:xfrm>
            <a:off x="952453" y="5347891"/>
            <a:ext cx="3890777" cy="3033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A5AAAF"/>
              </a:buClr>
              <a:buSzPts val="1800"/>
              <a:buFont typeface="League Spartan"/>
              <a:buNone/>
            </a:pPr>
            <a:r>
              <a:rPr b="1" lang="en-US" sz="1800">
                <a:solidFill>
                  <a:srgbClr val="A5AAAF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HAPPY HOUR SPONSOR</a:t>
            </a:r>
            <a:endParaRPr sz="1800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1319" name="Google Shape;1319;p8"/>
          <p:cNvSpPr/>
          <p:nvPr/>
        </p:nvSpPr>
        <p:spPr>
          <a:xfrm>
            <a:off x="4660911" y="5470981"/>
            <a:ext cx="12674596" cy="19021"/>
          </a:xfrm>
          <a:prstGeom prst="rect">
            <a:avLst/>
          </a:prstGeom>
          <a:solidFill>
            <a:srgbClr val="E5E8EB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1320" name="Google Shape;1320;p8"/>
          <p:cNvSpPr/>
          <p:nvPr/>
        </p:nvSpPr>
        <p:spPr>
          <a:xfrm>
            <a:off x="7572341" y="5727350"/>
            <a:ext cx="3143209" cy="933432"/>
          </a:xfrm>
          <a:prstGeom prst="roundRect">
            <a:avLst>
              <a:gd fmla="val 10204" name="adj"/>
            </a:avLst>
          </a:prstGeom>
          <a:noFill/>
          <a:ln cap="flat" cmpd="sng" w="17375">
            <a:solidFill>
              <a:srgbClr val="E5E8E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pic>
        <p:nvPicPr>
          <p:cNvPr descr="preencoded.png" id="1321" name="Google Shape;1321;p8"/>
          <p:cNvPicPr preferRelativeResize="0"/>
          <p:nvPr/>
        </p:nvPicPr>
        <p:blipFill rotWithShape="1">
          <a:blip r:embed="rId7">
            <a:alphaModFix/>
          </a:blip>
          <a:srcRect b="0" l="-6" r="-6" t="0"/>
          <a:stretch/>
        </p:blipFill>
        <p:spPr>
          <a:xfrm>
            <a:off x="8550471" y="5897109"/>
            <a:ext cx="1186948" cy="593848"/>
          </a:xfrm>
          <a:prstGeom prst="rect">
            <a:avLst/>
          </a:prstGeom>
          <a:noFill/>
          <a:ln>
            <a:noFill/>
          </a:ln>
        </p:spPr>
      </p:pic>
      <p:sp>
        <p:nvSpPr>
          <p:cNvPr id="1322" name="Google Shape;1322;p8"/>
          <p:cNvSpPr/>
          <p:nvPr/>
        </p:nvSpPr>
        <p:spPr>
          <a:xfrm>
            <a:off x="952453" y="6889368"/>
            <a:ext cx="3710020" cy="3033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A5AAAF"/>
              </a:buClr>
              <a:buSzPts val="1800"/>
              <a:buFont typeface="League Spartan"/>
              <a:buNone/>
            </a:pPr>
            <a:r>
              <a:rPr b="1" lang="en-US" sz="1800">
                <a:solidFill>
                  <a:srgbClr val="A5AAAF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SWAG BAG SPONSORS</a:t>
            </a:r>
            <a:endParaRPr sz="1800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1323" name="Google Shape;1323;p8"/>
          <p:cNvSpPr/>
          <p:nvPr/>
        </p:nvSpPr>
        <p:spPr>
          <a:xfrm>
            <a:off x="4496587" y="7012459"/>
            <a:ext cx="12838920" cy="19021"/>
          </a:xfrm>
          <a:prstGeom prst="rect">
            <a:avLst/>
          </a:prstGeom>
          <a:solidFill>
            <a:srgbClr val="E5E8EB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1324" name="Google Shape;1324;p8"/>
          <p:cNvSpPr/>
          <p:nvPr/>
        </p:nvSpPr>
        <p:spPr>
          <a:xfrm>
            <a:off x="6467520" y="7268828"/>
            <a:ext cx="2571710" cy="819105"/>
          </a:xfrm>
          <a:prstGeom prst="roundRect">
            <a:avLst>
              <a:gd fmla="val 11629" name="adj"/>
            </a:avLst>
          </a:prstGeom>
          <a:noFill/>
          <a:ln cap="flat" cmpd="sng" w="17375">
            <a:solidFill>
              <a:srgbClr val="E5E8E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pic>
        <p:nvPicPr>
          <p:cNvPr descr="preencoded.png" id="1325" name="Google Shape;1325;p8"/>
          <p:cNvPicPr preferRelativeResize="0"/>
          <p:nvPr/>
        </p:nvPicPr>
        <p:blipFill rotWithShape="1">
          <a:blip r:embed="rId8">
            <a:alphaModFix/>
          </a:blip>
          <a:srcRect b="0" l="-4" r="-4" t="0"/>
          <a:stretch/>
        </p:blipFill>
        <p:spPr>
          <a:xfrm>
            <a:off x="6814509" y="7400477"/>
            <a:ext cx="1877665" cy="555739"/>
          </a:xfrm>
          <a:prstGeom prst="rect">
            <a:avLst/>
          </a:prstGeom>
          <a:noFill/>
          <a:ln>
            <a:noFill/>
          </a:ln>
        </p:spPr>
      </p:pic>
      <p:sp>
        <p:nvSpPr>
          <p:cNvPr id="1326" name="Google Shape;1326;p8"/>
          <p:cNvSpPr/>
          <p:nvPr/>
        </p:nvSpPr>
        <p:spPr>
          <a:xfrm>
            <a:off x="9248728" y="7268828"/>
            <a:ext cx="2571710" cy="819105"/>
          </a:xfrm>
          <a:prstGeom prst="roundRect">
            <a:avLst>
              <a:gd fmla="val 11629" name="adj"/>
            </a:avLst>
          </a:prstGeom>
          <a:noFill/>
          <a:ln cap="flat" cmpd="sng" w="17375">
            <a:solidFill>
              <a:srgbClr val="E5E8E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pic>
        <p:nvPicPr>
          <p:cNvPr descr="preencoded.png" id="1327" name="Google Shape;1327;p8"/>
          <p:cNvPicPr preferRelativeResize="0"/>
          <p:nvPr/>
        </p:nvPicPr>
        <p:blipFill rotWithShape="1">
          <a:blip r:embed="rId9">
            <a:alphaModFix/>
          </a:blip>
          <a:srcRect b="0" l="-2" r="-2" t="0"/>
          <a:stretch/>
        </p:blipFill>
        <p:spPr>
          <a:xfrm>
            <a:off x="9380377" y="7405300"/>
            <a:ext cx="2308412" cy="546161"/>
          </a:xfrm>
          <a:prstGeom prst="rect">
            <a:avLst/>
          </a:prstGeom>
          <a:noFill/>
          <a:ln>
            <a:noFill/>
          </a:ln>
        </p:spPr>
      </p:pic>
      <p:sp>
        <p:nvSpPr>
          <p:cNvPr id="1328" name="Google Shape;1328;p8"/>
          <p:cNvSpPr/>
          <p:nvPr/>
        </p:nvSpPr>
        <p:spPr>
          <a:xfrm>
            <a:off x="952453" y="8316519"/>
            <a:ext cx="3093328" cy="3033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A5AAAF"/>
              </a:buClr>
              <a:buSzPts val="1800"/>
              <a:buFont typeface="League Spartan"/>
              <a:buNone/>
            </a:pPr>
            <a:r>
              <a:rPr b="1" lang="en-US" sz="1800">
                <a:solidFill>
                  <a:srgbClr val="A5AAAF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BOOTH SPONSORS</a:t>
            </a:r>
            <a:endParaRPr sz="1800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1329" name="Google Shape;1329;p8"/>
          <p:cNvSpPr/>
          <p:nvPr/>
        </p:nvSpPr>
        <p:spPr>
          <a:xfrm>
            <a:off x="3935957" y="8439609"/>
            <a:ext cx="13399550" cy="19021"/>
          </a:xfrm>
          <a:prstGeom prst="rect">
            <a:avLst/>
          </a:prstGeom>
          <a:solidFill>
            <a:srgbClr val="E5E8EB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1330" name="Google Shape;1330;p8"/>
          <p:cNvSpPr/>
          <p:nvPr/>
        </p:nvSpPr>
        <p:spPr>
          <a:xfrm>
            <a:off x="1295705" y="8695979"/>
            <a:ext cx="2095450" cy="761976"/>
          </a:xfrm>
          <a:prstGeom prst="roundRect">
            <a:avLst>
              <a:gd fmla="val 12500" name="adj"/>
            </a:avLst>
          </a:prstGeom>
          <a:noFill/>
          <a:ln cap="flat" cmpd="sng" w="17375">
            <a:solidFill>
              <a:srgbClr val="E5E8E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pic>
        <p:nvPicPr>
          <p:cNvPr descr="preencoded.png" id="1331" name="Google Shape;1331;p8"/>
          <p:cNvPicPr preferRelativeResize="0"/>
          <p:nvPr/>
        </p:nvPicPr>
        <p:blipFill rotWithShape="1">
          <a:blip r:embed="rId10">
            <a:alphaModFix/>
          </a:blip>
          <a:srcRect b="0" l="-5" r="-5" t="0"/>
          <a:stretch/>
        </p:blipFill>
        <p:spPr>
          <a:xfrm>
            <a:off x="1687664" y="8827627"/>
            <a:ext cx="1311465" cy="498609"/>
          </a:xfrm>
          <a:prstGeom prst="rect">
            <a:avLst/>
          </a:prstGeom>
          <a:noFill/>
          <a:ln>
            <a:noFill/>
          </a:ln>
        </p:spPr>
      </p:pic>
      <p:sp>
        <p:nvSpPr>
          <p:cNvPr id="1332" name="Google Shape;1332;p8"/>
          <p:cNvSpPr/>
          <p:nvPr/>
        </p:nvSpPr>
        <p:spPr>
          <a:xfrm>
            <a:off x="3562544" y="8695979"/>
            <a:ext cx="2095450" cy="761976"/>
          </a:xfrm>
          <a:prstGeom prst="roundRect">
            <a:avLst>
              <a:gd fmla="val 12500" name="adj"/>
            </a:avLst>
          </a:prstGeom>
          <a:noFill/>
          <a:ln cap="flat" cmpd="sng" w="17375">
            <a:solidFill>
              <a:srgbClr val="E5E8E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pic>
        <p:nvPicPr>
          <p:cNvPr descr="preencoded.png" id="1333" name="Google Shape;1333;p8"/>
          <p:cNvPicPr preferRelativeResize="0"/>
          <p:nvPr/>
        </p:nvPicPr>
        <p:blipFill rotWithShape="1">
          <a:blip r:embed="rId11">
            <a:alphaModFix/>
          </a:blip>
          <a:srcRect b="0" l="-105" r="-105" t="0"/>
          <a:stretch/>
        </p:blipFill>
        <p:spPr>
          <a:xfrm>
            <a:off x="4197218" y="8827627"/>
            <a:ext cx="826102" cy="498609"/>
          </a:xfrm>
          <a:prstGeom prst="rect">
            <a:avLst/>
          </a:prstGeom>
          <a:noFill/>
          <a:ln>
            <a:noFill/>
          </a:ln>
        </p:spPr>
      </p:pic>
      <p:sp>
        <p:nvSpPr>
          <p:cNvPr id="1334" name="Google Shape;1334;p8"/>
          <p:cNvSpPr/>
          <p:nvPr/>
        </p:nvSpPr>
        <p:spPr>
          <a:xfrm>
            <a:off x="5829382" y="8695979"/>
            <a:ext cx="2095450" cy="761976"/>
          </a:xfrm>
          <a:prstGeom prst="roundRect">
            <a:avLst>
              <a:gd fmla="val 12500" name="adj"/>
            </a:avLst>
          </a:prstGeom>
          <a:noFill/>
          <a:ln cap="flat" cmpd="sng" w="17375">
            <a:solidFill>
              <a:srgbClr val="E5E8E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pic>
        <p:nvPicPr>
          <p:cNvPr descr="preencoded.png" id="1335" name="Google Shape;1335;p8"/>
          <p:cNvPicPr preferRelativeResize="0"/>
          <p:nvPr/>
        </p:nvPicPr>
        <p:blipFill rotWithShape="1">
          <a:blip r:embed="rId12">
            <a:alphaModFix/>
          </a:blip>
          <a:srcRect b="0" l="0" r="0" t="0"/>
          <a:stretch/>
        </p:blipFill>
        <p:spPr>
          <a:xfrm>
            <a:off x="5961031" y="8936180"/>
            <a:ext cx="1832152" cy="281572"/>
          </a:xfrm>
          <a:prstGeom prst="rect">
            <a:avLst/>
          </a:prstGeom>
          <a:noFill/>
          <a:ln>
            <a:noFill/>
          </a:ln>
        </p:spPr>
      </p:pic>
      <p:sp>
        <p:nvSpPr>
          <p:cNvPr id="1336" name="Google Shape;1336;p8"/>
          <p:cNvSpPr/>
          <p:nvPr/>
        </p:nvSpPr>
        <p:spPr>
          <a:xfrm>
            <a:off x="8096220" y="8695979"/>
            <a:ext cx="2095450" cy="761976"/>
          </a:xfrm>
          <a:prstGeom prst="roundRect">
            <a:avLst>
              <a:gd fmla="val 12500" name="adj"/>
            </a:avLst>
          </a:prstGeom>
          <a:noFill/>
          <a:ln cap="flat" cmpd="sng" w="17375">
            <a:solidFill>
              <a:srgbClr val="E5E8E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pic>
        <p:nvPicPr>
          <p:cNvPr descr="preencoded.png" id="1337" name="Google Shape;1337;p8"/>
          <p:cNvPicPr preferRelativeResize="0"/>
          <p:nvPr/>
        </p:nvPicPr>
        <p:blipFill rotWithShape="1">
          <a:blip r:embed="rId13">
            <a:alphaModFix/>
          </a:blip>
          <a:srcRect b="-206" l="0" r="0" t="-206"/>
          <a:stretch/>
        </p:blipFill>
        <p:spPr>
          <a:xfrm>
            <a:off x="8227870" y="8920556"/>
            <a:ext cx="1832152" cy="312752"/>
          </a:xfrm>
          <a:prstGeom prst="rect">
            <a:avLst/>
          </a:prstGeom>
          <a:noFill/>
          <a:ln>
            <a:noFill/>
          </a:ln>
        </p:spPr>
      </p:pic>
      <p:sp>
        <p:nvSpPr>
          <p:cNvPr id="1338" name="Google Shape;1338;p8"/>
          <p:cNvSpPr/>
          <p:nvPr/>
        </p:nvSpPr>
        <p:spPr>
          <a:xfrm>
            <a:off x="10363059" y="8695979"/>
            <a:ext cx="2095450" cy="761976"/>
          </a:xfrm>
          <a:prstGeom prst="roundRect">
            <a:avLst>
              <a:gd fmla="val 12500" name="adj"/>
            </a:avLst>
          </a:prstGeom>
          <a:noFill/>
          <a:ln cap="flat" cmpd="sng" w="17375">
            <a:solidFill>
              <a:srgbClr val="E5E8E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pic>
        <p:nvPicPr>
          <p:cNvPr descr="preencoded.png" id="1339" name="Google Shape;1339;p8"/>
          <p:cNvPicPr preferRelativeResize="0"/>
          <p:nvPr/>
        </p:nvPicPr>
        <p:blipFill rotWithShape="1">
          <a:blip r:embed="rId14">
            <a:alphaModFix/>
          </a:blip>
          <a:srcRect b="0" l="-9" r="-9" t="0"/>
          <a:stretch/>
        </p:blipFill>
        <p:spPr>
          <a:xfrm>
            <a:off x="10494708" y="8892161"/>
            <a:ext cx="1832152" cy="369609"/>
          </a:xfrm>
          <a:prstGeom prst="rect">
            <a:avLst/>
          </a:prstGeom>
          <a:noFill/>
          <a:ln>
            <a:noFill/>
          </a:ln>
        </p:spPr>
      </p:pic>
      <p:sp>
        <p:nvSpPr>
          <p:cNvPr id="1340" name="Google Shape;1340;p8"/>
          <p:cNvSpPr/>
          <p:nvPr/>
        </p:nvSpPr>
        <p:spPr>
          <a:xfrm>
            <a:off x="12629898" y="8695979"/>
            <a:ext cx="2095450" cy="761976"/>
          </a:xfrm>
          <a:prstGeom prst="roundRect">
            <a:avLst>
              <a:gd fmla="val 12500" name="adj"/>
            </a:avLst>
          </a:prstGeom>
          <a:noFill/>
          <a:ln cap="flat" cmpd="sng" w="17375">
            <a:solidFill>
              <a:srgbClr val="E5E8E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pic>
        <p:nvPicPr>
          <p:cNvPr descr="preencoded.png" id="1341" name="Google Shape;1341;p8"/>
          <p:cNvPicPr preferRelativeResize="0"/>
          <p:nvPr/>
        </p:nvPicPr>
        <p:blipFill rotWithShape="1">
          <a:blip r:embed="rId15">
            <a:alphaModFix/>
          </a:blip>
          <a:srcRect b="0" l="-8" r="-8" t="0"/>
          <a:stretch/>
        </p:blipFill>
        <p:spPr>
          <a:xfrm>
            <a:off x="12761547" y="8984343"/>
            <a:ext cx="1832152" cy="185246"/>
          </a:xfrm>
          <a:prstGeom prst="rect">
            <a:avLst/>
          </a:prstGeom>
          <a:noFill/>
          <a:ln>
            <a:noFill/>
          </a:ln>
        </p:spPr>
      </p:pic>
      <p:sp>
        <p:nvSpPr>
          <p:cNvPr id="1342" name="Google Shape;1342;p8"/>
          <p:cNvSpPr/>
          <p:nvPr/>
        </p:nvSpPr>
        <p:spPr>
          <a:xfrm>
            <a:off x="14896736" y="8695979"/>
            <a:ext cx="2095450" cy="761976"/>
          </a:xfrm>
          <a:prstGeom prst="roundRect">
            <a:avLst>
              <a:gd fmla="val 12500" name="adj"/>
            </a:avLst>
          </a:prstGeom>
          <a:noFill/>
          <a:ln cap="flat" cmpd="sng" w="17375">
            <a:solidFill>
              <a:srgbClr val="E5E8E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pic>
        <p:nvPicPr>
          <p:cNvPr descr="preencoded.png" id="1343" name="Google Shape;1343;p8"/>
          <p:cNvPicPr preferRelativeResize="0"/>
          <p:nvPr/>
        </p:nvPicPr>
        <p:blipFill rotWithShape="1">
          <a:blip r:embed="rId16">
            <a:alphaModFix/>
          </a:blip>
          <a:srcRect b="0" l="-6" r="-6" t="0"/>
          <a:stretch/>
        </p:blipFill>
        <p:spPr>
          <a:xfrm>
            <a:off x="15047542" y="8827627"/>
            <a:ext cx="1793771" cy="498609"/>
          </a:xfrm>
          <a:prstGeom prst="rect">
            <a:avLst/>
          </a:prstGeom>
          <a:noFill/>
          <a:ln>
            <a:noFill/>
          </a:ln>
        </p:spPr>
      </p:pic>
      <p:sp>
        <p:nvSpPr>
          <p:cNvPr id="1344" name="Google Shape;1344;p8"/>
          <p:cNvSpPr/>
          <p:nvPr/>
        </p:nvSpPr>
        <p:spPr>
          <a:xfrm>
            <a:off x="952453" y="9731102"/>
            <a:ext cx="2485228" cy="25113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A5AAAF"/>
              </a:buClr>
              <a:buSzPts val="1530"/>
              <a:buFont typeface="League Spartan"/>
              <a:buNone/>
            </a:pPr>
            <a:r>
              <a:rPr b="1" lang="en-US" sz="1530">
                <a:solidFill>
                  <a:srgbClr val="A5AAAF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#WeRunOnEOS2026</a:t>
            </a:r>
            <a:endParaRPr sz="1530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pic>
        <p:nvPicPr>
          <p:cNvPr descr="preencoded.png" id="1345" name="Google Shape;1345;p8"/>
          <p:cNvPicPr preferRelativeResize="0"/>
          <p:nvPr/>
        </p:nvPicPr>
        <p:blipFill rotWithShape="1">
          <a:blip r:embed="rId17">
            <a:alphaModFix amt="35000"/>
          </a:blip>
          <a:srcRect b="0" l="0" r="0" t="0"/>
          <a:stretch/>
        </p:blipFill>
        <p:spPr>
          <a:xfrm>
            <a:off x="16725966" y="9427385"/>
            <a:ext cx="609540" cy="573876"/>
          </a:xfrm>
          <a:prstGeom prst="rect">
            <a:avLst/>
          </a:prstGeom>
          <a:noFill/>
          <a:ln>
            <a:noFill/>
          </a:ln>
        </p:spPr>
      </p:pic>
      <p:sp>
        <p:nvSpPr>
          <p:cNvPr id="1346" name="Google Shape;1346;p8"/>
          <p:cNvSpPr/>
          <p:nvPr/>
        </p:nvSpPr>
        <p:spPr>
          <a:xfrm>
            <a:off x="17049791" y="9446406"/>
            <a:ext cx="335083" cy="152427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74809"/>
              </a:lnSpc>
              <a:spcBef>
                <a:spcPts val="0"/>
              </a:spcBef>
              <a:spcAft>
                <a:spcPts val="0"/>
              </a:spcAft>
              <a:buClr>
                <a:srgbClr val="FF7900"/>
              </a:buClr>
              <a:buSzPts val="832"/>
              <a:buFont typeface="League Spartan"/>
              <a:buNone/>
            </a:pPr>
            <a:r>
              <a:rPr b="1" lang="en-US" sz="833">
                <a:solidFill>
                  <a:srgbClr val="FF79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2026</a:t>
            </a:r>
            <a:endParaRPr sz="833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51" name="Shape 13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2" name="Google Shape;1352;p9"/>
          <p:cNvSpPr/>
          <p:nvPr/>
        </p:nvSpPr>
        <p:spPr>
          <a:xfrm>
            <a:off x="0" y="0"/>
            <a:ext cx="18287959" cy="10286977"/>
          </a:xfrm>
          <a:prstGeom prst="rect">
            <a:avLst/>
          </a:prstGeom>
          <a:gradFill>
            <a:gsLst>
              <a:gs pos="0">
                <a:srgbClr val="3A4759"/>
              </a:gs>
              <a:gs pos="48000">
                <a:srgbClr val="1F2C3F"/>
              </a:gs>
              <a:gs pos="100000">
                <a:srgbClr val="101B2B"/>
              </a:gs>
            </a:gsLst>
            <a:lin ang="81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1353" name="Google Shape;1353;p9"/>
          <p:cNvSpPr/>
          <p:nvPr/>
        </p:nvSpPr>
        <p:spPr>
          <a:xfrm>
            <a:off x="1428713" y="3871287"/>
            <a:ext cx="1047691" cy="133347"/>
          </a:xfrm>
          <a:prstGeom prst="roundRect">
            <a:avLst>
              <a:gd fmla="val 50000" name="adj"/>
            </a:avLst>
          </a:prstGeom>
          <a:gradFill>
            <a:gsLst>
              <a:gs pos="0">
                <a:srgbClr val="F04E23"/>
              </a:gs>
              <a:gs pos="100000">
                <a:srgbClr val="FF7900"/>
              </a:gs>
            </a:gsLst>
            <a:lin ang="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1354" name="Google Shape;1354;p9"/>
          <p:cNvSpPr/>
          <p:nvPr/>
        </p:nvSpPr>
        <p:spPr>
          <a:xfrm>
            <a:off x="1428713" y="4252241"/>
            <a:ext cx="8512872" cy="742403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800"/>
              <a:buFont typeface="League Spartan"/>
              <a:buNone/>
            </a:pPr>
            <a:r>
              <a:rPr b="1" lang="en-US" sz="4800">
                <a:solidFill>
                  <a:srgbClr val="FFFFFF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Session Survey</a:t>
            </a:r>
            <a:endParaRPr sz="4800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1355" name="Google Shape;1355;p9"/>
          <p:cNvSpPr/>
          <p:nvPr/>
        </p:nvSpPr>
        <p:spPr>
          <a:xfrm>
            <a:off x="1428713" y="5299389"/>
            <a:ext cx="8512872" cy="518164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111342"/>
              </a:lnSpc>
              <a:spcBef>
                <a:spcPts val="0"/>
              </a:spcBef>
              <a:spcAft>
                <a:spcPts val="0"/>
              </a:spcAft>
              <a:buClr>
                <a:srgbClr val="C9D0D9"/>
              </a:buClr>
              <a:buSzPts val="2700"/>
              <a:buFont typeface="League Spartan"/>
              <a:buNone/>
            </a:pPr>
            <a:r>
              <a:rPr lang="en-US" sz="2700">
                <a:solidFill>
                  <a:srgbClr val="C9D0D9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Scan the code to share quick feedback on this session.</a:t>
            </a:r>
            <a:endParaRPr sz="2700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1356" name="Google Shape;1356;p9"/>
          <p:cNvSpPr/>
          <p:nvPr/>
        </p:nvSpPr>
        <p:spPr>
          <a:xfrm>
            <a:off x="1428713" y="6046148"/>
            <a:ext cx="8512872" cy="407642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7900"/>
              </a:buClr>
              <a:buSzPts val="2550"/>
              <a:buFont typeface="League Spartan"/>
              <a:buNone/>
            </a:pPr>
            <a:r>
              <a:rPr b="1" lang="en-US" sz="2550">
                <a:solidFill>
                  <a:srgbClr val="FF79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Thank you for your feedback.</a:t>
            </a:r>
            <a:endParaRPr sz="2550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1357" name="Google Shape;1357;p9"/>
          <p:cNvSpPr/>
          <p:nvPr/>
        </p:nvSpPr>
        <p:spPr>
          <a:xfrm>
            <a:off x="12763516" y="3095590"/>
            <a:ext cx="4095729" cy="4095729"/>
          </a:xfrm>
          <a:prstGeom prst="roundRect">
            <a:avLst>
              <a:gd fmla="val 5581" name="adj"/>
            </a:avLst>
          </a:prstGeom>
          <a:solidFill>
            <a:srgbClr val="FFFF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sp>
        <p:nvSpPr>
          <p:cNvPr id="1358" name="Google Shape;1358;p9"/>
          <p:cNvSpPr/>
          <p:nvPr/>
        </p:nvSpPr>
        <p:spPr>
          <a:xfrm>
            <a:off x="952453" y="9654885"/>
            <a:ext cx="2485228" cy="25113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rmAutofit/>
          </a:bodyPr>
          <a:lstStyle/>
          <a:p>
            <a:pPr indent="0" lvl="0" mar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A94A2"/>
              </a:buClr>
              <a:buSzPts val="1530"/>
              <a:buFont typeface="League Spartan"/>
              <a:buNone/>
            </a:pPr>
            <a:r>
              <a:rPr b="1" lang="en-US" sz="1530">
                <a:solidFill>
                  <a:srgbClr val="8A94A2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#WeRunOnEOS2026</a:t>
            </a:r>
            <a:endParaRPr sz="1530">
              <a:solidFill>
                <a:schemeClr val="dk1"/>
              </a:solidFill>
              <a:latin typeface="League Spartan"/>
              <a:ea typeface="League Spartan"/>
              <a:cs typeface="League Spartan"/>
              <a:sym typeface="League Spartan"/>
            </a:endParaRPr>
          </a:p>
        </p:txBody>
      </p:sp>
      <p:pic>
        <p:nvPicPr>
          <p:cNvPr id="1359" name="Picture 1358" descr="feedback-qr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968302" y="3300376"/>
            <a:ext cx="3686157" cy="3686157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2026-08-15T20:19:34Z</dcterms:created>
  <dc:creator>PptxGenJS</dc:creator>
</cp:coreProperties>
</file>