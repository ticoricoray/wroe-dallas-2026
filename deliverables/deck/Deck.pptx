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custShowLst>
    <p:custShow name="Pre-Event Loop" id="0">
      <p:sldLst>
        <p:sld r:id="rId2"/>
        <p:sld r:id="rId3"/>
        <p:sld r:id="rId4"/>
        <p:sld r:id="rId5"/>
        <p:sld r:id="rId6"/>
      </p:sldLst>
    </p:custShow>
    <p:custShow name="Event" id="1">
      <p:sldLst>
        <p:sld r:id="rId7"/>
        <p:sld r:id="rId8"/>
        <p:sld r:id="rId9"/>
        <p:sld r:id="rId10"/>
        <p:sld r:id="rId11"/>
        <p:sld r:id="rId12"/>
        <p:sld r:id="rId13"/>
        <p:sld r:id="rId14"/>
        <p:sld r:id="rId15"/>
        <p:sld r:id="rId16"/>
        <p:sld r:id="rId17"/>
        <p:sld r:id="rId18"/>
      </p:sldLst>
    </p:custShow>
  </p:custShow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plays 12:30–1:00 PM as guests return from Walt Brown’s lunch.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1:00 PM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 Paid-Day Return from Lunch:
Welcome back, North Texas. Hope you enjoyed lunch and the conversation with Walt Brown — the 7 Critical Needs is going to stick with you.
Quick reminders as we get into the paid workshops. Restrooms are down the main hallway on your right. Wi-Fi info is on the pre-event slides if you missed it. Please silence your phones — not off, silence — because we want you posting from every session this afternoon. Hashtag is #WRoENorthTexas2026.
This afternoon: three of the best Expert EOS Implementers in the country, three hardcover books in your bag, and a Happy Hour at 6:15 that you will not want to miss.
Let’s kick this off. Please welcome to the stage — Expert EOS Implementer and author of Data,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Stanley:
1. Press Esc to exit this master deck.
2. Open speaker-decks\Profit-Power-Deck.pptx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Sponsor lounge is open — say hi. Back at 2:50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C. Winters:
1. Press Esc to exit this master deck.
2. Open speaker-decks\10-Pillars-of-Visionary-Greatness.pptx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slideLayout" Target="../slideLayouts/slideLayout1.xml"/><Relationship Id="rId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Afternoon Program  ·  Resumes at 1:00 PM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1:00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back — let’s bring it home.</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1:00 – 2:30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1:00 – 2:30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Profit-Power-Deck.pptx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2:50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2:50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2:50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021396" y="3566160"/>
            <a:ext cx="3120619"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959434" y="4023360"/>
            <a:ext cx="2044141" cy="777240"/>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408251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6187745" y="4215259"/>
            <a:ext cx="2560320" cy="393441"/>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938820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701345" y="5244896"/>
            <a:ext cx="2560320" cy="437288"/>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3444545" y="5205183"/>
            <a:ext cx="2560320" cy="516714"/>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6187745" y="5334100"/>
            <a:ext cx="2560320" cy="258880"/>
          </a:xfrm>
          <a:prstGeom prst="rect">
            <a:avLst/>
          </a:prstGeom>
        </p:spPr>
      </p:pic>
      <p:pic>
        <p:nvPicPr>
          <p:cNvPr id="15" name="Image 9" descr="/home/user/workspace/wroe-dallas-2026/deliverables/workbook/assets/sponsors/wolfsedgeintegrators.png">    </p:cNvPr>
          <p:cNvPicPr>
            <a:picLocks noChangeAspect="1"/>
          </p:cNvPicPr>
          <p:nvPr/>
        </p:nvPicPr>
        <p:blipFill>
          <a:blip r:embed="rId10"/>
          <a:stretch>
            <a:fillRect/>
          </a:stretch>
        </p:blipFill>
        <p:spPr>
          <a:xfrm>
            <a:off x="8930945" y="5107693"/>
            <a:ext cx="2560320" cy="711694"/>
          </a:xfrm>
          <a:prstGeom prst="rect">
            <a:avLst/>
          </a:prstGeom>
        </p:spPr>
      </p:pic>
      <p:sp>
        <p:nvSpPr>
          <p:cNvPr id="16"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7"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8"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10-Pillars-of-Visionary-Greatness.pptx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2026-09-02T18:22:42Z</dcterms:created>
  <dcterms:modified xsi:type="dcterms:W3CDTF">2026-09-02T18:22:42Z</dcterms:modified>
</cp:coreProperties>
</file>