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custShowLst>
    <p:custShow name="Pre-Event Loop" id="0">
      <p:sldLst>
        <p:sld r:id="rId2"/>
        <p:sld r:id="rId3"/>
        <p:sld r:id="rId4"/>
        <p:sld r:id="rId5"/>
        <p:sld r:id="rId6"/>
      </p:sldLst>
    </p:custShow>
    <p:custShow name="Event" id="1">
      <p:sldLst>
        <p:sld r:id="rId7"/>
        <p:sld r:id="rId8"/>
        <p:sld r:id="rId9"/>
        <p:sld r:id="rId10"/>
        <p:sld r:id="rId11"/>
        <p:sld r:id="rId12"/>
        <p:sld r:id="rId13"/>
        <p:sld r:id="rId14"/>
        <p:sld r:id="rId15"/>
        <p:sld r:id="rId16"/>
        <p:sld r:id="rId17"/>
        <p:sld r:id="rId18"/>
        <p:sld r:id="rId19"/>
        <p:sld r:id="rId20"/>
        <p:sld r:id="rId21"/>
        <p:sld r:id="rId22"/>
        <p:sld r:id="rId23"/>
        <p:sld r:id="rId24"/>
        <p:sld r:id="rId25"/>
        <p:sld r:id="rId26"/>
        <p:sld r:id="rId27"/>
        <p:sld r:id="rId28"/>
      </p:sldLst>
    </p:custShow>
  </p:custShow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8:00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Good morning, North Texas! Welcome to the fifth annual We Run on EOS North Texas. My name is [emcee name] and I'm going to be your host today.
Real quick, a few housekeeping items. Restrooms are down the main hallway on your right. Wi-Fi is up on the screens if you need it. Please silence your phones — not turn them off, silence them — because we want you posting from every session today. The hashtag is #WRoENorthTexas2026.
Today is going to be a full day of world-class content. Seven speakers. Three hardcover books included with your ticket. Fifteen sponsors who believe in this community. And a Happy Hour at the end that you will not want to miss.
Let's kick this off. Please welcome to the stage our opening keynote —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Our opening session is designed to give you the foundation of the Entire Entrepreneurial Operating System. Whether this is your first exposure to EOS or your fifth year running on it, Ann Sheu is going to help you get a grip on your business. Please welcome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Ann Sheu.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 visit our sponsors in the lobby, refill your coffee, and be back in your seats by 9:55. We come back with our title sponsor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This next session comes from our title sponsor, Strety. They're going to walk us through the real-world journey of running EOS with the right tools — the ups, the downs, and the breakthroughs. Please welcome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Strety.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"Quick fifteen-minute stretch. Grab water. We come back with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If you've ever wondered why your sales team is missing quota — this session is going to reframe the entire conversation. Our title sponsor, The System of Selling, is going to show you why the problem is almost never the people. Please welcome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The System of Selling.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Grab your lunch and settle in — this isn't a break, it's a treat. Walt Brown, EOS Worldwide Head Coach and author, is going to unpack the power of Healthy and introduce the latest EOS Trust Builder — the 7 Critical Needs. Please welcome Walt Brown.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Walt Brown.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Stanley.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C. Winters.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Doors open at 7:30 AM  ·  Program begins at 8:00 AM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8:00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 let’s get started.</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8:00 – 9:35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Get a Grip on your Business with EOS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Ann Sheu</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Certified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Get a Grip on your Business with EOS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Ann Sheu  ·  8:00 – 9:35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MORNING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9:55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9:55 – 10:45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Journey with an EOS Implementer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Strety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Journey with an EOS Implementer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Strety  ·  9:55 – 10:45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TRANSITION</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11:00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11:00 AM – 12:00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Your Sales Team Isn't the Problem. Your System Is.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System of Selling</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Your Sales Team Isn't the Problem. Your System Is.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The System of Selling  ·  11:00 AM – 12:00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4  ·  12:00 – 1:00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Lunch with Walt Brown: Healthy Matters</a:t>
            </a:r>
            <a:endParaRPr lang="en-US" sz="5400" dirty="0"/>
          </a:p>
        </p:txBody>
      </p:sp>
      <p:sp>
        <p:nvSpPr>
          <p:cNvPr id="5" name="Text 3"/>
          <p:cNvSpPr/>
          <p:nvPr/>
        </p:nvSpPr>
        <p:spPr>
          <a:xfrm>
            <a:off x="685800" y="3749040"/>
            <a:ext cx="10972800" cy="640080"/>
          </a:xfrm>
          <a:prstGeom prst="rect">
            <a:avLst/>
          </a:prstGeom>
          <a:noFill/>
          <a:ln/>
        </p:spPr>
        <p:txBody>
          <a:bodyPr wrap="square" rtlCol="0" anchor="ctr"/>
          <a:lstStyle/>
          <a:p>
            <a:pPr indent="0" marL="0">
              <a:buNone/>
            </a:pPr>
            <a:r>
              <a:rPr lang="en-US" sz="2200" i="1" dirty="0">
                <a:solidFill>
                  <a:srgbClr val="D4DFEA"/>
                </a:solidFill>
                <a:latin typeface="Calibri" pitchFamily="34" charset="0"/>
                <a:ea typeface="Calibri" pitchFamily="34" charset="-122"/>
                <a:cs typeface="Calibri" pitchFamily="34" charset="-120"/>
              </a:rPr>
              <a:t>Unlocking the power of Healthy. Introduction to the latest EOS Trust Builder → 7 Critical Needs.</a:t>
            </a:r>
            <a:endParaRPr lang="en-US" sz="2200" dirty="0"/>
          </a:p>
        </p:txBody>
      </p:sp>
      <p:sp>
        <p:nvSpPr>
          <p:cNvPr id="6" name="Text 4"/>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7" name="Text 5"/>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Walt Brown</a:t>
            </a:r>
            <a:endParaRPr lang="en-US" sz="4000" dirty="0"/>
          </a:p>
        </p:txBody>
      </p:sp>
      <p:sp>
        <p:nvSpPr>
          <p:cNvPr id="8" name="Text 6"/>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EOS Worldwide Head Coach</a:t>
            </a:r>
            <a:endParaRPr lang="en-US" sz="18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Lunch with Walt Brown: Healthy Matters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Walt Brown  ·  12:00 – 1:00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5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1:00 – 2:30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2:50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6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2:50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7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2026-09-01T21:58:25Z</dcterms:created>
  <dcterms:modified xsi:type="dcterms:W3CDTF">2026-09-01T21:58:25Z</dcterms:modified>
</cp:coreProperties>
</file>