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10287000" cx="18288000"/>
  <p:notesSz cx="10287000" cy="18288000"/>
  <p:embeddedFontLst>
    <p:embeddedFont>
      <p:font typeface="League Spartan Medium"/>
      <p:regular r:id="rId76"/>
      <p:bold r:id="rId77"/>
    </p:embeddedFont>
    <p:embeddedFont>
      <p:font typeface="League Spartan ExtraBold"/>
      <p:bold r:id="rId78"/>
    </p:embeddedFont>
    <p:embeddedFont>
      <p:font typeface="League Spartan"/>
      <p:regular r:id="rId79"/>
      <p:bold r:id="rId80"/>
    </p:embeddedFont>
    <p:embeddedFont>
      <p:font typeface="Montserrat SemiBold"/>
      <p:regular r:id="rId81"/>
      <p:bold r:id="rId82"/>
      <p:italic r:id="rId83"/>
      <p:boldItalic r:id="rId84"/>
    </p:embeddedFont>
    <p:embeddedFont>
      <p:font typeface="Roboto"/>
      <p:regular r:id="rId85"/>
      <p:bold r:id="rId86"/>
      <p:italic r:id="rId87"/>
      <p:boldItalic r:id="rId88"/>
    </p:embeddedFont>
    <p:embeddedFont>
      <p:font typeface="Montserrat"/>
      <p:regular r:id="rId89"/>
      <p:bold r:id="rId90"/>
      <p:italic r:id="rId91"/>
      <p:boldItalic r:id="rId92"/>
    </p:embeddedFont>
    <p:embeddedFont>
      <p:font typeface="Montserrat Medium"/>
      <p:regular r:id="rId93"/>
      <p:bold r:id="rId94"/>
      <p:italic r:id="rId95"/>
      <p:boldItalic r:id="rId96"/>
    </p:embeddedFont>
    <p:embeddedFont>
      <p:font typeface="Oswald Light"/>
      <p:regular r:id="rId97"/>
      <p:bold r:id="rId98"/>
    </p:embeddedFont>
    <p:embeddedFont>
      <p:font typeface="Montserrat ExtraBold"/>
      <p:bold r:id="rId99"/>
      <p:boldItalic r:id="rId10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1" roundtripDataSignature="AMtx7mgI5bUjWRsNTz2TjSxl4CfSDGsAe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Peyton Rodger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A04407-606D-4AD8-9ECE-4552DB5F69C1}">
  <a:tblStyle styleId="{FDA04407-606D-4AD8-9ECE-4552DB5F69C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EBE6"/>
          </a:solidFill>
        </a:fill>
      </a:tcStyle>
    </a:wholeTbl>
    <a:band1H>
      <a:tcTxStyle b="off" i="off"/>
      <a:tcStyle>
        <a:fill>
          <a:solidFill>
            <a:srgbClr val="FFD6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D6CA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1" Type="http://customschemas.google.com/relationships/presentationmetadata" Target="metadata"/><Relationship Id="rId100" Type="http://schemas.openxmlformats.org/officeDocument/2006/relationships/font" Target="fonts/MontserratExtraBold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MontserratMedium-italic.fntdata"/><Relationship Id="rId94" Type="http://schemas.openxmlformats.org/officeDocument/2006/relationships/font" Target="fonts/MontserratMedium-bold.fntdata"/><Relationship Id="rId97" Type="http://schemas.openxmlformats.org/officeDocument/2006/relationships/font" Target="fonts/OswaldLight-regular.fntdata"/><Relationship Id="rId96" Type="http://schemas.openxmlformats.org/officeDocument/2006/relationships/font" Target="fonts/MontserratMedium-boldItalic.fntdata"/><Relationship Id="rId11" Type="http://schemas.openxmlformats.org/officeDocument/2006/relationships/slide" Target="slides/slide5.xml"/><Relationship Id="rId99" Type="http://schemas.openxmlformats.org/officeDocument/2006/relationships/font" Target="fonts/MontserratExtraBold-bold.fntdata"/><Relationship Id="rId10" Type="http://schemas.openxmlformats.org/officeDocument/2006/relationships/slide" Target="slides/slide4.xml"/><Relationship Id="rId98" Type="http://schemas.openxmlformats.org/officeDocument/2006/relationships/font" Target="fonts/OswaldLigh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Montserrat-italic.fntdata"/><Relationship Id="rId90" Type="http://schemas.openxmlformats.org/officeDocument/2006/relationships/font" Target="fonts/Montserrat-bold.fntdata"/><Relationship Id="rId93" Type="http://schemas.openxmlformats.org/officeDocument/2006/relationships/font" Target="fonts/MontserratMedium-regular.fntdata"/><Relationship Id="rId92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font" Target="fonts/MontserratSemiBold-boldItalic.fntdata"/><Relationship Id="rId83" Type="http://schemas.openxmlformats.org/officeDocument/2006/relationships/font" Target="fonts/MontserratSemiBold-italic.fntdata"/><Relationship Id="rId86" Type="http://schemas.openxmlformats.org/officeDocument/2006/relationships/font" Target="fonts/Roboto-bold.fntdata"/><Relationship Id="rId85" Type="http://schemas.openxmlformats.org/officeDocument/2006/relationships/font" Target="fonts/Roboto-regular.fntdata"/><Relationship Id="rId88" Type="http://schemas.openxmlformats.org/officeDocument/2006/relationships/font" Target="fonts/Roboto-boldItalic.fntdata"/><Relationship Id="rId87" Type="http://schemas.openxmlformats.org/officeDocument/2006/relationships/font" Target="fonts/Roboto-italic.fntdata"/><Relationship Id="rId89" Type="http://schemas.openxmlformats.org/officeDocument/2006/relationships/font" Target="fonts/Montserrat-regular.fntdata"/><Relationship Id="rId80" Type="http://schemas.openxmlformats.org/officeDocument/2006/relationships/font" Target="fonts/LeagueSpartan-bold.fntdata"/><Relationship Id="rId82" Type="http://schemas.openxmlformats.org/officeDocument/2006/relationships/font" Target="fonts/MontserratSemiBold-bold.fntdata"/><Relationship Id="rId81" Type="http://schemas.openxmlformats.org/officeDocument/2006/relationships/font" Target="fonts/MontserratSemiBol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font" Target="fonts/LeagueSpartanMedium-bold.fntdata"/><Relationship Id="rId76" Type="http://schemas.openxmlformats.org/officeDocument/2006/relationships/font" Target="fonts/LeagueSpartanMedium-regular.fntdata"/><Relationship Id="rId79" Type="http://schemas.openxmlformats.org/officeDocument/2006/relationships/font" Target="fonts/LeagueSpartan-regular.fntdata"/><Relationship Id="rId78" Type="http://schemas.openxmlformats.org/officeDocument/2006/relationships/font" Target="fonts/LeagueSpartanExtraBold-bold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09T20:46:25.748">
    <p:pos x="6000" y="0"/>
    <p:text>Add QR code for survey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1GItb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slide. Replace the title, your name, and handle. Leave the logo, event line, and footer as they are.</a:t>
            </a:r>
            <a:endParaRPr/>
          </a:p>
        </p:txBody>
      </p:sp>
      <p:sp>
        <p:nvSpPr>
          <p:cNvPr id="38" name="Google Shape;3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agenda. Swap in your own segments — three to five rows works best. Delete rows you do not need.</a:t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break. Replace the two lines with your section name — keep the flame/orange two-tone. Duplicate this slide for each section.</a:t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4f4156c2_0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g3f84f4156c2_0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89" name="Google Shape;89;g3f84f4156c2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84f4156c2_1_6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84f4156c2_1_6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4f4156c2_0_2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f84f4156c2_0_2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break. Replace the two lines with your section name — keep the flame/orange two-tone. Duplicate this slide for each section.</a:t>
            </a:r>
            <a:endParaRPr/>
          </a:p>
        </p:txBody>
      </p:sp>
      <p:sp>
        <p:nvSpPr>
          <p:cNvPr id="126" name="Google Shape;126;g3f84f4156c2_0_2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4f4156c2_0_240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84f4156c2_0_240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slide. One or two sentences at most. Update the attribution name and title.</a:t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4f4156c2_1_182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84f4156c2_1_182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84f4156c2_1_203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84f4156c2_1_203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4f4156c2_1_224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84f4156c2_1_224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84f4156c2_1_39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f84f4156c2_1_3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27" name="Google Shape;227;g3f84f4156c2_1_3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876a7ffbd_0_10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f876a7ffbd_0_10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37" name="Google Shape;237;g3f876a7ffbd_0_10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84f4156c2_1_4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f84f4156c2_1_4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47" name="Google Shape;247;g3f84f4156c2_1_4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84f4156c2_1_4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g3f84f4156c2_1_4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59" name="Google Shape;259;g3f84f4156c2_1_4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4f4156c2_1_4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f84f4156c2_1_4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70" name="Google Shape;270;g3f84f4156c2_1_4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84f4156c2_1_4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f84f4156c2_1_4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82" name="Google Shape;282;g3f84f4156c2_1_4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84f4156c2_1_4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f84f4156c2_1_4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93" name="Google Shape;293;g3f84f4156c2_1_4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84f4156c2_1_4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g3f84f4156c2_1_4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304" name="Google Shape;304;g3f84f4156c2_1_4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84f4156c2_1_4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g3f84f4156c2_1_4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314" name="Google Shape;314;g3f84f4156c2_1_4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84f4156c2_1_4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g3f84f4156c2_1_4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325" name="Google Shape;325;g3f84f4156c2_1_4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84f4156c2_1_49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g3f84f4156c2_1_49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336" name="Google Shape;336;g3f84f4156c2_1_4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84f4156c2_1_532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84f4156c2_1_532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84f4156c2_1_544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f84f4156c2_1_544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9d525e35c_0_0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9d525e35c_0_0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84f4156c2_1_764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84f4156c2_1_764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84f4156c2_1_9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g3f84f4156c2_1_9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slide. One or two sentences at most. Update the attribution name and title.</a:t>
            </a:r>
            <a:endParaRPr/>
          </a:p>
        </p:txBody>
      </p:sp>
      <p:sp>
        <p:nvSpPr>
          <p:cNvPr id="423" name="Google Shape;423;g3f84f4156c2_1_9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85ecfd79d_2_63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85ecfd79d_2_63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85ecfd79d_2_90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85ecfd79d_2_90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85ecfd79d_2_135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f85ecfd79d_2_135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85ecfd79d_2_1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g3f85ecfd79d_2_1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492" name="Google Shape;492;g3f85ecfd79d_2_1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85ecfd79d_2_194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f85ecfd79d_2_194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f85ecfd79d_2_206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f85ecfd79d_2_206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85ecfd79d_2_2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g3f85ecfd79d_2_2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Full-width bullets. Five bullets max, one line each. Use the indented row for a rare second level.</a:t>
            </a:r>
            <a:endParaRPr/>
          </a:p>
        </p:txBody>
      </p:sp>
      <p:sp>
        <p:nvSpPr>
          <p:cNvPr id="562" name="Google Shape;562;g3f85ecfd79d_2_2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85ecfd79d_2_241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f85ecfd79d_2_241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85ecfd79d_2_255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85ecfd79d_2_255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85ecfd79d_2_4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g3f85ecfd79d_2_4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slide. One or two sentences at most. Update the attribution name and title.</a:t>
            </a:r>
            <a:endParaRPr/>
          </a:p>
        </p:txBody>
      </p:sp>
      <p:sp>
        <p:nvSpPr>
          <p:cNvPr id="602" name="Google Shape;602;g3f85ecfd79d_2_4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85ecfd79d_2_428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f85ecfd79d_2_428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85ecfd79d_2_1191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85ecfd79d_2_1191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f85ecfd79d_2_15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1" name="Google Shape;851;g3f85ecfd79d_2_15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Full-width bullets. Five bullets max, one line each. Use the indented row for a rare second level.</a:t>
            </a:r>
            <a:endParaRPr/>
          </a:p>
        </p:txBody>
      </p:sp>
      <p:sp>
        <p:nvSpPr>
          <p:cNvPr id="852" name="Google Shape;852;g3f85ecfd79d_2_15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f85ecfd79d_2_1585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3f85ecfd79d_2_1585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f85ecfd79d_2_1597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g3f85ecfd79d_2_1597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f85ecfd79d_2_1608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g3f85ecfd79d_2_1608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85ecfd79d_2_1966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f85ecfd79d_2_1966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f85ecfd79d_2_2151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f85ecfd79d_2_2151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f85ecfd79d_2_2163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f85ecfd79d_2_2163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f85ecfd79d_2_23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4" name="Google Shape;974;g3f85ecfd79d_2_23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975" name="Google Shape;975;g3f85ecfd79d_2_23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f85ecfd79d_2_2554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4025" lIns="148100" spcFirstLastPara="1" rIns="148100" wrap="square" tIns="74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985" name="Google Shape;985;g3f85ecfd79d_2_2554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51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f85ecfd79d_2_2603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51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010" name="Google Shape;1010;g3f85ecfd79d_2_2603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4025" lIns="148100" spcFirstLastPara="1" rIns="148100" wrap="square" tIns="74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f85ecfd79d_2_2578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4025" lIns="148100" spcFirstLastPara="1" rIns="148100" wrap="square" tIns="74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035" name="Google Shape;1035;g3f85ecfd79d_2_2578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51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f876a7ffbd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1" name="Google Shape;1061;g3f876a7ffbd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slide. One or two sentences at most. Update the attribution name and title.</a:t>
            </a:r>
            <a:endParaRPr/>
          </a:p>
        </p:txBody>
      </p:sp>
      <p:sp>
        <p:nvSpPr>
          <p:cNvPr id="1062" name="Google Shape;1062;g3f876a7ffbd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f876a7ffbd_0_10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g3f876a7ffbd_0_10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f876a7ffbd_0_186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3f876a7ffbd_0_186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f876a7ffbd_0_362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g3f876a7ffbd_0_362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f876a7ffbd_0_374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g3f876a7ffbd_0_374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f876a7ffbd_0_5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1" name="Google Shape;1141;g3f876a7ffbd_0_5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1142" name="Google Shape;1142;g3f876a7ffbd_0_5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fa7efc94f1_1_9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51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152" name="Google Shape;1152;g3fa7efc94f1_1_9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4025" lIns="148100" spcFirstLastPara="1" rIns="148100" wrap="square" tIns="74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f876a7ffbd_0_574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g3f876a7ffbd_0_574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f876a7ffbd_0_586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g3f876a7ffbd_0_586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f876a7ffbd_0_7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5" name="Google Shape;1205;g3f876a7ffbd_0_7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break. Replace the two lines with your section name — keep the flame/orange two-tone. Duplicate this slide for each section.</a:t>
            </a:r>
            <a:endParaRPr/>
          </a:p>
        </p:txBody>
      </p:sp>
      <p:sp>
        <p:nvSpPr>
          <p:cNvPr id="1206" name="Google Shape;1206;g3f876a7ffbd_0_7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f876a7ffbd_0_797:notes"/>
          <p:cNvSpPr txBox="1"/>
          <p:nvPr>
            <p:ph idx="1" type="body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075" lIns="148075" spcFirstLastPara="1" rIns="148075" wrap="square" tIns="14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g3f876a7ffbd_0_797:notes"/>
          <p:cNvSpPr/>
          <p:nvPr>
            <p:ph idx="2" type="sldImg"/>
          </p:nvPr>
        </p:nvSpPr>
        <p:spPr>
          <a:xfrm>
            <a:off x="2551747" y="1373439"/>
            <a:ext cx="5185200" cy="685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f876a7ffbd_0_9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4" name="Google Shape;1234;g3f876a7ffbd_0_9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1235" name="Google Shape;1235;g3f876a7ffbd_0_9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f876a7ffbd_0_9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5" name="Google Shape;1245;g3f876a7ffbd_0_9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1246" name="Google Shape;1246;g3f876a7ffbd_0_9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f876a7ffbd_0_9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6" name="Google Shape;1256;g3f876a7ffbd_0_9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1257" name="Google Shape;1257;g3f876a7ffbd_0_9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f876a7ffbd_0_10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8" name="Google Shape;1268;g3f876a7ffbd_0_100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slide. One or two sentences at most. Update the attribution name and title.</a:t>
            </a:r>
            <a:endParaRPr/>
          </a:p>
        </p:txBody>
      </p:sp>
      <p:sp>
        <p:nvSpPr>
          <p:cNvPr id="1269" name="Google Shape;1269;g3f876a7ffbd_0_100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f876a7ffbd_0_10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9" name="Google Shape;1279;g3f876a7ffbd_0_10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break. Replace the two lines with your section name — keep the flame/orange two-tone. Duplicate this slide for each section.</a:t>
            </a:r>
            <a:endParaRPr/>
          </a:p>
        </p:txBody>
      </p:sp>
      <p:sp>
        <p:nvSpPr>
          <p:cNvPr id="1280" name="Google Shape;1280;g3f876a7ffbd_0_10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9" name="Google Shape;128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Closing slide. Swap in your handle so the room can find you.</a:t>
            </a:r>
            <a:endParaRPr/>
          </a:p>
        </p:txBody>
      </p:sp>
      <p:sp>
        <p:nvSpPr>
          <p:cNvPr id="1290" name="Google Shape;129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2" name="Google Shape;130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Sponsor thank-you. Logos are current as of the 2026 site — keep this slide as-is and show it at the end of your session.</a:t>
            </a:r>
            <a:endParaRPr/>
          </a:p>
        </p:txBody>
      </p:sp>
      <p:sp>
        <p:nvSpPr>
          <p:cNvPr id="1303" name="Google Shape;130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9" name="Google Shape;134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survey. Drop the survey QR code onto the white card. Leave this up while you take questions.</a:t>
            </a:r>
            <a:endParaRPr/>
          </a:p>
        </p:txBody>
      </p:sp>
      <p:sp>
        <p:nvSpPr>
          <p:cNvPr id="1350" name="Google Shape;135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Photo and Bullets">
  <p:cSld name="Text_Photo and Bullets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84f4156c2_0_189"/>
          <p:cNvSpPr/>
          <p:nvPr>
            <p:ph idx="2" type="pic"/>
          </p:nvPr>
        </p:nvSpPr>
        <p:spPr>
          <a:xfrm>
            <a:off x="0" y="-1"/>
            <a:ext cx="8229600" cy="9313200"/>
          </a:xfrm>
          <a:prstGeom prst="rect">
            <a:avLst/>
          </a:prstGeom>
          <a:noFill/>
          <a:ln>
            <a:noFill/>
          </a:ln>
        </p:spPr>
      </p:sp>
      <p:sp>
        <p:nvSpPr>
          <p:cNvPr id="9" name="Google Shape;9;g3f84f4156c2_0_189"/>
          <p:cNvSpPr/>
          <p:nvPr/>
        </p:nvSpPr>
        <p:spPr>
          <a:xfrm>
            <a:off x="0" y="9315450"/>
            <a:ext cx="18288000" cy="971700"/>
          </a:xfrm>
          <a:prstGeom prst="rect">
            <a:avLst/>
          </a:prstGeom>
          <a:solidFill>
            <a:srgbClr val="142233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g3f84f4156c2_0_189"/>
          <p:cNvSpPr txBox="1"/>
          <p:nvPr>
            <p:ph type="title"/>
          </p:nvPr>
        </p:nvSpPr>
        <p:spPr>
          <a:xfrm>
            <a:off x="8970264" y="1006056"/>
            <a:ext cx="88731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i="0" sz="5600" cap="none">
                <a:solidFill>
                  <a:srgbClr val="1422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" name="Google Shape;11;g3f84f4156c2_0_189"/>
          <p:cNvSpPr txBox="1"/>
          <p:nvPr>
            <p:ph idx="1" type="body"/>
          </p:nvPr>
        </p:nvSpPr>
        <p:spPr>
          <a:xfrm>
            <a:off x="9011412" y="2523744"/>
            <a:ext cx="8819700" cy="6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38150" lvl="0" marL="457200" algn="l">
              <a:lnSpc>
                <a:spcPct val="122727"/>
              </a:lnSpc>
              <a:spcBef>
                <a:spcPts val="2300"/>
              </a:spcBef>
              <a:spcAft>
                <a:spcPts val="0"/>
              </a:spcAft>
              <a:buClr>
                <a:srgbClr val="FF7900"/>
              </a:buClr>
              <a:buSzPts val="3300"/>
              <a:buFont typeface="Arial"/>
              <a:buChar char="•"/>
              <a:defRPr b="0" i="0" sz="33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438150" lvl="1" marL="914400" algn="l">
              <a:lnSpc>
                <a:spcPct val="122727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3300"/>
              <a:buFont typeface="Arial"/>
              <a:buChar char="–"/>
              <a:defRPr b="0" i="0" sz="33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419100" lvl="2" marL="13716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3000"/>
              <a:buFont typeface="Arial"/>
              <a:buChar char="•"/>
              <a:defRPr b="0" i="0" sz="30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419100" lvl="3" marL="18288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3000"/>
              <a:buFont typeface="Arial"/>
              <a:buChar char="–"/>
              <a:defRPr b="0" i="0" sz="30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419100" lvl="4" marL="22860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3000"/>
              <a:buFont typeface="Arial"/>
              <a:buChar char="•"/>
              <a:defRPr b="0" i="0" sz="30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4000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6pPr>
            <a:lvl7pPr indent="-4000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7pPr>
            <a:lvl8pPr indent="-4000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8pPr>
            <a:lvl9pPr indent="-4000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9pPr>
          </a:lstStyle>
          <a:p/>
        </p:txBody>
      </p:sp>
      <p:sp>
        <p:nvSpPr>
          <p:cNvPr id="12" name="Google Shape;12;g3f84f4156c2_0_189"/>
          <p:cNvSpPr txBox="1"/>
          <p:nvPr>
            <p:ph idx="11" type="ftr"/>
          </p:nvPr>
        </p:nvSpPr>
        <p:spPr>
          <a:xfrm>
            <a:off x="13684101" y="9547098"/>
            <a:ext cx="4287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descr="A picture containing text, clipart&#10;&#10;Description automatically generated" id="13" name="Google Shape;13;g3f84f4156c2_0_1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279" y="9576033"/>
            <a:ext cx="1207008" cy="463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760">
          <p15:clr>
            <a:srgbClr val="FBAE40"/>
          </p15:clr>
        </p15:guide>
        <p15:guide id="2" orient="horz" pos="1044">
          <p15:clr>
            <a:srgbClr val="FBAE40"/>
          </p15:clr>
        </p15:guide>
        <p15:guide id="3" orient="horz" pos="5868">
          <p15:clr>
            <a:srgbClr val="FBAE40"/>
          </p15:clr>
        </p15:guide>
        <p15:guide id="4" pos="5184">
          <p15:clr>
            <a:srgbClr val="FBAE40"/>
          </p15:clr>
        </p15:guide>
        <p15:guide id="5" pos="11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_noGrayHeader">
  <p:cSld name="Graphic_noGray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84f4156c2_0_401"/>
          <p:cNvSpPr/>
          <p:nvPr/>
        </p:nvSpPr>
        <p:spPr>
          <a:xfrm>
            <a:off x="0" y="9313164"/>
            <a:ext cx="18288000" cy="973800"/>
          </a:xfrm>
          <a:prstGeom prst="rect">
            <a:avLst/>
          </a:prstGeom>
          <a:solidFill>
            <a:srgbClr val="142233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g3f84f4156c2_0_401"/>
          <p:cNvSpPr txBox="1"/>
          <p:nvPr>
            <p:ph type="title"/>
          </p:nvPr>
        </p:nvSpPr>
        <p:spPr>
          <a:xfrm>
            <a:off x="855552" y="1001268"/>
            <a:ext cx="158073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i="0" sz="5600" cap="none">
                <a:solidFill>
                  <a:srgbClr val="1422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" name="Google Shape;17;g3f84f4156c2_0_401"/>
          <p:cNvSpPr/>
          <p:nvPr/>
        </p:nvSpPr>
        <p:spPr>
          <a:xfrm>
            <a:off x="490594" y="9439814"/>
            <a:ext cx="63756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577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747577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8" name="Google Shape;18;g3f84f4156c2_0_401"/>
          <p:cNvSpPr txBox="1"/>
          <p:nvPr>
            <p:ph idx="11" type="ftr"/>
          </p:nvPr>
        </p:nvSpPr>
        <p:spPr>
          <a:xfrm>
            <a:off x="13684101" y="9539765"/>
            <a:ext cx="4287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descr="A picture containing text, clipart&#10;&#10;Description automatically generated" id="19" name="Google Shape;19;g3f84f4156c2_0_4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279" y="9576033"/>
            <a:ext cx="1207008" cy="463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266">
          <p15:clr>
            <a:srgbClr val="FBAE40"/>
          </p15:clr>
        </p15:guide>
        <p15:guide id="4" pos="642">
          <p15:clr>
            <a:srgbClr val="FBAE40"/>
          </p15:clr>
        </p15:guide>
        <p15:guide id="5" orient="horz" pos="10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Graphic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85ecfd79d_2_1561"/>
          <p:cNvSpPr/>
          <p:nvPr/>
        </p:nvSpPr>
        <p:spPr>
          <a:xfrm flipH="1" rot="10800000">
            <a:off x="0" y="167"/>
            <a:ext cx="17259300" cy="20298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f85ecfd79d_2_1561"/>
          <p:cNvSpPr/>
          <p:nvPr/>
        </p:nvSpPr>
        <p:spPr>
          <a:xfrm>
            <a:off x="0" y="9313164"/>
            <a:ext cx="18288000" cy="973800"/>
          </a:xfrm>
          <a:prstGeom prst="rect">
            <a:avLst/>
          </a:prstGeom>
          <a:solidFill>
            <a:srgbClr val="142233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f85ecfd79d_2_1561"/>
          <p:cNvSpPr txBox="1"/>
          <p:nvPr>
            <p:ph type="title"/>
          </p:nvPr>
        </p:nvSpPr>
        <p:spPr>
          <a:xfrm>
            <a:off x="855552" y="1001268"/>
            <a:ext cx="158073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i="0" sz="5600" cap="none">
                <a:solidFill>
                  <a:srgbClr val="1422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" name="Google Shape;24;g3f85ecfd79d_2_1561"/>
          <p:cNvSpPr/>
          <p:nvPr/>
        </p:nvSpPr>
        <p:spPr>
          <a:xfrm>
            <a:off x="490594" y="9439814"/>
            <a:ext cx="63756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577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747577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5" name="Google Shape;25;g3f85ecfd79d_2_1561"/>
          <p:cNvSpPr txBox="1"/>
          <p:nvPr>
            <p:ph idx="11" type="ftr"/>
          </p:nvPr>
        </p:nvSpPr>
        <p:spPr>
          <a:xfrm>
            <a:off x="13684101" y="9539765"/>
            <a:ext cx="4287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descr="A picture containing text, clipart&#10;&#10;Description automatically generated" id="26" name="Google Shape;26;g3f85ecfd79d_2_15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279" y="9576033"/>
            <a:ext cx="1207008" cy="463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266">
          <p15:clr>
            <a:srgbClr val="FBAE40"/>
          </p15:clr>
        </p15:guide>
        <p15:guide id="4" pos="642">
          <p15:clr>
            <a:srgbClr val="FBAE40"/>
          </p15:clr>
        </p15:guide>
        <p15:guide id="5" orient="horz" pos="10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FullWidth_Bullets">
  <p:cSld name="Text_FullWidth_Bulle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876a7ffbd_0_748"/>
          <p:cNvSpPr/>
          <p:nvPr/>
        </p:nvSpPr>
        <p:spPr>
          <a:xfrm flipH="1" rot="10800000">
            <a:off x="0" y="-22"/>
            <a:ext cx="17259300" cy="19695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f876a7ffbd_0_748"/>
          <p:cNvSpPr/>
          <p:nvPr/>
        </p:nvSpPr>
        <p:spPr>
          <a:xfrm>
            <a:off x="0" y="9313164"/>
            <a:ext cx="18288000" cy="973800"/>
          </a:xfrm>
          <a:prstGeom prst="rect">
            <a:avLst/>
          </a:prstGeom>
          <a:solidFill>
            <a:srgbClr val="142233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f876a7ffbd_0_748"/>
          <p:cNvSpPr txBox="1"/>
          <p:nvPr>
            <p:ph type="title"/>
          </p:nvPr>
        </p:nvSpPr>
        <p:spPr>
          <a:xfrm>
            <a:off x="1846907" y="1001268"/>
            <a:ext cx="148158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i="0" sz="5600" cap="none">
                <a:solidFill>
                  <a:srgbClr val="1422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g3f876a7ffbd_0_748"/>
          <p:cNvSpPr/>
          <p:nvPr/>
        </p:nvSpPr>
        <p:spPr>
          <a:xfrm>
            <a:off x="490594" y="9439814"/>
            <a:ext cx="63756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577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747577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2" name="Google Shape;32;g3f876a7ffbd_0_748"/>
          <p:cNvSpPr txBox="1"/>
          <p:nvPr>
            <p:ph idx="1" type="body"/>
          </p:nvPr>
        </p:nvSpPr>
        <p:spPr>
          <a:xfrm>
            <a:off x="1846905" y="2659151"/>
            <a:ext cx="15222600" cy="6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57200" lvl="0" marL="45720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FF7900"/>
              </a:buClr>
              <a:buSzPts val="3600"/>
              <a:buFont typeface="Arial"/>
              <a:buChar char="•"/>
              <a:defRPr b="0" i="0" sz="36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457200" lvl="1" marL="91440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142233"/>
              </a:buClr>
              <a:buSzPts val="3600"/>
              <a:buFont typeface="Arial"/>
              <a:buChar char="–"/>
              <a:defRPr b="0" i="0" sz="36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457200" lvl="2" marL="13716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142233"/>
              </a:buClr>
              <a:buSzPts val="3600"/>
              <a:buFont typeface="Arial"/>
              <a:buChar char="•"/>
              <a:defRPr b="0" i="0" sz="36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457200" lvl="3" marL="18288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142233"/>
              </a:buClr>
              <a:buSzPts val="3600"/>
              <a:buFont typeface="Montserrat Medium"/>
              <a:buChar char="–"/>
              <a:defRPr b="0" i="0" sz="36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457200" lvl="4" marL="22860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142233"/>
              </a:buClr>
              <a:buSzPts val="3600"/>
              <a:buFont typeface="Arial"/>
              <a:buChar char="•"/>
              <a:defRPr b="0" i="0" sz="36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4000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6pPr>
            <a:lvl7pPr indent="-4000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7pPr>
            <a:lvl8pPr indent="-4000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8pPr>
            <a:lvl9pPr indent="-4000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9pPr>
          </a:lstStyle>
          <a:p/>
        </p:txBody>
      </p:sp>
      <p:sp>
        <p:nvSpPr>
          <p:cNvPr id="33" name="Google Shape;33;g3f876a7ffbd_0_748"/>
          <p:cNvSpPr txBox="1"/>
          <p:nvPr>
            <p:ph idx="11" type="ftr"/>
          </p:nvPr>
        </p:nvSpPr>
        <p:spPr>
          <a:xfrm>
            <a:off x="13684101" y="9539765"/>
            <a:ext cx="4287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descr="A picture containing text, clipart&#10;&#10;Description automatically generated" id="34" name="Google Shape;34;g3f876a7ffbd_0_7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279" y="9576033"/>
            <a:ext cx="1207008" cy="463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980">
          <p15:clr>
            <a:srgbClr val="FBAE40"/>
          </p15:clr>
        </p15:guide>
        <p15:guide id="2" pos="5760">
          <p15:clr>
            <a:srgbClr val="FBAE40"/>
          </p15:clr>
        </p15:guide>
        <p15:guide id="3" pos="266">
          <p15:clr>
            <a:srgbClr val="FBAE40"/>
          </p15:clr>
        </p15:guide>
        <p15:guide id="4" pos="633">
          <p15:clr>
            <a:srgbClr val="FBAE40"/>
          </p15:clr>
        </p15:guide>
        <p15:guide id="5" orient="horz" pos="1044">
          <p15:clr>
            <a:srgbClr val="FBAE40"/>
          </p15:clr>
        </p15:guide>
        <p15:guide id="6" pos="12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10" Type="http://schemas.openxmlformats.org/officeDocument/2006/relationships/image" Target="../media/image24.png"/><Relationship Id="rId9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10" Type="http://schemas.openxmlformats.org/officeDocument/2006/relationships/image" Target="../media/image24.png"/><Relationship Id="rId9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10" Type="http://schemas.openxmlformats.org/officeDocument/2006/relationships/image" Target="../media/image24.png"/><Relationship Id="rId9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jp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jp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jp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jp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jp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jp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jpg"/><Relationship Id="rId4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jpg"/><Relationship Id="rId4" Type="http://schemas.openxmlformats.org/officeDocument/2006/relationships/image" Target="../media/image39.png"/><Relationship Id="rId5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jpg"/><Relationship Id="rId4" Type="http://schemas.openxmlformats.org/officeDocument/2006/relationships/image" Target="../media/image39.png"/><Relationship Id="rId5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jpg"/><Relationship Id="rId4" Type="http://schemas.openxmlformats.org/officeDocument/2006/relationships/image" Target="../media/image39.png"/><Relationship Id="rId5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11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Relationship Id="rId4" Type="http://schemas.openxmlformats.org/officeDocument/2006/relationships/image" Target="../media/image11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Relationship Id="rId4" Type="http://schemas.openxmlformats.org/officeDocument/2006/relationships/image" Target="../media/image11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2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Relationship Id="rId4" Type="http://schemas.openxmlformats.org/officeDocument/2006/relationships/image" Target="../media/image4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Relationship Id="rId4" Type="http://schemas.openxmlformats.org/officeDocument/2006/relationships/image" Target="../media/image2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2.png"/><Relationship Id="rId4" Type="http://schemas.openxmlformats.org/officeDocument/2006/relationships/image" Target="../media/image4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2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png"/><Relationship Id="rId4" Type="http://schemas.openxmlformats.org/officeDocument/2006/relationships/image" Target="../media/image56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image" Target="../media/image13.png"/><Relationship Id="rId6" Type="http://schemas.openxmlformats.org/officeDocument/2006/relationships/image" Target="../media/image3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image" Target="../media/image7.png"/><Relationship Id="rId6" Type="http://schemas.openxmlformats.org/officeDocument/2006/relationships/image" Target="../media/image3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7.png"/><Relationship Id="rId4" Type="http://schemas.openxmlformats.org/officeDocument/2006/relationships/image" Target="../media/image2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image" Target="../media/image7.png"/><Relationship Id="rId6" Type="http://schemas.openxmlformats.org/officeDocument/2006/relationships/image" Target="../media/image3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10" Type="http://schemas.openxmlformats.org/officeDocument/2006/relationships/image" Target="../media/image24.png"/><Relationship Id="rId9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10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4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2.jpg"/><Relationship Id="rId4" Type="http://schemas.openxmlformats.org/officeDocument/2006/relationships/image" Target="../media/image6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.png"/></Relationships>
</file>

<file path=ppt/slides/_rels/slide6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5.png"/><Relationship Id="rId10" Type="http://schemas.openxmlformats.org/officeDocument/2006/relationships/image" Target="../media/image63.png"/><Relationship Id="rId13" Type="http://schemas.openxmlformats.org/officeDocument/2006/relationships/image" Target="../media/image75.png"/><Relationship Id="rId1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1.png"/><Relationship Id="rId4" Type="http://schemas.openxmlformats.org/officeDocument/2006/relationships/image" Target="../media/image78.png"/><Relationship Id="rId9" Type="http://schemas.openxmlformats.org/officeDocument/2006/relationships/image" Target="../media/image68.png"/><Relationship Id="rId15" Type="http://schemas.openxmlformats.org/officeDocument/2006/relationships/image" Target="../media/image76.png"/><Relationship Id="rId14" Type="http://schemas.openxmlformats.org/officeDocument/2006/relationships/image" Target="../media/image70.png"/><Relationship Id="rId17" Type="http://schemas.openxmlformats.org/officeDocument/2006/relationships/image" Target="../media/image24.png"/><Relationship Id="rId16" Type="http://schemas.openxmlformats.org/officeDocument/2006/relationships/image" Target="../media/image72.png"/><Relationship Id="rId5" Type="http://schemas.openxmlformats.org/officeDocument/2006/relationships/image" Target="../media/image77.png"/><Relationship Id="rId6" Type="http://schemas.openxmlformats.org/officeDocument/2006/relationships/image" Target="../media/image64.png"/><Relationship Id="rId7" Type="http://schemas.openxmlformats.org/officeDocument/2006/relationships/image" Target="../media/image69.png"/><Relationship Id="rId8" Type="http://schemas.openxmlformats.org/officeDocument/2006/relationships/image" Target="../media/image79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952453" y="9654885"/>
            <a:ext cx="2288780" cy="251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eosnorthtexas.com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15076208" y="9654885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43" name="Google Shape;4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691" y="3215419"/>
            <a:ext cx="4095729" cy="385607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"/>
          <p:cNvSpPr/>
          <p:nvPr/>
        </p:nvSpPr>
        <p:spPr>
          <a:xfrm>
            <a:off x="3209849" y="3300944"/>
            <a:ext cx="1898200" cy="8902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76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6000"/>
              <a:buFont typeface="League Spartan"/>
              <a:buNone/>
            </a:pPr>
            <a:r>
              <a:rPr b="1" lang="en-US" sz="60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60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6191112" y="3260321"/>
            <a:ext cx="11315674" cy="338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025"/>
              <a:buFont typeface="League Spartan"/>
              <a:buNone/>
            </a:pPr>
            <a:r>
              <a:rPr b="1" lang="en-US" sz="2025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FIFTH ANNUAL · SEPTEMBER 14, 2026 · THE STATLER DALLAS</a:t>
            </a:r>
            <a:endParaRPr sz="2025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6191100" y="3598400"/>
            <a:ext cx="10595700" cy="24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League Spartan"/>
              <a:buNone/>
            </a:pPr>
            <a:r>
              <a:rPr b="1" lang="en-US" sz="6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Six Keys to Getting What You Want from your Entrepreneurial Company</a:t>
            </a:r>
            <a:endParaRPr b="1" sz="66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6191087" y="6253853"/>
            <a:ext cx="113157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9D0D9"/>
              </a:buClr>
              <a:buSzPts val="2677"/>
              <a:buFont typeface="League Spartan"/>
              <a:buNone/>
            </a:pPr>
            <a:r>
              <a:rPr lang="en-US" sz="2678">
                <a:solidFill>
                  <a:srgbClr val="C9D0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 Sheu</a:t>
            </a:r>
            <a:r>
              <a:rPr lang="en-US" sz="2678">
                <a:solidFill>
                  <a:srgbClr val="C9D0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, </a:t>
            </a:r>
            <a:r>
              <a:rPr lang="en-US" sz="2678">
                <a:solidFill>
                  <a:srgbClr val="C9D0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Certified EOS Implementer®</a:t>
            </a:r>
            <a:endParaRPr sz="2678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6191112" y="6657047"/>
            <a:ext cx="11315674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ann.sheu@EOSWorldwide.com</a:t>
            </a:r>
            <a:endParaRPr b="1" sz="255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Agenda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52451" y="3487425"/>
            <a:ext cx="8520600" cy="174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57" name="Google Shape;57;p2"/>
          <p:cNvGrpSpPr/>
          <p:nvPr/>
        </p:nvGrpSpPr>
        <p:grpSpPr>
          <a:xfrm>
            <a:off x="952453" y="2723467"/>
            <a:ext cx="6629276" cy="516330"/>
            <a:chOff x="952453" y="2723467"/>
            <a:chExt cx="6629276" cy="516330"/>
          </a:xfrm>
        </p:grpSpPr>
        <p:sp>
          <p:nvSpPr>
            <p:cNvPr id="58" name="Google Shape;58;p2"/>
            <p:cNvSpPr/>
            <p:nvPr/>
          </p:nvSpPr>
          <p:spPr>
            <a:xfrm>
              <a:off x="952453" y="2723467"/>
              <a:ext cx="838176" cy="5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3300"/>
                <a:buFont typeface="League Spartan"/>
                <a:buNone/>
              </a:pPr>
              <a:r>
                <a:rPr b="1" lang="en-US" sz="3300">
                  <a:solidFill>
                    <a:srgbClr val="FF79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</a:t>
              </a:r>
              <a:endParaRPr sz="33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133491" y="2775638"/>
              <a:ext cx="5448238" cy="455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233"/>
                </a:buClr>
                <a:buSzPts val="2850"/>
                <a:buFont typeface="League Spartan"/>
                <a:buNone/>
              </a:pPr>
              <a:r>
                <a:rPr b="1" lang="en-US" sz="285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Get REAL</a:t>
              </a:r>
              <a:endParaRPr sz="285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60" name="Google Shape;60;p2"/>
          <p:cNvSpPr/>
          <p:nvPr/>
        </p:nvSpPr>
        <p:spPr>
          <a:xfrm>
            <a:off x="952451" y="4554470"/>
            <a:ext cx="8520600" cy="174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61" name="Google Shape;61;p2"/>
          <p:cNvGrpSpPr/>
          <p:nvPr/>
        </p:nvGrpSpPr>
        <p:grpSpPr>
          <a:xfrm>
            <a:off x="952453" y="3790518"/>
            <a:ext cx="6629276" cy="516330"/>
            <a:chOff x="952453" y="3790518"/>
            <a:chExt cx="6629276" cy="516330"/>
          </a:xfrm>
        </p:grpSpPr>
        <p:sp>
          <p:nvSpPr>
            <p:cNvPr id="62" name="Google Shape;62;p2"/>
            <p:cNvSpPr/>
            <p:nvPr/>
          </p:nvSpPr>
          <p:spPr>
            <a:xfrm>
              <a:off x="952453" y="3790518"/>
              <a:ext cx="838176" cy="5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3300"/>
                <a:buFont typeface="League Spartan"/>
                <a:buNone/>
              </a:pPr>
              <a:r>
                <a:rPr b="1" lang="en-US" sz="3300">
                  <a:solidFill>
                    <a:srgbClr val="FF79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02</a:t>
              </a:r>
              <a:endParaRPr sz="33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133491" y="3842689"/>
              <a:ext cx="5448238" cy="455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233"/>
                </a:buClr>
                <a:buSzPts val="2850"/>
                <a:buFont typeface="League Spartan"/>
                <a:buNone/>
              </a:pPr>
              <a:r>
                <a:rPr b="1" lang="en-US" sz="285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Keep it SIMPLE</a:t>
              </a:r>
              <a:endParaRPr sz="285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64" name="Google Shape;64;p2"/>
          <p:cNvSpPr/>
          <p:nvPr/>
        </p:nvSpPr>
        <p:spPr>
          <a:xfrm>
            <a:off x="952451" y="5621515"/>
            <a:ext cx="8520600" cy="174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952453" y="4857569"/>
            <a:ext cx="6629276" cy="516330"/>
            <a:chOff x="952453" y="4857569"/>
            <a:chExt cx="6629276" cy="516330"/>
          </a:xfrm>
        </p:grpSpPr>
        <p:sp>
          <p:nvSpPr>
            <p:cNvPr id="66" name="Google Shape;66;p2"/>
            <p:cNvSpPr/>
            <p:nvPr/>
          </p:nvSpPr>
          <p:spPr>
            <a:xfrm>
              <a:off x="952453" y="4857569"/>
              <a:ext cx="838176" cy="5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3300"/>
                <a:buFont typeface="League Spartan"/>
                <a:buNone/>
              </a:pPr>
              <a:r>
                <a:rPr b="1" lang="en-US" sz="3300">
                  <a:solidFill>
                    <a:srgbClr val="FF79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03</a:t>
              </a:r>
              <a:endParaRPr sz="33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133491" y="4909740"/>
              <a:ext cx="5448238" cy="455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233"/>
                </a:buClr>
                <a:buSzPts val="2850"/>
                <a:buFont typeface="League Spartan"/>
                <a:buNone/>
              </a:pPr>
              <a:r>
                <a:rPr b="1" lang="en-US" sz="285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Get RESULTS</a:t>
              </a:r>
              <a:endParaRPr sz="285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68" name="Google Shape;68;p2"/>
          <p:cNvSpPr/>
          <p:nvPr/>
        </p:nvSpPr>
        <p:spPr>
          <a:xfrm>
            <a:off x="952451" y="6688560"/>
            <a:ext cx="8520600" cy="174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69" name="Google Shape;69;p2"/>
          <p:cNvGrpSpPr/>
          <p:nvPr/>
        </p:nvGrpSpPr>
        <p:grpSpPr>
          <a:xfrm>
            <a:off x="952453" y="5924620"/>
            <a:ext cx="6629276" cy="516330"/>
            <a:chOff x="952453" y="5924620"/>
            <a:chExt cx="6629276" cy="516330"/>
          </a:xfrm>
        </p:grpSpPr>
        <p:sp>
          <p:nvSpPr>
            <p:cNvPr id="70" name="Google Shape;70;p2"/>
            <p:cNvSpPr/>
            <p:nvPr/>
          </p:nvSpPr>
          <p:spPr>
            <a:xfrm>
              <a:off x="952453" y="5924620"/>
              <a:ext cx="838176" cy="5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3300"/>
                <a:buFont typeface="League Spartan"/>
                <a:buNone/>
              </a:pPr>
              <a:r>
                <a:rPr b="1" lang="en-US" sz="3300">
                  <a:solidFill>
                    <a:srgbClr val="FF79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04</a:t>
              </a:r>
              <a:endParaRPr sz="33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133491" y="5976791"/>
              <a:ext cx="5448238" cy="455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233"/>
                </a:buClr>
                <a:buSzPts val="2850"/>
                <a:buFont typeface="League Spartan"/>
                <a:buNone/>
              </a:pPr>
              <a:r>
                <a:rPr b="1" lang="en-US" sz="285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Q&amp;A</a:t>
              </a:r>
              <a:endParaRPr sz="285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72" name="Google Shape;72;p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73" name="Google Shape;73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2203" l="2657" r="0" t="4279"/>
          <a:stretch/>
        </p:blipFill>
        <p:spPr>
          <a:xfrm>
            <a:off x="9211060" y="1"/>
            <a:ext cx="9076941" cy="1027207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/>
          <p:nvPr/>
        </p:nvSpPr>
        <p:spPr>
          <a:xfrm>
            <a:off x="9211060" y="1"/>
            <a:ext cx="9076800" cy="102870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75600" lIns="151250" spcFirstLastPara="1" rIns="151250" wrap="square" tIns="7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94"/>
              <a:buFont typeface="Arial"/>
              <a:buNone/>
            </a:pPr>
            <a:r>
              <a:t/>
            </a:r>
            <a:endParaRPr b="0" i="0" sz="529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3">
            <a:alphaModFix amt="6000"/>
          </a:blip>
          <a:srcRect b="0" l="0" r="0" t="0"/>
          <a:stretch/>
        </p:blipFill>
        <p:spPr>
          <a:xfrm>
            <a:off x="9153558" y="762790"/>
            <a:ext cx="9305858" cy="876139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14068392" y="1067526"/>
            <a:ext cx="4318419" cy="17716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062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650"/>
              <a:buFont typeface="League Spartan"/>
              <a:buNone/>
            </a:pPr>
            <a:r>
              <a:rPr b="1" lang="en-US" sz="136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136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238236" y="3783385"/>
            <a:ext cx="17392636" cy="13982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04E23"/>
              </a:buClr>
              <a:buSzPts val="10500"/>
              <a:buFont typeface="League Spartan"/>
              <a:buNone/>
            </a:pPr>
            <a:r>
              <a:rPr b="1" lang="en-US" sz="105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238236" y="5143488"/>
            <a:ext cx="17392636" cy="13982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0"/>
              <a:buFont typeface="League Spartan"/>
              <a:buNone/>
            </a:pPr>
            <a:r>
              <a:rPr b="1" lang="en-US" sz="105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4f4156c2_0_6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2" name="Google Shape;92;g3f84f4156c2_0_6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 REAL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3" name="Google Shape;93;g3f84f4156c2_0_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4" name="Google Shape;94;g3f84f4156c2_0_6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  <a:endParaRPr>
              <a:solidFill>
                <a:schemeClr val="dk1"/>
              </a:solidFill>
            </a:endParaRPr>
          </a:p>
          <a:p>
            <a:pPr indent="-452120" lvl="0" marL="4572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</a:t>
            </a:r>
            <a:endParaRPr>
              <a:solidFill>
                <a:schemeClr val="dk1"/>
              </a:solidFill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Brief history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Discoveries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A group of people in a room&#10;&#10;Description automatically generated with low confidence" id="95" name="Google Shape;95;g3f84f4156c2_0_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644" r="14488" t="0"/>
          <a:stretch/>
        </p:blipFill>
        <p:spPr>
          <a:xfrm>
            <a:off x="9204900" y="-62"/>
            <a:ext cx="9083041" cy="102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f84f4156c2_0_6"/>
          <p:cNvSpPr/>
          <p:nvPr/>
        </p:nvSpPr>
        <p:spPr>
          <a:xfrm>
            <a:off x="9204900" y="2461"/>
            <a:ext cx="9083100" cy="102846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75650" lIns="151350" spcFirstLastPara="1" rIns="151350" wrap="square" tIns="7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98"/>
              <a:buFont typeface="Arial"/>
              <a:buNone/>
            </a:pPr>
            <a:r>
              <a:t/>
            </a:r>
            <a:endParaRPr b="0" i="0" sz="52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4f4156c2_1_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84f4156c2_1_6"/>
          <p:cNvSpPr/>
          <p:nvPr/>
        </p:nvSpPr>
        <p:spPr>
          <a:xfrm>
            <a:off x="9200244" y="0"/>
            <a:ext cx="9087900" cy="102870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dk1"/>
              </a:gs>
            </a:gsLst>
            <a:lin ang="16200038" scaled="0"/>
          </a:gradFill>
          <a:ln>
            <a:noFill/>
          </a:ln>
        </p:spPr>
        <p:txBody>
          <a:bodyPr anchorCtr="0" anchor="ctr" bIns="75700" lIns="151450" spcFirstLastPara="1" rIns="151450" wrap="square" tIns="7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1"/>
              <a:buFont typeface="Arial"/>
              <a:buNone/>
            </a:pPr>
            <a:r>
              <a:t/>
            </a:r>
            <a:endParaRPr b="0" i="0" sz="530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4f4156c2_1_6"/>
          <p:cNvSpPr/>
          <p:nvPr/>
        </p:nvSpPr>
        <p:spPr>
          <a:xfrm>
            <a:off x="10868791" y="1765314"/>
            <a:ext cx="5736600" cy="5736600"/>
          </a:xfrm>
          <a:prstGeom prst="ellipse">
            <a:avLst/>
          </a:prstGeom>
          <a:noFill/>
          <a:ln cap="flat" cmpd="sng" w="420725">
            <a:solidFill>
              <a:schemeClr val="lt1">
                <a:alpha val="1804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00" lIns="151450" spcFirstLastPara="1" rIns="151450" wrap="square" tIns="7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1"/>
              <a:buFont typeface="Arial"/>
              <a:buNone/>
            </a:pPr>
            <a:r>
              <a:t/>
            </a:r>
            <a:endParaRPr b="0" i="0" sz="530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g3f84f4156c2_1_6"/>
          <p:cNvGrpSpPr/>
          <p:nvPr/>
        </p:nvGrpSpPr>
        <p:grpSpPr>
          <a:xfrm>
            <a:off x="12549066" y="613751"/>
            <a:ext cx="2314358" cy="2314358"/>
            <a:chOff x="2209800" y="558518"/>
            <a:chExt cx="1209300" cy="1209300"/>
          </a:xfrm>
        </p:grpSpPr>
        <p:sp>
          <p:nvSpPr>
            <p:cNvPr id="105" name="Google Shape;105;g3f84f4156c2_1_6"/>
            <p:cNvSpPr/>
            <p:nvPr/>
          </p:nvSpPr>
          <p:spPr>
            <a:xfrm>
              <a:off x="2209800" y="558518"/>
              <a:ext cx="1209300" cy="1209300"/>
            </a:xfrm>
            <a:prstGeom prst="ellipse">
              <a:avLst/>
            </a:prstGeom>
            <a:gradFill>
              <a:gsLst>
                <a:gs pos="0">
                  <a:srgbClr val="F04E23"/>
                </a:gs>
                <a:gs pos="89000">
                  <a:srgbClr val="FF7900"/>
                </a:gs>
                <a:gs pos="100000">
                  <a:srgbClr val="FF7900"/>
                </a:gs>
              </a:gsLst>
              <a:lin ang="0" scaled="0"/>
            </a:gradFill>
            <a:ln>
              <a:noFill/>
            </a:ln>
            <a:effectLst>
              <a:outerShdw blurRad="84146" rotWithShape="0" algn="tl" dir="2700000" dist="63109">
                <a:srgbClr val="000000">
                  <a:alpha val="40000"/>
                </a:srgbClr>
              </a:outerShdw>
            </a:effectLst>
          </p:spPr>
          <p:txBody>
            <a:bodyPr anchorCtr="0" anchor="ctr" bIns="75700" lIns="151450" spcFirstLastPara="1" rIns="151450" wrap="square" tIns="7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1"/>
                <a:buFont typeface="Arial"/>
                <a:buNone/>
              </a:pPr>
              <a:r>
                <a:t/>
              </a:r>
              <a:endParaRPr b="0" i="0" sz="53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con&#10;&#10;Description automatically generated" id="106" name="Google Shape;106;g3f84f4156c2_1_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79040" y="842998"/>
              <a:ext cx="692695" cy="5387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g3f84f4156c2_1_6"/>
          <p:cNvGrpSpPr/>
          <p:nvPr/>
        </p:nvGrpSpPr>
        <p:grpSpPr>
          <a:xfrm>
            <a:off x="10874640" y="5662749"/>
            <a:ext cx="2314358" cy="2314358"/>
            <a:chOff x="1290320" y="3220720"/>
            <a:chExt cx="1209300" cy="1209300"/>
          </a:xfrm>
        </p:grpSpPr>
        <p:sp>
          <p:nvSpPr>
            <p:cNvPr id="108" name="Google Shape;108;g3f84f4156c2_1_6"/>
            <p:cNvSpPr/>
            <p:nvPr/>
          </p:nvSpPr>
          <p:spPr>
            <a:xfrm>
              <a:off x="1290320" y="3220720"/>
              <a:ext cx="1209300" cy="1209300"/>
            </a:xfrm>
            <a:prstGeom prst="ellipse">
              <a:avLst/>
            </a:prstGeom>
            <a:gradFill>
              <a:gsLst>
                <a:gs pos="0">
                  <a:srgbClr val="F04E23"/>
                </a:gs>
                <a:gs pos="89000">
                  <a:srgbClr val="FF7900"/>
                </a:gs>
                <a:gs pos="100000">
                  <a:srgbClr val="FF7900"/>
                </a:gs>
              </a:gsLst>
              <a:lin ang="0" scaled="0"/>
            </a:gradFill>
            <a:ln>
              <a:noFill/>
            </a:ln>
            <a:effectLst>
              <a:outerShdw blurRad="84146" rotWithShape="0" algn="tl" dir="2700000" dist="63109">
                <a:srgbClr val="000000">
                  <a:alpha val="40000"/>
                </a:srgbClr>
              </a:outerShdw>
            </a:effectLst>
          </p:spPr>
          <p:txBody>
            <a:bodyPr anchorCtr="0" anchor="ctr" bIns="75700" lIns="151450" spcFirstLastPara="1" rIns="151450" wrap="square" tIns="7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1"/>
                <a:buFont typeface="Arial"/>
                <a:buNone/>
              </a:pPr>
              <a:r>
                <a:t/>
              </a:r>
              <a:endParaRPr b="0" i="0" sz="53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con&#10;&#10;Description automatically generated" id="109" name="Google Shape;109;g3f84f4156c2_1_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35760" y="3540760"/>
              <a:ext cx="492035" cy="5740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g3f84f4156c2_1_6"/>
          <p:cNvGrpSpPr/>
          <p:nvPr/>
        </p:nvGrpSpPr>
        <p:grpSpPr>
          <a:xfrm>
            <a:off x="15098573" y="2591563"/>
            <a:ext cx="2314358" cy="2314358"/>
            <a:chOff x="3576320" y="1559560"/>
            <a:chExt cx="1209300" cy="1209300"/>
          </a:xfrm>
        </p:grpSpPr>
        <p:sp>
          <p:nvSpPr>
            <p:cNvPr id="111" name="Google Shape;111;g3f84f4156c2_1_6"/>
            <p:cNvSpPr/>
            <p:nvPr/>
          </p:nvSpPr>
          <p:spPr>
            <a:xfrm>
              <a:off x="3576320" y="1559560"/>
              <a:ext cx="1209300" cy="1209300"/>
            </a:xfrm>
            <a:prstGeom prst="ellipse">
              <a:avLst/>
            </a:prstGeom>
            <a:gradFill>
              <a:gsLst>
                <a:gs pos="0">
                  <a:srgbClr val="F04E23"/>
                </a:gs>
                <a:gs pos="89000">
                  <a:srgbClr val="FF7900"/>
                </a:gs>
                <a:gs pos="100000">
                  <a:srgbClr val="FF7900"/>
                </a:gs>
              </a:gsLst>
              <a:lin ang="0" scaled="0"/>
            </a:gradFill>
            <a:ln>
              <a:noFill/>
            </a:ln>
            <a:effectLst>
              <a:outerShdw blurRad="84146" rotWithShape="0" algn="tl" dir="2700000" dist="63109">
                <a:srgbClr val="000000">
                  <a:alpha val="40000"/>
                </a:srgbClr>
              </a:outerShdw>
            </a:effectLst>
          </p:spPr>
          <p:txBody>
            <a:bodyPr anchorCtr="0" anchor="ctr" bIns="75700" lIns="151450" spcFirstLastPara="1" rIns="151450" wrap="square" tIns="7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1"/>
                <a:buFont typeface="Arial"/>
                <a:buNone/>
              </a:pPr>
              <a:r>
                <a:t/>
              </a:r>
              <a:endParaRPr b="0" i="0" sz="53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con&#10;&#10;Description automatically generated" id="112" name="Google Shape;112;g3f84f4156c2_1_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81120" y="1940560"/>
              <a:ext cx="614679" cy="4610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Google Shape;113;g3f84f4156c2_1_6"/>
          <p:cNvGrpSpPr/>
          <p:nvPr/>
        </p:nvGrpSpPr>
        <p:grpSpPr>
          <a:xfrm>
            <a:off x="14240322" y="5662749"/>
            <a:ext cx="2314358" cy="2314358"/>
            <a:chOff x="3129280" y="3220720"/>
            <a:chExt cx="1209300" cy="1209300"/>
          </a:xfrm>
        </p:grpSpPr>
        <p:sp>
          <p:nvSpPr>
            <p:cNvPr id="114" name="Google Shape;114;g3f84f4156c2_1_6"/>
            <p:cNvSpPr/>
            <p:nvPr/>
          </p:nvSpPr>
          <p:spPr>
            <a:xfrm>
              <a:off x="3129280" y="3220720"/>
              <a:ext cx="1209300" cy="1209300"/>
            </a:xfrm>
            <a:prstGeom prst="ellipse">
              <a:avLst/>
            </a:prstGeom>
            <a:gradFill>
              <a:gsLst>
                <a:gs pos="0">
                  <a:srgbClr val="F04E23"/>
                </a:gs>
                <a:gs pos="89000">
                  <a:srgbClr val="FF7900"/>
                </a:gs>
                <a:gs pos="100000">
                  <a:srgbClr val="FF7900"/>
                </a:gs>
              </a:gsLst>
              <a:lin ang="0" scaled="0"/>
            </a:gradFill>
            <a:ln>
              <a:noFill/>
            </a:ln>
            <a:effectLst>
              <a:outerShdw blurRad="84146" rotWithShape="0" algn="tl" dir="2700000" dist="63109">
                <a:srgbClr val="000000">
                  <a:alpha val="40000"/>
                </a:srgbClr>
              </a:outerShdw>
            </a:effectLst>
          </p:spPr>
          <p:txBody>
            <a:bodyPr anchorCtr="0" anchor="ctr" bIns="75700" lIns="151450" spcFirstLastPara="1" rIns="151450" wrap="square" tIns="7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1"/>
                <a:buFont typeface="Arial"/>
                <a:buNone/>
              </a:pPr>
              <a:r>
                <a:t/>
              </a:r>
              <a:endParaRPr b="0" i="0" sz="53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con&#10;&#10;Description automatically generated" id="115" name="Google Shape;115;g3f84f4156c2_1_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86241" y="3556000"/>
              <a:ext cx="711200" cy="497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Google Shape;116;g3f84f4156c2_1_6"/>
          <p:cNvGrpSpPr/>
          <p:nvPr/>
        </p:nvGrpSpPr>
        <p:grpSpPr>
          <a:xfrm>
            <a:off x="9932257" y="2541076"/>
            <a:ext cx="2314358" cy="2314358"/>
            <a:chOff x="680720" y="1559560"/>
            <a:chExt cx="1209300" cy="1209300"/>
          </a:xfrm>
        </p:grpSpPr>
        <p:sp>
          <p:nvSpPr>
            <p:cNvPr id="117" name="Google Shape;117;g3f84f4156c2_1_6"/>
            <p:cNvSpPr/>
            <p:nvPr/>
          </p:nvSpPr>
          <p:spPr>
            <a:xfrm>
              <a:off x="680720" y="1559560"/>
              <a:ext cx="1209300" cy="1209300"/>
            </a:xfrm>
            <a:prstGeom prst="ellipse">
              <a:avLst/>
            </a:prstGeom>
            <a:gradFill>
              <a:gsLst>
                <a:gs pos="0">
                  <a:srgbClr val="F04E23"/>
                </a:gs>
                <a:gs pos="89000">
                  <a:srgbClr val="FF7900"/>
                </a:gs>
                <a:gs pos="100000">
                  <a:srgbClr val="FF7900"/>
                </a:gs>
              </a:gsLst>
              <a:lin ang="0" scaled="0"/>
            </a:gradFill>
            <a:ln>
              <a:noFill/>
            </a:ln>
            <a:effectLst>
              <a:outerShdw blurRad="84146" rotWithShape="0" algn="tl" dir="2700000" dist="63109">
                <a:srgbClr val="000000">
                  <a:alpha val="40000"/>
                </a:srgbClr>
              </a:outerShdw>
            </a:effectLst>
          </p:spPr>
          <p:txBody>
            <a:bodyPr anchorCtr="0" anchor="ctr" bIns="75700" lIns="151450" spcFirstLastPara="1" rIns="151450" wrap="square" tIns="7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1"/>
                <a:buFont typeface="Arial"/>
                <a:buNone/>
              </a:pPr>
              <a:r>
                <a:t/>
              </a:r>
              <a:endParaRPr b="0" i="0" sz="53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con&#10;&#10;Description automatically generated" id="118" name="Google Shape;118;g3f84f4156c2_1_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55040" y="1844040"/>
              <a:ext cx="634999" cy="634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g3f84f4156c2_1_6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0" name="Google Shape;120;g3f84f4156c2_1_6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Frustrations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1" name="Google Shape;121;g3f84f4156c2_1_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2" name="Google Shape;122;g3f84f4156c2_1_6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Contro</a:t>
            </a: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Profit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Hitting the ceiling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Nothing’s working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84f4156c2_0_2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29" name="Google Shape;129;g3f84f4156c2_0_223"/>
          <p:cNvPicPr preferRelativeResize="0"/>
          <p:nvPr/>
        </p:nvPicPr>
        <p:blipFill rotWithShape="1">
          <a:blip r:embed="rId3">
            <a:alphaModFix amt="6000"/>
          </a:blip>
          <a:srcRect b="0" l="0" r="0" t="0"/>
          <a:stretch/>
        </p:blipFill>
        <p:spPr>
          <a:xfrm>
            <a:off x="9153558" y="762790"/>
            <a:ext cx="9305858" cy="876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84f4156c2_0_223"/>
          <p:cNvSpPr/>
          <p:nvPr/>
        </p:nvSpPr>
        <p:spPr>
          <a:xfrm>
            <a:off x="14068392" y="1067526"/>
            <a:ext cx="43185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062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650"/>
              <a:buFont typeface="League Spartan"/>
              <a:buNone/>
            </a:pPr>
            <a:r>
              <a:rPr b="1" lang="en-US" sz="136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136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1" name="Google Shape;131;g3f84f4156c2_0_223"/>
          <p:cNvSpPr/>
          <p:nvPr/>
        </p:nvSpPr>
        <p:spPr>
          <a:xfrm>
            <a:off x="1238236" y="3783385"/>
            <a:ext cx="173925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04E23"/>
              </a:buClr>
              <a:buSzPts val="10500"/>
              <a:buFont typeface="League Spartan"/>
              <a:buNone/>
            </a:pPr>
            <a:r>
              <a:rPr b="1" lang="en-US" sz="105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Keep it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2" name="Google Shape;132;g3f84f4156c2_0_223"/>
          <p:cNvSpPr/>
          <p:nvPr/>
        </p:nvSpPr>
        <p:spPr>
          <a:xfrm>
            <a:off x="1238236" y="5143488"/>
            <a:ext cx="173925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0"/>
              <a:buFont typeface="League Spartan"/>
              <a:buNone/>
            </a:pPr>
            <a:r>
              <a:rPr b="1" lang="en-US" sz="105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3" name="Google Shape;133;g3f84f4156c2_0_22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4f4156c2_0_24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g3f84f4156c2_0_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1997" y="521539"/>
            <a:ext cx="4063367" cy="306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f84f4156c2_0_2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08199" y="5849879"/>
            <a:ext cx="4190960" cy="3111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f84f4156c2_0_2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1487" y="1108749"/>
            <a:ext cx="3572622" cy="3552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f84f4156c2_0_2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68001" y="1089118"/>
            <a:ext cx="3582439" cy="3572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f84f4156c2_0_2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9912" y="4768424"/>
            <a:ext cx="3523547" cy="3572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f84f4156c2_0_2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36705" y="4768423"/>
            <a:ext cx="3513734" cy="360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f84f4156c2_0_2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36066" y="3452471"/>
            <a:ext cx="2581318" cy="258131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f84f4156c2_0_24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7" name="Google Shape;147;g3f84f4156c2_0_24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Arial"/>
              <a:buNone/>
            </a:pPr>
            <a:r>
              <a:rPr b="1" lang="en-US" sz="902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9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f84f4156c2_0_24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49" name="Google Shape;149;g3f84f4156c2_0_240"/>
          <p:cNvPicPr preferRelativeResize="0"/>
          <p:nvPr/>
        </p:nvPicPr>
        <p:blipFill rotWithShape="1">
          <a:blip r:embed="rId10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262"/>
              <a:buFont typeface="League Spartan"/>
              <a:buNone/>
            </a:pPr>
            <a:r>
              <a:rPr b="1" lang="en-US" sz="15263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endParaRPr sz="1526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523951" y="4634893"/>
            <a:ext cx="14519900" cy="13715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b="1" lang="en-US" sz="4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 without traction is hallucination.</a:t>
            </a:r>
            <a:endParaRPr b="1" sz="42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523951" y="6425539"/>
            <a:ext cx="3187703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— </a:t>
            </a: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GINO WICKMAN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4f4156c2_1_18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84f4156c2_1_182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grpSp>
        <p:nvGrpSpPr>
          <p:cNvPr id="166" name="Google Shape;166;g3f84f4156c2_1_182"/>
          <p:cNvGrpSpPr/>
          <p:nvPr/>
        </p:nvGrpSpPr>
        <p:grpSpPr>
          <a:xfrm>
            <a:off x="15375230" y="676111"/>
            <a:ext cx="2443057" cy="8235743"/>
            <a:chOff x="10258396" y="-1314060"/>
            <a:chExt cx="1628705" cy="7240850"/>
          </a:xfrm>
        </p:grpSpPr>
        <p:sp>
          <p:nvSpPr>
            <p:cNvPr id="167" name="Google Shape;167;g3f84f4156c2_1_182"/>
            <p:cNvSpPr/>
            <p:nvPr/>
          </p:nvSpPr>
          <p:spPr>
            <a:xfrm rot="-5400000">
              <a:off x="8105301" y="2068946"/>
              <a:ext cx="7055700" cy="507900"/>
            </a:xfrm>
            <a:prstGeom prst="rect">
              <a:avLst/>
            </a:prstGeom>
            <a:solidFill>
              <a:schemeClr val="lt2"/>
            </a:solidFill>
            <a:ln cap="flat" cmpd="sng" w="14300">
              <a:solidFill>
                <a:srgbClr val="CAD0D6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3f84f4156c2_1_182"/>
            <p:cNvSpPr txBox="1"/>
            <p:nvPr/>
          </p:nvSpPr>
          <p:spPr>
            <a:xfrm>
              <a:off x="10577394" y="5325890"/>
              <a:ext cx="711000" cy="6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182850" spcFirstLastPara="1" rIns="182850" wrap="square" tIns="91425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i="0" lang="en-US" sz="3600" u="none" cap="none" strike="noStrike">
                  <a:solidFill>
                    <a:srgbClr val="7F7F7F"/>
                  </a:solidFill>
                  <a:latin typeface="League Spartan Medium"/>
                  <a:ea typeface="League Spartan Medium"/>
                  <a:cs typeface="League Spartan Medium"/>
                  <a:sym typeface="League Spartan Medium"/>
                </a:rPr>
                <a:t>0%</a:t>
              </a:r>
              <a:endParaRPr i="0" sz="21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169" name="Google Shape;169;g3f84f4156c2_1_182"/>
            <p:cNvSpPr txBox="1"/>
            <p:nvPr/>
          </p:nvSpPr>
          <p:spPr>
            <a:xfrm>
              <a:off x="10258396" y="-1314060"/>
              <a:ext cx="1030200" cy="6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182850" spcFirstLastPara="1" rIns="182850" wrap="square" tIns="91425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i="0" lang="en-US" sz="3600" u="none" cap="none" strike="noStrike">
                  <a:solidFill>
                    <a:srgbClr val="7F7F7F"/>
                  </a:solidFill>
                  <a:latin typeface="League Spartan Medium"/>
                  <a:ea typeface="League Spartan Medium"/>
                  <a:cs typeface="League Spartan Medium"/>
                  <a:sym typeface="League Spartan Medium"/>
                </a:rPr>
                <a:t>100%</a:t>
              </a:r>
              <a:endParaRPr i="0" sz="21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170" name="Google Shape;170;g3f84f4156c2_1_182"/>
          <p:cNvSpPr/>
          <p:nvPr/>
        </p:nvSpPr>
        <p:spPr>
          <a:xfrm rot="-5400000">
            <a:off x="14136685" y="5144245"/>
            <a:ext cx="6601500" cy="762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anchorCtr="0" anchor="ctr" bIns="91425" lIns="182850" spcFirstLastPara="1" rIns="1828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84f4156c2_1_182"/>
          <p:cNvSpPr/>
          <p:nvPr/>
        </p:nvSpPr>
        <p:spPr>
          <a:xfrm rot="5400000">
            <a:off x="16410719" y="2066787"/>
            <a:ext cx="551400" cy="315300"/>
          </a:xfrm>
          <a:prstGeom prst="triangle">
            <a:avLst>
              <a:gd fmla="val 50000" name="adj"/>
            </a:avLst>
          </a:prstGeom>
          <a:solidFill>
            <a:srgbClr val="FF7900"/>
          </a:solidFill>
          <a:ln cap="flat" cmpd="sng" w="38100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84f4156c2_1_182"/>
          <p:cNvSpPr txBox="1"/>
          <p:nvPr/>
        </p:nvSpPr>
        <p:spPr>
          <a:xfrm>
            <a:off x="12332035" y="1649028"/>
            <a:ext cx="41271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spAutoFit/>
          </a:bodyPr>
          <a:lstStyle/>
          <a:p>
            <a:pPr indent="0" lvl="0" marL="0" marR="0" rtl="0" algn="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i="0" lang="en-US" sz="42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Goal </a:t>
            </a:r>
            <a:br>
              <a:rPr i="0" lang="en-US" sz="42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</a:br>
            <a:r>
              <a:rPr i="0" lang="en-US" sz="42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80%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173" name="Google Shape;173;g3f84f4156c2_1_182"/>
          <p:cNvGrpSpPr/>
          <p:nvPr/>
        </p:nvGrpSpPr>
        <p:grpSpPr>
          <a:xfrm>
            <a:off x="6479912" y="521540"/>
            <a:ext cx="8470527" cy="8439662"/>
            <a:chOff x="4319941" y="347693"/>
            <a:chExt cx="5647018" cy="5626441"/>
          </a:xfrm>
        </p:grpSpPr>
        <p:pic>
          <p:nvPicPr>
            <p:cNvPr id="174" name="Google Shape;174;g3f84f4156c2_1_1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81331" y="347693"/>
              <a:ext cx="2708912" cy="2041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g3f84f4156c2_1_1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38799" y="3899919"/>
              <a:ext cx="2793974" cy="2074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g3f84f4156c2_1_18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27658" y="739166"/>
              <a:ext cx="2381748" cy="2368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g3f84f4156c2_1_18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78667" y="726079"/>
              <a:ext cx="238829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g3f84f4156c2_1_18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19941" y="3178949"/>
              <a:ext cx="234903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g3f84f4156c2_1_18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24470" y="3178949"/>
              <a:ext cx="2342489" cy="2401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g3f84f4156c2_1_18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90711" y="2301647"/>
              <a:ext cx="1720879" cy="17208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g3f84f4156c2_1_182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82" name="Google Shape;182;g3f84f4156c2_1_182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83" name="Google Shape;183;g3f84f4156c2_1_182"/>
          <p:cNvPicPr preferRelativeResize="0"/>
          <p:nvPr/>
        </p:nvPicPr>
        <p:blipFill rotWithShape="1">
          <a:blip r:embed="rId10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84f4156c2_1_182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4f4156c2_1_20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84f4156c2_1_203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grpSp>
        <p:nvGrpSpPr>
          <p:cNvPr id="191" name="Google Shape;191;g3f84f4156c2_1_203"/>
          <p:cNvGrpSpPr/>
          <p:nvPr/>
        </p:nvGrpSpPr>
        <p:grpSpPr>
          <a:xfrm>
            <a:off x="15375230" y="676418"/>
            <a:ext cx="2443057" cy="8235436"/>
            <a:chOff x="10258396" y="-1313790"/>
            <a:chExt cx="1628705" cy="7240580"/>
          </a:xfrm>
        </p:grpSpPr>
        <p:sp>
          <p:nvSpPr>
            <p:cNvPr id="192" name="Google Shape;192;g3f84f4156c2_1_203"/>
            <p:cNvSpPr/>
            <p:nvPr/>
          </p:nvSpPr>
          <p:spPr>
            <a:xfrm rot="-5400000">
              <a:off x="8105301" y="2068947"/>
              <a:ext cx="7055700" cy="507900"/>
            </a:xfrm>
            <a:prstGeom prst="rect">
              <a:avLst/>
            </a:prstGeom>
            <a:solidFill>
              <a:schemeClr val="lt2"/>
            </a:solidFill>
            <a:ln cap="flat" cmpd="sng" w="14300">
              <a:solidFill>
                <a:srgbClr val="CAD0D6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f84f4156c2_1_203"/>
            <p:cNvSpPr txBox="1"/>
            <p:nvPr/>
          </p:nvSpPr>
          <p:spPr>
            <a:xfrm>
              <a:off x="10577394" y="5325890"/>
              <a:ext cx="711000" cy="6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182850" spcFirstLastPara="1" rIns="182850" wrap="square" tIns="91425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7F7F7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0%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f84f4156c2_1_203"/>
            <p:cNvSpPr txBox="1"/>
            <p:nvPr/>
          </p:nvSpPr>
          <p:spPr>
            <a:xfrm>
              <a:off x="10258396" y="-1313790"/>
              <a:ext cx="1030200" cy="6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182850" spcFirstLastPara="1" rIns="182850" wrap="square" tIns="91425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7F7F7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100%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g3f84f4156c2_1_203"/>
          <p:cNvSpPr/>
          <p:nvPr/>
        </p:nvSpPr>
        <p:spPr>
          <a:xfrm rot="-5400000">
            <a:off x="16725085" y="7732643"/>
            <a:ext cx="1424700" cy="762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anchorCtr="0" anchor="ctr" bIns="91425" lIns="182850" spcFirstLastPara="1" rIns="1828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84f4156c2_1_203"/>
          <p:cNvSpPr/>
          <p:nvPr/>
        </p:nvSpPr>
        <p:spPr>
          <a:xfrm rot="5400000">
            <a:off x="16410719" y="7252818"/>
            <a:ext cx="551400" cy="315300"/>
          </a:xfrm>
          <a:prstGeom prst="triangle">
            <a:avLst>
              <a:gd fmla="val 50000" name="adj"/>
            </a:avLst>
          </a:prstGeom>
          <a:solidFill>
            <a:srgbClr val="A3AEB8"/>
          </a:solidFill>
          <a:ln cap="flat" cmpd="sng" w="38100">
            <a:solidFill>
              <a:srgbClr val="A3A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84f4156c2_1_203"/>
          <p:cNvSpPr txBox="1"/>
          <p:nvPr/>
        </p:nvSpPr>
        <p:spPr>
          <a:xfrm>
            <a:off x="12332035" y="6895571"/>
            <a:ext cx="41271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spAutoFit/>
          </a:bodyPr>
          <a:lstStyle/>
          <a:p>
            <a:pPr indent="0" lvl="0" marL="0" marR="0" rtl="0" algn="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i="0" lang="en-US" sz="42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Most 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marR="0" rtl="0" algn="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i="0" lang="en-US" sz="42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20%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198" name="Google Shape;198;g3f84f4156c2_1_203"/>
          <p:cNvGrpSpPr/>
          <p:nvPr/>
        </p:nvGrpSpPr>
        <p:grpSpPr>
          <a:xfrm>
            <a:off x="6479912" y="521540"/>
            <a:ext cx="8470527" cy="8439662"/>
            <a:chOff x="4319941" y="347693"/>
            <a:chExt cx="5647018" cy="5626441"/>
          </a:xfrm>
        </p:grpSpPr>
        <p:pic>
          <p:nvPicPr>
            <p:cNvPr id="199" name="Google Shape;199;g3f84f4156c2_1_2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81331" y="347693"/>
              <a:ext cx="2708912" cy="2041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g3f84f4156c2_1_2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38799" y="3899919"/>
              <a:ext cx="2793974" cy="2074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g3f84f4156c2_1_2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27658" y="739166"/>
              <a:ext cx="2381748" cy="2368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g3f84f4156c2_1_20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78667" y="726079"/>
              <a:ext cx="238829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g3f84f4156c2_1_2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19941" y="3178949"/>
              <a:ext cx="234903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g3f84f4156c2_1_20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24470" y="3178949"/>
              <a:ext cx="2342489" cy="2401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g3f84f4156c2_1_20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90711" y="2301647"/>
              <a:ext cx="1720879" cy="17208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g3f84f4156c2_1_203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07" name="Google Shape;207;g3f84f4156c2_1_20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208" name="Google Shape;208;g3f84f4156c2_1_203"/>
          <p:cNvPicPr preferRelativeResize="0"/>
          <p:nvPr/>
        </p:nvPicPr>
        <p:blipFill rotWithShape="1">
          <a:blip r:embed="rId10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f84f4156c2_1_203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84f4156c2_1_2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84f4156c2_1_224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216" name="Google Shape;216;g3f84f4156c2_1_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f84f4156c2_1_2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6629" y="437322"/>
            <a:ext cx="4470244" cy="3368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f84f4156c2_1_2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84f4156c2_1_224"/>
          <p:cNvSpPr txBox="1"/>
          <p:nvPr/>
        </p:nvSpPr>
        <p:spPr>
          <a:xfrm>
            <a:off x="9444374" y="1708869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i="0" lang="en-US" sz="2400" u="none" cap="none" strike="noStrik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8 Questions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20" name="Google Shape;220;g3f84f4156c2_1_22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21" name="Google Shape;221;g3f84f4156c2_1_22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222" name="Google Shape;222;g3f84f4156c2_1_224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f84f4156c2_1_22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4f4156c2_1_391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Vision/Traction Organizer™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0" name="Google Shape;230;g3f84f4156c2_1_391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Arial"/>
              <a:buNone/>
            </a:pPr>
            <a:r>
              <a:rPr b="1" lang="en-US" sz="902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9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4f4156c2_1_391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232" name="Google Shape;232;g3f84f4156c2_1_39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f84f4156c2_1_391"/>
          <p:cNvPicPr preferRelativeResize="0"/>
          <p:nvPr/>
        </p:nvPicPr>
        <p:blipFill rotWithShape="1">
          <a:blip r:embed="rId4">
            <a:alphaModFix/>
          </a:blip>
          <a:srcRect b="3627" l="0" r="0" t="3617"/>
          <a:stretch/>
        </p:blipFill>
        <p:spPr>
          <a:xfrm>
            <a:off x="3781838" y="1828300"/>
            <a:ext cx="10724324" cy="768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76a7ffbd_0_104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40" name="Google Shape;240;g3f876a7ffbd_0_104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Arial"/>
              <a:buNone/>
            </a:pPr>
            <a:r>
              <a:rPr b="1" lang="en-US" sz="902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9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3f876a7ffbd_0_1040"/>
          <p:cNvPicPr preferRelativeResize="0"/>
          <p:nvPr/>
        </p:nvPicPr>
        <p:blipFill rotWithShape="1">
          <a:blip r:embed="rId3">
            <a:alphaModFix/>
          </a:blip>
          <a:srcRect b="3840" l="0" r="0" t="3840"/>
          <a:stretch/>
        </p:blipFill>
        <p:spPr>
          <a:xfrm>
            <a:off x="3658288" y="1688750"/>
            <a:ext cx="10971424" cy="78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f876a7ffbd_0_104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243" name="Google Shape;243;g3f876a7ffbd_0_1040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84f4156c2_1_40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50" name="Google Shape;250;g3f84f4156c2_1_400"/>
          <p:cNvPicPr preferRelativeResize="0"/>
          <p:nvPr/>
        </p:nvPicPr>
        <p:blipFill rotWithShape="1">
          <a:blip r:embed="rId3">
            <a:alphaModFix amt="18000"/>
          </a:blip>
          <a:srcRect b="5120" l="540" r="-540" t="28904"/>
          <a:stretch/>
        </p:blipFill>
        <p:spPr>
          <a:xfrm>
            <a:off x="2124413" y="1828300"/>
            <a:ext cx="14454606" cy="7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f84f4156c2_1_400"/>
          <p:cNvPicPr preferRelativeResize="0"/>
          <p:nvPr/>
        </p:nvPicPr>
        <p:blipFill rotWithShape="1">
          <a:blip r:embed="rId4">
            <a:alphaModFix/>
          </a:blip>
          <a:srcRect b="55396" l="3122" r="33675" t="29735"/>
          <a:stretch/>
        </p:blipFill>
        <p:spPr>
          <a:xfrm>
            <a:off x="1922415" y="2477227"/>
            <a:ext cx="14858610" cy="2701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f84f4156c2_1_400"/>
          <p:cNvSpPr/>
          <p:nvPr/>
        </p:nvSpPr>
        <p:spPr>
          <a:xfrm>
            <a:off x="1782100" y="5980050"/>
            <a:ext cx="84984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508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b="1" lang="en-US" sz="40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Discover</a:t>
            </a:r>
            <a:endParaRPr sz="2200"/>
          </a:p>
          <a:p>
            <a:pPr indent="-508000" lvl="0" marL="4572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b="1" lang="en-US" sz="40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Define</a:t>
            </a:r>
            <a:endParaRPr sz="2200"/>
          </a:p>
          <a:p>
            <a:pPr indent="-508000" lvl="0" marL="4572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b="1" lang="en-US" sz="40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Live and Breathe</a:t>
            </a:r>
            <a:endParaRPr sz="2200"/>
          </a:p>
        </p:txBody>
      </p:sp>
      <p:sp>
        <p:nvSpPr>
          <p:cNvPr id="253" name="Google Shape;253;g3f84f4156c2_1_40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254" name="Google Shape;254;g3f84f4156c2_1_400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f84f4156c2_1_40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84f4156c2_1_41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62" name="Google Shape;262;g3f84f4156c2_1_414"/>
          <p:cNvPicPr preferRelativeResize="0"/>
          <p:nvPr/>
        </p:nvPicPr>
        <p:blipFill rotWithShape="1">
          <a:blip r:embed="rId3">
            <a:alphaModFix amt="18000"/>
          </a:blip>
          <a:srcRect b="5120" l="540" r="-540" t="28904"/>
          <a:stretch/>
        </p:blipFill>
        <p:spPr>
          <a:xfrm>
            <a:off x="2124413" y="1828300"/>
            <a:ext cx="14454606" cy="7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f84f4156c2_1_414"/>
          <p:cNvPicPr preferRelativeResize="0"/>
          <p:nvPr/>
        </p:nvPicPr>
        <p:blipFill rotWithShape="1">
          <a:blip r:embed="rId4">
            <a:alphaModFix/>
          </a:blip>
          <a:srcRect b="37705" l="3177" r="33660" t="44318"/>
          <a:stretch/>
        </p:blipFill>
        <p:spPr>
          <a:xfrm>
            <a:off x="1922421" y="2497696"/>
            <a:ext cx="14858599" cy="326838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f84f4156c2_1_41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265" name="Google Shape;265;g3f84f4156c2_1_414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f84f4156c2_1_41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4f4156c2_1_42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73" name="Google Shape;273;g3f84f4156c2_1_428"/>
          <p:cNvPicPr preferRelativeResize="0"/>
          <p:nvPr/>
        </p:nvPicPr>
        <p:blipFill rotWithShape="1">
          <a:blip r:embed="rId3">
            <a:alphaModFix amt="18000"/>
          </a:blip>
          <a:srcRect b="5120" l="540" r="-540" t="28904"/>
          <a:stretch/>
        </p:blipFill>
        <p:spPr>
          <a:xfrm>
            <a:off x="2124413" y="1828300"/>
            <a:ext cx="14454606" cy="7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f84f4156c2_1_428"/>
          <p:cNvPicPr preferRelativeResize="0"/>
          <p:nvPr/>
        </p:nvPicPr>
        <p:blipFill rotWithShape="1">
          <a:blip r:embed="rId4">
            <a:alphaModFix/>
          </a:blip>
          <a:srcRect b="30293" l="3016" r="33625" t="61977"/>
          <a:stretch/>
        </p:blipFill>
        <p:spPr>
          <a:xfrm>
            <a:off x="1922423" y="2931713"/>
            <a:ext cx="14858599" cy="140078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84f4156c2_1_428"/>
          <p:cNvSpPr/>
          <p:nvPr/>
        </p:nvSpPr>
        <p:spPr>
          <a:xfrm>
            <a:off x="1782100" y="5980050"/>
            <a:ext cx="1126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508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b="1" lang="en-US" sz="40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do you want from you</a:t>
            </a:r>
            <a:r>
              <a:rPr b="1" lang="en-US" sz="40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 </a:t>
            </a:r>
            <a:r>
              <a:rPr b="1" lang="en-US" sz="40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business?</a:t>
            </a:r>
            <a:endParaRPr b="1" sz="40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08000" lvl="0" marL="4572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b="1" lang="en-US" sz="40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5-30 years out</a:t>
            </a:r>
            <a:endParaRPr b="1" sz="40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08000" lvl="0" marL="4572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b="1" lang="en-US" sz="40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#1 Goal</a:t>
            </a:r>
            <a:endParaRPr b="1" sz="40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76" name="Google Shape;276;g3f84f4156c2_1_42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277" name="Google Shape;277;g3f84f4156c2_1_428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f84f4156c2_1_42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84f4156c2_1_44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85" name="Google Shape;285;g3f84f4156c2_1_440"/>
          <p:cNvPicPr preferRelativeResize="0"/>
          <p:nvPr/>
        </p:nvPicPr>
        <p:blipFill rotWithShape="1">
          <a:blip r:embed="rId3">
            <a:alphaModFix amt="18000"/>
          </a:blip>
          <a:srcRect b="5120" l="540" r="-540" t="28904"/>
          <a:stretch/>
        </p:blipFill>
        <p:spPr>
          <a:xfrm>
            <a:off x="2124413" y="1828300"/>
            <a:ext cx="14454606" cy="7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f84f4156c2_1_440"/>
          <p:cNvPicPr preferRelativeResize="0"/>
          <p:nvPr/>
        </p:nvPicPr>
        <p:blipFill rotWithShape="1">
          <a:blip r:embed="rId4">
            <a:alphaModFix/>
          </a:blip>
          <a:srcRect b="5527" l="3070" r="33635" t="69327"/>
          <a:stretch/>
        </p:blipFill>
        <p:spPr>
          <a:xfrm>
            <a:off x="1922421" y="2559536"/>
            <a:ext cx="14858599" cy="456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f84f4156c2_1_44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288" name="Google Shape;288;g3f84f4156c2_1_440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f84f4156c2_1_44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84f4156c2_1_453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96" name="Google Shape;296;g3f84f4156c2_1_453"/>
          <p:cNvPicPr preferRelativeResize="0"/>
          <p:nvPr/>
        </p:nvPicPr>
        <p:blipFill rotWithShape="1">
          <a:blip r:embed="rId3">
            <a:alphaModFix amt="18000"/>
          </a:blip>
          <a:srcRect b="5120" l="540" r="-540" t="28904"/>
          <a:stretch/>
        </p:blipFill>
        <p:spPr>
          <a:xfrm>
            <a:off x="2124413" y="1828300"/>
            <a:ext cx="14454606" cy="7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f84f4156c2_1_453"/>
          <p:cNvPicPr preferRelativeResize="0"/>
          <p:nvPr/>
        </p:nvPicPr>
        <p:blipFill rotWithShape="1">
          <a:blip r:embed="rId4">
            <a:alphaModFix/>
          </a:blip>
          <a:srcRect b="5588" l="66116" r="3175" t="29733"/>
          <a:stretch/>
        </p:blipFill>
        <p:spPr>
          <a:xfrm>
            <a:off x="11599000" y="1774275"/>
            <a:ext cx="4593500" cy="747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f84f4156c2_1_45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299" name="Google Shape;299;g3f84f4156c2_1_453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f84f4156c2_1_453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84f4156c2_1_46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07" name="Google Shape;307;g3f84f4156c2_1_464"/>
          <p:cNvPicPr preferRelativeResize="0"/>
          <p:nvPr/>
        </p:nvPicPr>
        <p:blipFill rotWithShape="1">
          <a:blip r:embed="rId3">
            <a:alphaModFix/>
          </a:blip>
          <a:srcRect b="4513" l="40" r="-40" t="28829"/>
          <a:stretch/>
        </p:blipFill>
        <p:spPr>
          <a:xfrm>
            <a:off x="1857360" y="1828306"/>
            <a:ext cx="14573279" cy="750610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f84f4156c2_1_46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309" name="Google Shape;309;g3f84f4156c2_1_464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f84f4156c2_1_46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84f4156c2_1_475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17" name="Google Shape;317;g3f84f4156c2_1_475"/>
          <p:cNvPicPr preferRelativeResize="0"/>
          <p:nvPr/>
        </p:nvPicPr>
        <p:blipFill rotWithShape="1">
          <a:blip r:embed="rId3">
            <a:alphaModFix amt="18000"/>
          </a:blip>
          <a:srcRect b="4513" l="40" r="-40" t="28829"/>
          <a:stretch/>
        </p:blipFill>
        <p:spPr>
          <a:xfrm>
            <a:off x="2092672" y="1944214"/>
            <a:ext cx="14102674" cy="726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f84f4156c2_1_475"/>
          <p:cNvPicPr preferRelativeResize="0"/>
          <p:nvPr/>
        </p:nvPicPr>
        <p:blipFill rotWithShape="1">
          <a:blip r:embed="rId4">
            <a:alphaModFix/>
          </a:blip>
          <a:srcRect b="5543" l="3147" r="65449" t="29319"/>
          <a:stretch/>
        </p:blipFill>
        <p:spPr>
          <a:xfrm>
            <a:off x="2418581" y="1935486"/>
            <a:ext cx="4549404" cy="729172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f84f4156c2_1_475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320" name="Google Shape;320;g3f84f4156c2_1_475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f84f4156c2_1_475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84f4156c2_1_48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28" name="Google Shape;328;g3f84f4156c2_1_488"/>
          <p:cNvPicPr preferRelativeResize="0"/>
          <p:nvPr/>
        </p:nvPicPr>
        <p:blipFill rotWithShape="1">
          <a:blip r:embed="rId3">
            <a:alphaModFix amt="18000"/>
          </a:blip>
          <a:srcRect b="4513" l="40" r="-40" t="28829"/>
          <a:stretch/>
        </p:blipFill>
        <p:spPr>
          <a:xfrm>
            <a:off x="2092672" y="1944214"/>
            <a:ext cx="14102674" cy="726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f84f4156c2_1_488"/>
          <p:cNvPicPr preferRelativeResize="0"/>
          <p:nvPr/>
        </p:nvPicPr>
        <p:blipFill rotWithShape="1">
          <a:blip r:embed="rId4">
            <a:alphaModFix/>
          </a:blip>
          <a:srcRect b="5749" l="34150" r="34421" t="29362"/>
          <a:stretch/>
        </p:blipFill>
        <p:spPr>
          <a:xfrm>
            <a:off x="6895013" y="1988250"/>
            <a:ext cx="4497978" cy="71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f84f4156c2_1_48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331" name="Google Shape;331;g3f84f4156c2_1_488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f84f4156c2_1_48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84f4156c2_1_499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39" name="Google Shape;339;g3f84f4156c2_1_499"/>
          <p:cNvPicPr preferRelativeResize="0"/>
          <p:nvPr/>
        </p:nvPicPr>
        <p:blipFill rotWithShape="1">
          <a:blip r:embed="rId3">
            <a:alphaModFix amt="18000"/>
          </a:blip>
          <a:srcRect b="4513" l="40" r="-40" t="28829"/>
          <a:stretch/>
        </p:blipFill>
        <p:spPr>
          <a:xfrm>
            <a:off x="2092672" y="1944214"/>
            <a:ext cx="14102674" cy="726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f84f4156c2_1_499"/>
          <p:cNvPicPr preferRelativeResize="0"/>
          <p:nvPr/>
        </p:nvPicPr>
        <p:blipFill rotWithShape="1">
          <a:blip r:embed="rId4">
            <a:alphaModFix/>
          </a:blip>
          <a:srcRect b="5768" l="65360" r="3100" t="29636"/>
          <a:stretch/>
        </p:blipFill>
        <p:spPr>
          <a:xfrm>
            <a:off x="11140845" y="1944225"/>
            <a:ext cx="4589582" cy="72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f84f4156c2_1_499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342" name="Google Shape;342;g3f84f4156c2_1_499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f84f4156c2_1_499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84f4156c2_1_53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84f4156c2_1_532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350" name="Google Shape;350;g3f84f4156c2_1_5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f84f4156c2_1_5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6629" y="437322"/>
            <a:ext cx="4470244" cy="336887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84f4156c2_1_532"/>
          <p:cNvSpPr txBox="1"/>
          <p:nvPr/>
        </p:nvSpPr>
        <p:spPr>
          <a:xfrm>
            <a:off x="9444374" y="1708869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i="0" lang="en-US" sz="2400" u="none" cap="none" strike="noStrik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8 Questions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53" name="Google Shape;353;g3f84f4156c2_1_5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f84f4156c2_1_532"/>
          <p:cNvSpPr txBox="1"/>
          <p:nvPr/>
        </p:nvSpPr>
        <p:spPr>
          <a:xfrm>
            <a:off x="9444374" y="2182620"/>
            <a:ext cx="352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i="0" lang="en-US" sz="2400" u="none" cap="none" strike="noStrik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Shared by All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55" name="Google Shape;355;g3f84f4156c2_1_532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cap="flat" cmpd="sng" w="47625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rgbClr val="000000">
                <a:alpha val="3020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i="0" sz="3300" u="none" cap="none" strike="noStrik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356" name="Google Shape;356;g3f84f4156c2_1_532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57" name="Google Shape;357;g3f84f4156c2_1_532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358" name="Google Shape;358;g3f84f4156c2_1_532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f84f4156c2_1_532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84f4156c2_1_54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84f4156c2_1_544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366" name="Google Shape;366;g3f84f4156c2_1_5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f84f4156c2_1_5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5683" y="903009"/>
            <a:ext cx="3952494" cy="393077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f84f4156c2_1_544"/>
          <p:cNvSpPr txBox="1"/>
          <p:nvPr/>
        </p:nvSpPr>
        <p:spPr>
          <a:xfrm>
            <a:off x="6894885" y="3234750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i="0" lang="en-US" sz="2400" u="none" cap="none" strike="noStrik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Right People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69" name="Google Shape;369;g3f84f4156c2_1_5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f84f4156c2_1_54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71" name="Google Shape;371;g3f84f4156c2_1_54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372" name="Google Shape;372;g3f84f4156c2_1_544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f84f4156c2_1_54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9d525e35c_0_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9d525e35c_0_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380" name="Google Shape;380;g3f9d525e35c_0_0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f9d525e35c_0_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82" name="Google Shape;382;g3f9d525e35c_0_0"/>
          <p:cNvPicPr preferRelativeResize="0"/>
          <p:nvPr/>
        </p:nvPicPr>
        <p:blipFill rotWithShape="1">
          <a:blip r:embed="rId4">
            <a:alphaModFix/>
          </a:blip>
          <a:srcRect b="8735" l="8630" r="11094" t="82545"/>
          <a:stretch/>
        </p:blipFill>
        <p:spPr>
          <a:xfrm>
            <a:off x="2542238" y="7691847"/>
            <a:ext cx="13569234" cy="1907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f9d525e35c_0_0"/>
          <p:cNvPicPr preferRelativeResize="0"/>
          <p:nvPr/>
        </p:nvPicPr>
        <p:blipFill rotWithShape="1">
          <a:blip r:embed="rId5">
            <a:alphaModFix/>
          </a:blip>
          <a:srcRect b="64948" l="0" r="0" t="9288"/>
          <a:stretch/>
        </p:blipFill>
        <p:spPr>
          <a:xfrm>
            <a:off x="1131135" y="1805592"/>
            <a:ext cx="16824297" cy="560933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f9d525e35c_0_0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/>
          </a:p>
        </p:txBody>
      </p:sp>
      <p:sp>
        <p:nvSpPr>
          <p:cNvPr id="385" name="Google Shape;385;g3f9d525e35c_0_0"/>
          <p:cNvSpPr txBox="1"/>
          <p:nvPr/>
        </p:nvSpPr>
        <p:spPr>
          <a:xfrm rot="-4189684">
            <a:off x="6960570" y="3012231"/>
            <a:ext cx="3079703" cy="50787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Humbly confident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86" name="Google Shape;386;g3f9d525e35c_0_0"/>
          <p:cNvSpPr txBox="1"/>
          <p:nvPr/>
        </p:nvSpPr>
        <p:spPr>
          <a:xfrm>
            <a:off x="3151194" y="5009021"/>
            <a:ext cx="4356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Maria Rodriguez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87" name="Google Shape;387;g3f9d525e35c_0_0"/>
          <p:cNvSpPr txBox="1"/>
          <p:nvPr/>
        </p:nvSpPr>
        <p:spPr>
          <a:xfrm>
            <a:off x="3147378" y="5893134"/>
            <a:ext cx="4532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John Smith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88" name="Google Shape;388;g3f9d525e35c_0_0"/>
          <p:cNvSpPr txBox="1"/>
          <p:nvPr/>
        </p:nvSpPr>
        <p:spPr>
          <a:xfrm>
            <a:off x="3147380" y="6716693"/>
            <a:ext cx="5004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George Wilson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89" name="Google Shape;389;g3f9d525e35c_0_0"/>
          <p:cNvSpPr txBox="1"/>
          <p:nvPr/>
        </p:nvSpPr>
        <p:spPr>
          <a:xfrm rot="-4173800">
            <a:off x="10348034" y="3298840"/>
            <a:ext cx="2629078" cy="508042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what you say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0" name="Google Shape;390;g3f9d525e35c_0_0"/>
          <p:cNvSpPr txBox="1"/>
          <p:nvPr/>
        </p:nvSpPr>
        <p:spPr>
          <a:xfrm rot="-4192774">
            <a:off x="9429875" y="3106098"/>
            <a:ext cx="3015746" cy="507951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the right thing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1" name="Google Shape;391;g3f9d525e35c_0_0"/>
          <p:cNvSpPr txBox="1"/>
          <p:nvPr/>
        </p:nvSpPr>
        <p:spPr>
          <a:xfrm rot="-4185230">
            <a:off x="8648368" y="3299058"/>
            <a:ext cx="2629356" cy="50790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Help First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2" name="Google Shape;392;g3f9d525e35c_0_0"/>
          <p:cNvSpPr txBox="1"/>
          <p:nvPr/>
        </p:nvSpPr>
        <p:spPr>
          <a:xfrm rot="-4172560">
            <a:off x="7829326" y="3298988"/>
            <a:ext cx="2629111" cy="507971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Grow or Die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3" name="Google Shape;393;g3f9d525e35c_0_0"/>
          <p:cNvSpPr txBox="1"/>
          <p:nvPr/>
        </p:nvSpPr>
        <p:spPr>
          <a:xfrm>
            <a:off x="7463088" y="5046000"/>
            <a:ext cx="408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+     +	    +      +      +</a:t>
            </a:r>
            <a:endParaRPr i="0" sz="2100" u="none" cap="none" strike="noStrike">
              <a:solidFill>
                <a:srgbClr val="A5AAA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4" name="Google Shape;394;g3f9d525e35c_0_0"/>
          <p:cNvSpPr txBox="1"/>
          <p:nvPr/>
        </p:nvSpPr>
        <p:spPr>
          <a:xfrm>
            <a:off x="7453440" y="8443071"/>
            <a:ext cx="779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5" name="Google Shape;395;g3f9d525e35c_0_0"/>
          <p:cNvSpPr txBox="1"/>
          <p:nvPr/>
        </p:nvSpPr>
        <p:spPr>
          <a:xfrm>
            <a:off x="10550537" y="8446631"/>
            <a:ext cx="1144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6" name="Google Shape;396;g3f9d525e35c_0_0"/>
          <p:cNvSpPr txBox="1"/>
          <p:nvPr/>
        </p:nvSpPr>
        <p:spPr>
          <a:xfrm>
            <a:off x="9153833" y="8449424"/>
            <a:ext cx="736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7" name="Google Shape;397;g3f9d525e35c_0_0"/>
          <p:cNvSpPr txBox="1"/>
          <p:nvPr/>
        </p:nvSpPr>
        <p:spPr>
          <a:xfrm>
            <a:off x="8219274" y="8447709"/>
            <a:ext cx="944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+/–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8" name="Google Shape;398;g3f9d525e35c_0_0"/>
          <p:cNvSpPr txBox="1"/>
          <p:nvPr/>
        </p:nvSpPr>
        <p:spPr>
          <a:xfrm>
            <a:off x="9774956" y="8447715"/>
            <a:ext cx="100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+/–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9" name="Google Shape;399;g3f9d525e35c_0_0"/>
          <p:cNvSpPr txBox="1"/>
          <p:nvPr/>
        </p:nvSpPr>
        <p:spPr>
          <a:xfrm>
            <a:off x="3125363" y="4177613"/>
            <a:ext cx="41970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87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NAME</a:t>
            </a:r>
            <a:endParaRPr b="1" i="0" sz="3300" u="none" cap="none" strike="noStrike">
              <a:solidFill>
                <a:srgbClr val="E8772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00" name="Google Shape;400;g3f9d525e35c_0_0"/>
          <p:cNvSpPr txBox="1"/>
          <p:nvPr/>
        </p:nvSpPr>
        <p:spPr>
          <a:xfrm>
            <a:off x="3230700" y="7700850"/>
            <a:ext cx="41970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87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BAR</a:t>
            </a:r>
            <a:endParaRPr b="1" i="0" sz="3300" u="none" cap="none" strike="noStrike">
              <a:solidFill>
                <a:srgbClr val="E8772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01" name="Google Shape;401;g3f9d525e35c_0_0"/>
          <p:cNvSpPr txBox="1"/>
          <p:nvPr/>
        </p:nvSpPr>
        <p:spPr>
          <a:xfrm>
            <a:off x="3230700" y="8449350"/>
            <a:ext cx="41970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Rating  +   +/-   -</a:t>
            </a:r>
            <a:endParaRPr b="1" i="0" sz="3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g3f9d525e35c_0_0"/>
          <p:cNvSpPr txBox="1"/>
          <p:nvPr/>
        </p:nvSpPr>
        <p:spPr>
          <a:xfrm>
            <a:off x="7503000" y="5841075"/>
            <a:ext cx="408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-     +/-    -       -    +/-</a:t>
            </a:r>
            <a:endParaRPr i="0" sz="2100" u="none" cap="none" strike="noStrike">
              <a:solidFill>
                <a:srgbClr val="A5AAA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03" name="Google Shape;403;g3f9d525e35c_0_0"/>
          <p:cNvSpPr txBox="1"/>
          <p:nvPr/>
        </p:nvSpPr>
        <p:spPr>
          <a:xfrm>
            <a:off x="7481763" y="6636150"/>
            <a:ext cx="408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+/-   +/-    +     +/-    +</a:t>
            </a:r>
            <a:endParaRPr i="0" sz="2100" u="none" cap="none" strike="noStrike">
              <a:solidFill>
                <a:srgbClr val="A5AAA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04" name="Google Shape;404;g3f9d525e35c_0_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PEOPLE ANALYZER™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5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5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6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7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8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8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9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1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1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1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4f4156c2_1_76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84f4156c2_1_764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411" name="Google Shape;411;g3f84f4156c2_1_7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3f84f4156c2_1_7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5683" y="903009"/>
            <a:ext cx="3952494" cy="393077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f84f4156c2_1_764"/>
          <p:cNvSpPr txBox="1"/>
          <p:nvPr/>
        </p:nvSpPr>
        <p:spPr>
          <a:xfrm>
            <a:off x="6894885" y="3234750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i="0" lang="en-US" sz="2400" u="none" cap="none" strike="noStrik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Right People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14" name="Google Shape;414;g3f84f4156c2_1_764"/>
          <p:cNvSpPr txBox="1"/>
          <p:nvPr/>
        </p:nvSpPr>
        <p:spPr>
          <a:xfrm>
            <a:off x="6894885" y="3749099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i="0" lang="en-US" sz="2400" u="none" cap="none" strike="noStrik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Right Seats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15" name="Google Shape;415;g3f84f4156c2_1_7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f84f4156c2_1_76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17" name="Google Shape;417;g3f84f4156c2_1_76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418" name="Google Shape;418;g3f84f4156c2_1_764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f84f4156c2_1_76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84f4156c2_1_9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26" name="Google Shape;426;g3f84f4156c2_1_926"/>
          <p:cNvSpPr/>
          <p:nvPr/>
        </p:nvSpPr>
        <p:spPr>
          <a:xfrm>
            <a:off x="1523951" y="3491896"/>
            <a:ext cx="16764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262"/>
              <a:buFont typeface="League Spartan"/>
              <a:buNone/>
            </a:pPr>
            <a:r>
              <a:rPr b="1" lang="en-US" sz="15263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endParaRPr sz="1526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27" name="Google Shape;427;g3f84f4156c2_1_926"/>
          <p:cNvSpPr/>
          <p:nvPr/>
        </p:nvSpPr>
        <p:spPr>
          <a:xfrm>
            <a:off x="1523951" y="4634893"/>
            <a:ext cx="1452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b="1" lang="en-US" sz="4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“Structure first, people second.”</a:t>
            </a:r>
            <a:endParaRPr b="1" sz="42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28" name="Google Shape;428;g3f84f4156c2_1_926"/>
          <p:cNvSpPr/>
          <p:nvPr/>
        </p:nvSpPr>
        <p:spPr>
          <a:xfrm>
            <a:off x="1523951" y="6425539"/>
            <a:ext cx="3187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— GINO WICKMAN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29" name="Google Shape;429;g3f84f4156c2_1_92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85ecfd79d_2_63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Accountability Chart</a:t>
            </a:r>
            <a:r>
              <a:rPr baseline="30000" lang="en-US" sz="32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435" name="Google Shape;435;g3f85ecfd79d_2_63"/>
          <p:cNvGrpSpPr/>
          <p:nvPr/>
        </p:nvGrpSpPr>
        <p:grpSpPr>
          <a:xfrm>
            <a:off x="2251767" y="2181154"/>
            <a:ext cx="13784449" cy="7120866"/>
            <a:chOff x="2251767" y="2181154"/>
            <a:chExt cx="13784449" cy="7120866"/>
          </a:xfrm>
        </p:grpSpPr>
        <p:grpSp>
          <p:nvGrpSpPr>
            <p:cNvPr id="436" name="Google Shape;436;g3f85ecfd79d_2_63"/>
            <p:cNvGrpSpPr/>
            <p:nvPr/>
          </p:nvGrpSpPr>
          <p:grpSpPr>
            <a:xfrm>
              <a:off x="4355869" y="6681405"/>
              <a:ext cx="9405431" cy="683855"/>
              <a:chOff x="3904167" y="3797858"/>
              <a:chExt cx="3950700" cy="298236"/>
            </a:xfrm>
          </p:grpSpPr>
          <p:cxnSp>
            <p:nvCxnSpPr>
              <p:cNvPr id="437" name="Google Shape;437;g3f85ecfd79d_2_63"/>
              <p:cNvCxnSpPr/>
              <p:nvPr/>
            </p:nvCxnSpPr>
            <p:spPr>
              <a:xfrm>
                <a:off x="5897905" y="3797858"/>
                <a:ext cx="0" cy="282300"/>
              </a:xfrm>
              <a:prstGeom prst="straightConnector1">
                <a:avLst/>
              </a:prstGeom>
              <a:noFill/>
              <a:ln cap="flat" cmpd="sng" w="44925">
                <a:solidFill>
                  <a:srgbClr val="FF79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8" name="Google Shape;438;g3f85ecfd79d_2_63"/>
              <p:cNvCxnSpPr/>
              <p:nvPr/>
            </p:nvCxnSpPr>
            <p:spPr>
              <a:xfrm>
                <a:off x="3904167" y="3938311"/>
                <a:ext cx="3950700" cy="0"/>
              </a:xfrm>
              <a:prstGeom prst="straightConnector1">
                <a:avLst/>
              </a:prstGeom>
              <a:noFill/>
              <a:ln cap="flat" cmpd="sng" w="44925">
                <a:solidFill>
                  <a:srgbClr val="FF79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9" name="Google Shape;439;g3f85ecfd79d_2_63"/>
              <p:cNvCxnSpPr/>
              <p:nvPr/>
            </p:nvCxnSpPr>
            <p:spPr>
              <a:xfrm>
                <a:off x="3912148" y="3945523"/>
                <a:ext cx="0" cy="148500"/>
              </a:xfrm>
              <a:prstGeom prst="straightConnector1">
                <a:avLst/>
              </a:prstGeom>
              <a:noFill/>
              <a:ln cap="flat" cmpd="sng" w="44925">
                <a:solidFill>
                  <a:srgbClr val="FF79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0" name="Google Shape;440;g3f85ecfd79d_2_63"/>
              <p:cNvCxnSpPr/>
              <p:nvPr/>
            </p:nvCxnSpPr>
            <p:spPr>
              <a:xfrm>
                <a:off x="7847012" y="3947594"/>
                <a:ext cx="0" cy="148500"/>
              </a:xfrm>
              <a:prstGeom prst="straightConnector1">
                <a:avLst/>
              </a:prstGeom>
              <a:noFill/>
              <a:ln cap="flat" cmpd="sng" w="44925">
                <a:solidFill>
                  <a:srgbClr val="FF79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441" name="Google Shape;441;g3f85ecfd79d_2_63"/>
            <p:cNvCxnSpPr>
              <a:stCxn id="442" idx="2"/>
              <a:endCxn id="443" idx="0"/>
            </p:cNvCxnSpPr>
            <p:nvPr/>
          </p:nvCxnSpPr>
          <p:spPr>
            <a:xfrm>
              <a:off x="9102672" y="4203235"/>
              <a:ext cx="0" cy="510000"/>
            </a:xfrm>
            <a:prstGeom prst="straightConnector1">
              <a:avLst/>
            </a:prstGeom>
            <a:noFill/>
            <a:ln cap="flat" cmpd="sng" w="44925">
              <a:solidFill>
                <a:srgbClr val="FF79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44" name="Google Shape;444;g3f85ecfd79d_2_63"/>
            <p:cNvGrpSpPr/>
            <p:nvPr/>
          </p:nvGrpSpPr>
          <p:grpSpPr>
            <a:xfrm>
              <a:off x="7020353" y="2181154"/>
              <a:ext cx="4164638" cy="2022081"/>
              <a:chOff x="4551487" y="1129829"/>
              <a:chExt cx="2354100" cy="1143000"/>
            </a:xfrm>
          </p:grpSpPr>
          <p:sp>
            <p:nvSpPr>
              <p:cNvPr id="442" name="Google Shape;442;g3f85ecfd79d_2_63"/>
              <p:cNvSpPr/>
              <p:nvPr/>
            </p:nvSpPr>
            <p:spPr>
              <a:xfrm>
                <a:off x="4551487" y="1129829"/>
                <a:ext cx="2354100" cy="1143000"/>
              </a:xfrm>
              <a:prstGeom prst="rect">
                <a:avLst/>
              </a:prstGeom>
              <a:solidFill>
                <a:srgbClr val="E5E8EB"/>
              </a:solidFill>
              <a:ln>
                <a:noFill/>
              </a:ln>
            </p:spPr>
            <p:txBody>
              <a:bodyPr anchorCtr="0" anchor="ctr" bIns="80850" lIns="161725" spcFirstLastPara="1" rIns="161725" wrap="square" tIns="808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661"/>
                  <a:buFont typeface="Arial"/>
                  <a:buNone/>
                </a:pPr>
                <a:r>
                  <a:t/>
                </a:r>
                <a:endParaRPr b="0" i="0" sz="566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g3f85ecfd79d_2_63"/>
              <p:cNvSpPr txBox="1"/>
              <p:nvPr/>
            </p:nvSpPr>
            <p:spPr>
              <a:xfrm>
                <a:off x="4864289" y="1194534"/>
                <a:ext cx="17097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850" lIns="161725" spcFirstLastPara="1" rIns="161725" wrap="square" tIns="8085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54"/>
                  <a:buFont typeface="Arial"/>
                  <a:buNone/>
                </a:pPr>
                <a:r>
                  <a:rPr i="0" lang="en-US" sz="2654" u="none" cap="none" strike="noStrike">
                    <a:solidFill>
                      <a:srgbClr val="142233"/>
                    </a:solidFill>
                    <a:latin typeface="League Spartan ExtraBold"/>
                    <a:ea typeface="League Spartan ExtraBold"/>
                    <a:cs typeface="League Spartan ExtraBold"/>
                    <a:sym typeface="League Spartan ExtraBold"/>
                  </a:rPr>
                  <a:t>VISIONARY</a:t>
                </a:r>
                <a:endParaRPr i="0" sz="2477" u="none" cap="none" strike="noStrik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</p:grpSp>
        <p:grpSp>
          <p:nvGrpSpPr>
            <p:cNvPr id="446" name="Google Shape;446;g3f85ecfd79d_2_63"/>
            <p:cNvGrpSpPr/>
            <p:nvPr/>
          </p:nvGrpSpPr>
          <p:grpSpPr>
            <a:xfrm>
              <a:off x="7020353" y="7273453"/>
              <a:ext cx="4164638" cy="2022081"/>
              <a:chOff x="4551487" y="4418130"/>
              <a:chExt cx="2354100" cy="1143000"/>
            </a:xfrm>
          </p:grpSpPr>
          <p:sp>
            <p:nvSpPr>
              <p:cNvPr id="447" name="Google Shape;447;g3f85ecfd79d_2_63"/>
              <p:cNvSpPr/>
              <p:nvPr/>
            </p:nvSpPr>
            <p:spPr>
              <a:xfrm>
                <a:off x="4551487" y="4418130"/>
                <a:ext cx="2354100" cy="1143000"/>
              </a:xfrm>
              <a:prstGeom prst="rect">
                <a:avLst/>
              </a:prstGeom>
              <a:solidFill>
                <a:srgbClr val="E5E8EB"/>
              </a:solidFill>
              <a:ln>
                <a:noFill/>
              </a:ln>
            </p:spPr>
            <p:txBody>
              <a:bodyPr anchorCtr="0" anchor="ctr" bIns="80850" lIns="161725" spcFirstLastPara="1" rIns="161725" wrap="square" tIns="808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661"/>
                  <a:buFont typeface="Arial"/>
                  <a:buNone/>
                </a:pPr>
                <a:r>
                  <a:t/>
                </a:r>
                <a:endParaRPr b="0" i="0" sz="566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g3f85ecfd79d_2_63"/>
              <p:cNvSpPr txBox="1"/>
              <p:nvPr/>
            </p:nvSpPr>
            <p:spPr>
              <a:xfrm>
                <a:off x="4864290" y="4498985"/>
                <a:ext cx="17097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850" lIns="161725" spcFirstLastPara="1" rIns="161725" wrap="square" tIns="8085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54"/>
                  <a:buFont typeface="Arial"/>
                  <a:buNone/>
                </a:pPr>
                <a:r>
                  <a:rPr i="0" lang="en-US" sz="2654" u="none" cap="none" strike="noStrike">
                    <a:solidFill>
                      <a:srgbClr val="142233"/>
                    </a:solidFill>
                    <a:latin typeface="League Spartan ExtraBold"/>
                    <a:ea typeface="League Spartan ExtraBold"/>
                    <a:cs typeface="League Spartan ExtraBold"/>
                    <a:sym typeface="League Spartan ExtraBold"/>
                  </a:rPr>
                  <a:t>OPERATIONS</a:t>
                </a:r>
                <a:endParaRPr i="0" sz="2477" u="none" cap="none" strike="noStrik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</p:grpSp>
        <p:grpSp>
          <p:nvGrpSpPr>
            <p:cNvPr id="449" name="Google Shape;449;g3f85ecfd79d_2_63"/>
            <p:cNvGrpSpPr/>
            <p:nvPr/>
          </p:nvGrpSpPr>
          <p:grpSpPr>
            <a:xfrm>
              <a:off x="2251767" y="7273453"/>
              <a:ext cx="4502713" cy="2022081"/>
              <a:chOff x="1856000" y="4418130"/>
              <a:chExt cx="2545200" cy="1143000"/>
            </a:xfrm>
          </p:grpSpPr>
          <p:sp>
            <p:nvSpPr>
              <p:cNvPr id="450" name="Google Shape;450;g3f85ecfd79d_2_63"/>
              <p:cNvSpPr/>
              <p:nvPr/>
            </p:nvSpPr>
            <p:spPr>
              <a:xfrm>
                <a:off x="1928193" y="4418130"/>
                <a:ext cx="2354100" cy="1143000"/>
              </a:xfrm>
              <a:prstGeom prst="rect">
                <a:avLst/>
              </a:prstGeom>
              <a:solidFill>
                <a:srgbClr val="E5E8EB"/>
              </a:solidFill>
              <a:ln>
                <a:noFill/>
              </a:ln>
            </p:spPr>
            <p:txBody>
              <a:bodyPr anchorCtr="0" anchor="ctr" bIns="80850" lIns="161725" spcFirstLastPara="1" rIns="161725" wrap="square" tIns="808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661"/>
                  <a:buFont typeface="Arial"/>
                  <a:buNone/>
                </a:pPr>
                <a:r>
                  <a:t/>
                </a:r>
                <a:endParaRPr b="0" i="0" sz="566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g3f85ecfd79d_2_63"/>
              <p:cNvSpPr txBox="1"/>
              <p:nvPr/>
            </p:nvSpPr>
            <p:spPr>
              <a:xfrm>
                <a:off x="1856000" y="4498985"/>
                <a:ext cx="25452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850" lIns="161725" spcFirstLastPara="1" rIns="161725" wrap="square" tIns="8085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54"/>
                  <a:buFont typeface="Arial"/>
                  <a:buNone/>
                </a:pPr>
                <a:r>
                  <a:rPr i="0" lang="en-US" sz="2654" u="none" cap="none" strike="noStrike">
                    <a:solidFill>
                      <a:srgbClr val="142233"/>
                    </a:solidFill>
                    <a:latin typeface="League Spartan ExtraBold"/>
                    <a:ea typeface="League Spartan ExtraBold"/>
                    <a:cs typeface="League Spartan ExtraBold"/>
                    <a:sym typeface="League Spartan ExtraBold"/>
                  </a:rPr>
                  <a:t>MARKETING/SALES</a:t>
                </a:r>
                <a:endParaRPr i="0" sz="2477" u="none" cap="none" strike="noStrik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</p:grpSp>
        <p:grpSp>
          <p:nvGrpSpPr>
            <p:cNvPr id="452" name="Google Shape;452;g3f85ecfd79d_2_63"/>
            <p:cNvGrpSpPr/>
            <p:nvPr/>
          </p:nvGrpSpPr>
          <p:grpSpPr>
            <a:xfrm>
              <a:off x="11533502" y="7279939"/>
              <a:ext cx="4502713" cy="2022081"/>
              <a:chOff x="7102586" y="4421796"/>
              <a:chExt cx="2545200" cy="1143000"/>
            </a:xfrm>
          </p:grpSpPr>
          <p:sp>
            <p:nvSpPr>
              <p:cNvPr id="453" name="Google Shape;453;g3f85ecfd79d_2_63"/>
              <p:cNvSpPr/>
              <p:nvPr/>
            </p:nvSpPr>
            <p:spPr>
              <a:xfrm>
                <a:off x="7198829" y="4421796"/>
                <a:ext cx="2354100" cy="1143000"/>
              </a:xfrm>
              <a:prstGeom prst="rect">
                <a:avLst/>
              </a:prstGeom>
              <a:solidFill>
                <a:srgbClr val="E5E8EB"/>
              </a:solidFill>
              <a:ln>
                <a:noFill/>
              </a:ln>
            </p:spPr>
            <p:txBody>
              <a:bodyPr anchorCtr="0" anchor="ctr" bIns="80850" lIns="161725" spcFirstLastPara="1" rIns="161725" wrap="square" tIns="808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661"/>
                  <a:buFont typeface="Arial"/>
                  <a:buNone/>
                </a:pPr>
                <a:r>
                  <a:t/>
                </a:r>
                <a:endParaRPr b="0" i="0" sz="566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g3f85ecfd79d_2_63"/>
              <p:cNvSpPr txBox="1"/>
              <p:nvPr/>
            </p:nvSpPr>
            <p:spPr>
              <a:xfrm>
                <a:off x="7102586" y="4498985"/>
                <a:ext cx="25452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850" lIns="171450" spcFirstLastPara="1" rIns="161725" wrap="square" tIns="8085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54"/>
                  <a:buFont typeface="Arial"/>
                  <a:buNone/>
                </a:pPr>
                <a:r>
                  <a:rPr i="0" lang="en-US" sz="2654" u="none" cap="none" strike="noStrike">
                    <a:solidFill>
                      <a:srgbClr val="142233"/>
                    </a:solidFill>
                    <a:latin typeface="League Spartan ExtraBold"/>
                    <a:ea typeface="League Spartan ExtraBold"/>
                    <a:cs typeface="League Spartan ExtraBold"/>
                    <a:sym typeface="League Spartan ExtraBold"/>
                  </a:rPr>
                  <a:t>FINANCE</a:t>
                </a:r>
                <a:endParaRPr i="0" sz="2477" u="none" cap="none" strike="noStrik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</p:grpSp>
        <p:grpSp>
          <p:nvGrpSpPr>
            <p:cNvPr id="455" name="Google Shape;455;g3f85ecfd79d_2_63"/>
            <p:cNvGrpSpPr/>
            <p:nvPr/>
          </p:nvGrpSpPr>
          <p:grpSpPr>
            <a:xfrm>
              <a:off x="7020351" y="4713270"/>
              <a:ext cx="4164638" cy="2022081"/>
              <a:chOff x="4551486" y="2766047"/>
              <a:chExt cx="2354100" cy="1143000"/>
            </a:xfrm>
          </p:grpSpPr>
          <p:sp>
            <p:nvSpPr>
              <p:cNvPr id="443" name="Google Shape;443;g3f85ecfd79d_2_63"/>
              <p:cNvSpPr/>
              <p:nvPr/>
            </p:nvSpPr>
            <p:spPr>
              <a:xfrm>
                <a:off x="4551486" y="2766047"/>
                <a:ext cx="2354100" cy="1143000"/>
              </a:xfrm>
              <a:prstGeom prst="rect">
                <a:avLst/>
              </a:prstGeom>
              <a:solidFill>
                <a:srgbClr val="E5E8EB"/>
              </a:solidFill>
              <a:ln>
                <a:noFill/>
              </a:ln>
            </p:spPr>
            <p:txBody>
              <a:bodyPr anchorCtr="0" anchor="ctr" bIns="80850" lIns="161725" spcFirstLastPara="1" rIns="161725" wrap="square" tIns="808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661"/>
                  <a:buFont typeface="Arial"/>
                  <a:buNone/>
                </a:pPr>
                <a:r>
                  <a:t/>
                </a:r>
                <a:endParaRPr b="0" i="0" sz="566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g3f85ecfd79d_2_63"/>
              <p:cNvSpPr txBox="1"/>
              <p:nvPr/>
            </p:nvSpPr>
            <p:spPr>
              <a:xfrm>
                <a:off x="4871460" y="2843289"/>
                <a:ext cx="17097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850" lIns="161725" spcFirstLastPara="1" rIns="161725" wrap="square" tIns="8085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54"/>
                  <a:buFont typeface="Arial"/>
                  <a:buNone/>
                </a:pPr>
                <a:r>
                  <a:rPr i="0" lang="en-US" sz="2654" u="none" cap="none" strike="noStrike">
                    <a:solidFill>
                      <a:srgbClr val="142233"/>
                    </a:solidFill>
                    <a:latin typeface="League Spartan ExtraBold"/>
                    <a:ea typeface="League Spartan ExtraBold"/>
                    <a:cs typeface="League Spartan ExtraBold"/>
                    <a:sym typeface="League Spartan ExtraBold"/>
                  </a:rPr>
                  <a:t>INTEGRATOR</a:t>
                </a:r>
                <a:endParaRPr i="0" sz="2477" u="none" cap="none" strike="noStrik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</p:grpSp>
      </p:grpSp>
      <p:sp>
        <p:nvSpPr>
          <p:cNvPr id="457" name="Google Shape;457;g3f85ecfd79d_2_6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458" name="Google Shape;458;g3f85ecfd79d_2_63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f85ecfd79d_2_63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85ecfd79d_2_9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Seats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465" name="Google Shape;465;g3f85ecfd79d_2_90"/>
          <p:cNvCxnSpPr/>
          <p:nvPr/>
        </p:nvCxnSpPr>
        <p:spPr>
          <a:xfrm>
            <a:off x="6249215" y="2750538"/>
            <a:ext cx="7465800" cy="0"/>
          </a:xfrm>
          <a:prstGeom prst="straightConnector1">
            <a:avLst/>
          </a:prstGeom>
          <a:noFill/>
          <a:ln cap="flat" cmpd="sng" w="27275">
            <a:solidFill>
              <a:srgbClr val="1422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g3f85ecfd79d_2_90"/>
          <p:cNvSpPr/>
          <p:nvPr/>
        </p:nvSpPr>
        <p:spPr>
          <a:xfrm>
            <a:off x="3820050" y="1963026"/>
            <a:ext cx="10647900" cy="72438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ctr" bIns="104725" lIns="209425" spcFirstLastPara="1" rIns="209425" wrap="square" tIns="10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t/>
            </a:r>
            <a:endParaRPr b="0" i="0" sz="5498" u="none" cap="none" strike="noStrike">
              <a:solidFill>
                <a:srgbClr val="FFFFD9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467" name="Google Shape;467;g3f85ecfd79d_2_90"/>
          <p:cNvSpPr txBox="1"/>
          <p:nvPr/>
        </p:nvSpPr>
        <p:spPr>
          <a:xfrm>
            <a:off x="3925538" y="4336436"/>
            <a:ext cx="10473300" cy="4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725" lIns="209425" spcFirstLastPara="1" rIns="209425" wrap="square" tIns="104725">
            <a:spAutoFit/>
          </a:bodyPr>
          <a:lstStyle/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i="0" lang="en-US" sz="4123" u="none" cap="none" strike="noStrik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i="0" lang="en-US" sz="4123" u="none" cap="none" strike="noStrik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i="0" lang="en-US" sz="4123" u="none" cap="none" strike="noStrik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i="0" lang="en-US" sz="4123" u="none" cap="none" strike="noStrik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i="0" lang="en-US" sz="4123" u="none" cap="none" strike="noStrik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68" name="Google Shape;468;g3f85ecfd79d_2_90"/>
          <p:cNvSpPr txBox="1"/>
          <p:nvPr/>
        </p:nvSpPr>
        <p:spPr>
          <a:xfrm>
            <a:off x="3925538" y="2115608"/>
            <a:ext cx="10298400" cy="20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725" lIns="209425" spcFirstLastPara="1" rIns="209425" wrap="square" tIns="10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r>
              <a:rPr lang="en-US" sz="5841">
                <a:solidFill>
                  <a:srgbClr val="142233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Function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r>
              <a:t/>
            </a:r>
            <a:endParaRPr i="0" sz="5841" u="none" cap="none" strike="noStrike">
              <a:solidFill>
                <a:srgbClr val="142233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469" name="Google Shape;469;g3f85ecfd79d_2_90"/>
          <p:cNvSpPr txBox="1"/>
          <p:nvPr/>
        </p:nvSpPr>
        <p:spPr>
          <a:xfrm>
            <a:off x="3889173" y="2991988"/>
            <a:ext cx="102984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725" lIns="209425" spcFirstLastPara="1" rIns="209425" wrap="square" tIns="10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4"/>
              <a:buFont typeface="Arial"/>
              <a:buNone/>
            </a:pPr>
            <a:r>
              <a:rPr i="0" lang="en-US" sz="5154" u="none" cap="none" strike="noStrike">
                <a:solidFill>
                  <a:srgbClr val="303B4F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Name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470" name="Google Shape;470;g3f85ecfd79d_2_90"/>
          <p:cNvCxnSpPr/>
          <p:nvPr/>
        </p:nvCxnSpPr>
        <p:spPr>
          <a:xfrm>
            <a:off x="5681023" y="4102845"/>
            <a:ext cx="6787500" cy="0"/>
          </a:xfrm>
          <a:prstGeom prst="straightConnector1">
            <a:avLst/>
          </a:prstGeom>
          <a:noFill/>
          <a:ln cap="flat" cmpd="sng" w="49100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g3f85ecfd79d_2_9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472" name="Google Shape;472;g3f85ecfd79d_2_90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3f85ecfd79d_2_9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85ecfd79d_2_135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940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b="1" lang="en-US" sz="4100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</a:t>
            </a:r>
            <a:r>
              <a:rPr b="1" lang="en-US" sz="41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b="1" lang="en-US" sz="41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ts It</a:t>
            </a:r>
            <a:endParaRPr b="1" sz="41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940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b="1" lang="en-US" sz="4100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</a:t>
            </a:r>
            <a:r>
              <a:rPr b="1" lang="en-US" sz="41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ants It</a:t>
            </a:r>
            <a:endParaRPr b="1" sz="41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940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b="1" lang="en-US" sz="4100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r>
              <a:rPr b="1" lang="en-US" sz="41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apacity to Do It</a:t>
            </a:r>
            <a:endParaRPr b="1" sz="41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79" name="Google Shape;479;g3f85ecfd79d_2_135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Seats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80" name="Google Shape;480;g3f85ecfd79d_2_135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940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b="1" lang="en-US" sz="4100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</a:t>
            </a:r>
            <a:endParaRPr b="1" sz="41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940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b="1" lang="en-US" sz="4100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</a:t>
            </a:r>
            <a:endParaRPr b="1" sz="41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940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b="1" lang="en-US" sz="4100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endParaRPr b="1" sz="41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81" name="Google Shape;481;g3f85ecfd79d_2_135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482" name="Google Shape;482;g3f85ecfd79d_2_135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3f85ecfd79d_2_135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84" name="Google Shape;484;g3f85ecfd79d_2_135"/>
          <p:cNvSpPr/>
          <p:nvPr/>
        </p:nvSpPr>
        <p:spPr>
          <a:xfrm>
            <a:off x="5765300" y="1595001"/>
            <a:ext cx="10647900" cy="72438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ctr" bIns="104725" lIns="209425" spcFirstLastPara="1" rIns="209425" wrap="square" tIns="10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t/>
            </a:r>
            <a:endParaRPr b="0" i="0" sz="5498" u="none" cap="none" strike="noStrike">
              <a:solidFill>
                <a:srgbClr val="FFFFD9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485" name="Google Shape;485;g3f85ecfd79d_2_135"/>
          <p:cNvSpPr txBox="1"/>
          <p:nvPr/>
        </p:nvSpPr>
        <p:spPr>
          <a:xfrm>
            <a:off x="5870788" y="3968411"/>
            <a:ext cx="10473300" cy="4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725" lIns="209425" spcFirstLastPara="1" rIns="209425" wrap="square" tIns="104725">
            <a:spAutoFit/>
          </a:bodyPr>
          <a:lstStyle/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LMA™</a:t>
            </a:r>
            <a:endParaRPr sz="4123">
              <a:solidFill>
                <a:srgbClr val="142233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Marketing</a:t>
            </a:r>
            <a:endParaRPr sz="4123">
              <a:solidFill>
                <a:srgbClr val="142233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Hit sales numbers</a:t>
            </a:r>
            <a:endParaRPr sz="4123">
              <a:solidFill>
                <a:srgbClr val="142233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Sell</a:t>
            </a:r>
            <a:endParaRPr sz="4123">
              <a:solidFill>
                <a:srgbClr val="142233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Account management</a:t>
            </a:r>
            <a:endParaRPr sz="4123">
              <a:solidFill>
                <a:srgbClr val="142233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486" name="Google Shape;486;g3f85ecfd79d_2_135"/>
          <p:cNvSpPr txBox="1"/>
          <p:nvPr/>
        </p:nvSpPr>
        <p:spPr>
          <a:xfrm>
            <a:off x="5870788" y="1747583"/>
            <a:ext cx="10298400" cy="20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725" lIns="209425" spcFirstLastPara="1" rIns="209425" wrap="square" tIns="10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r>
              <a:rPr lang="en-US" sz="5841">
                <a:solidFill>
                  <a:srgbClr val="142233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Marketing/Sales</a:t>
            </a:r>
            <a:endParaRPr sz="5841">
              <a:solidFill>
                <a:srgbClr val="142233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r>
              <a:t/>
            </a:r>
            <a:endParaRPr i="0" sz="5841" u="none" cap="none" strike="noStrike">
              <a:solidFill>
                <a:srgbClr val="142233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487" name="Google Shape;487;g3f85ecfd79d_2_135"/>
          <p:cNvSpPr txBox="1"/>
          <p:nvPr/>
        </p:nvSpPr>
        <p:spPr>
          <a:xfrm>
            <a:off x="5834423" y="2623963"/>
            <a:ext cx="102984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725" lIns="209425" spcFirstLastPara="1" rIns="209425" wrap="square" tIns="10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4"/>
              <a:buFont typeface="Arial"/>
              <a:buNone/>
            </a:pPr>
            <a:r>
              <a:rPr i="0" lang="en-US" sz="5154" u="none" cap="none" strike="noStrike">
                <a:solidFill>
                  <a:srgbClr val="303B4F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Name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488" name="Google Shape;488;g3f85ecfd79d_2_135"/>
          <p:cNvCxnSpPr/>
          <p:nvPr/>
        </p:nvCxnSpPr>
        <p:spPr>
          <a:xfrm>
            <a:off x="7626273" y="3734820"/>
            <a:ext cx="6787500" cy="0"/>
          </a:xfrm>
          <a:prstGeom prst="straightConnector1">
            <a:avLst/>
          </a:prstGeom>
          <a:noFill/>
          <a:ln cap="flat" cmpd="sng" w="49100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85ecfd79d_2_14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PEOPLE ANALYZER™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95" name="Google Shape;495;g3f85ecfd79d_2_148"/>
          <p:cNvPicPr preferRelativeResize="0"/>
          <p:nvPr/>
        </p:nvPicPr>
        <p:blipFill rotWithShape="1">
          <a:blip r:embed="rId3">
            <a:alphaModFix/>
          </a:blip>
          <a:srcRect b="8735" l="8630" r="11094" t="82545"/>
          <a:stretch/>
        </p:blipFill>
        <p:spPr>
          <a:xfrm>
            <a:off x="2590096" y="7528959"/>
            <a:ext cx="12981325" cy="1824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3f85ecfd79d_2_148"/>
          <p:cNvPicPr preferRelativeResize="0"/>
          <p:nvPr/>
        </p:nvPicPr>
        <p:blipFill rotWithShape="1">
          <a:blip r:embed="rId4">
            <a:alphaModFix/>
          </a:blip>
          <a:srcRect b="64948" l="0" r="0" t="9288"/>
          <a:stretch/>
        </p:blipFill>
        <p:spPr>
          <a:xfrm>
            <a:off x="1240129" y="1897734"/>
            <a:ext cx="16095363" cy="536630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f85ecfd79d_2_148"/>
          <p:cNvSpPr txBox="1"/>
          <p:nvPr/>
        </p:nvSpPr>
        <p:spPr>
          <a:xfrm rot="-4189620">
            <a:off x="6816952" y="3051973"/>
            <a:ext cx="2946448" cy="485756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Arial"/>
              <a:buNone/>
            </a:pPr>
            <a:r>
              <a:rPr b="1" i="0" lang="en-US" sz="2296" u="none" cap="none" strike="noStrik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Humbly confident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98" name="Google Shape;498;g3f85ecfd79d_2_148"/>
          <p:cNvSpPr txBox="1"/>
          <p:nvPr/>
        </p:nvSpPr>
        <p:spPr>
          <a:xfrm>
            <a:off x="3172670" y="4962370"/>
            <a:ext cx="41673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None/>
            </a:pPr>
            <a:r>
              <a:rPr b="1" i="0" lang="en-US" sz="3444" u="none" cap="none" strike="noStrik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Maria Rodriguez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99" name="Google Shape;499;g3f85ecfd79d_2_148"/>
          <p:cNvSpPr txBox="1"/>
          <p:nvPr/>
        </p:nvSpPr>
        <p:spPr>
          <a:xfrm>
            <a:off x="3169019" y="5808178"/>
            <a:ext cx="43356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None/>
            </a:pPr>
            <a:r>
              <a:rPr b="1" i="0" lang="en-US" sz="3444" u="none" cap="none" strike="noStrik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John Smith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0" name="Google Shape;500;g3f85ecfd79d_2_148"/>
          <p:cNvSpPr txBox="1"/>
          <p:nvPr/>
        </p:nvSpPr>
        <p:spPr>
          <a:xfrm>
            <a:off x="3169021" y="6596055"/>
            <a:ext cx="47871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None/>
            </a:pPr>
            <a:r>
              <a:rPr b="1" i="0" lang="en-US" sz="3444" u="none" cap="none" strike="noStrik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George Wilson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1" name="Google Shape;501;g3f85ecfd79d_2_148"/>
          <p:cNvSpPr txBox="1"/>
          <p:nvPr/>
        </p:nvSpPr>
        <p:spPr>
          <a:xfrm rot="-4174075">
            <a:off x="10057522" y="3326162"/>
            <a:ext cx="2515349" cy="485921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Arial"/>
              <a:buNone/>
            </a:pPr>
            <a:r>
              <a:rPr b="1" i="0" lang="en-US" sz="2296" u="none" cap="none" strike="noStrik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what you say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2" name="Google Shape;502;g3f85ecfd79d_2_148"/>
          <p:cNvSpPr txBox="1"/>
          <p:nvPr/>
        </p:nvSpPr>
        <p:spPr>
          <a:xfrm rot="-4192952">
            <a:off x="9179162" y="3141788"/>
            <a:ext cx="2885336" cy="485934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Arial"/>
              <a:buNone/>
            </a:pPr>
            <a:r>
              <a:rPr b="1" i="0" lang="en-US" sz="2296" u="none" cap="none" strike="noStrik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the right thing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3" name="Google Shape;503;g3f85ecfd79d_2_148"/>
          <p:cNvSpPr txBox="1"/>
          <p:nvPr/>
        </p:nvSpPr>
        <p:spPr>
          <a:xfrm rot="-4185111">
            <a:off x="8431655" y="3326425"/>
            <a:ext cx="2515555" cy="485785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Arial"/>
              <a:buNone/>
            </a:pPr>
            <a:r>
              <a:rPr b="1" i="0" lang="en-US" sz="2296" u="none" cap="none" strike="noStrik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Help First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4" name="Google Shape;504;g3f85ecfd79d_2_148"/>
          <p:cNvSpPr txBox="1"/>
          <p:nvPr/>
        </p:nvSpPr>
        <p:spPr>
          <a:xfrm rot="-4172636">
            <a:off x="7648089" y="3326474"/>
            <a:ext cx="2515101" cy="4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Arial"/>
              <a:buNone/>
            </a:pPr>
            <a:r>
              <a:rPr b="1" i="0" lang="en-US" sz="2296" u="none" cap="none" strike="noStrik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Grow or Die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5" name="Google Shape;505;g3f85ecfd79d_2_148"/>
          <p:cNvSpPr txBox="1"/>
          <p:nvPr/>
        </p:nvSpPr>
        <p:spPr>
          <a:xfrm>
            <a:off x="7297753" y="4997747"/>
            <a:ext cx="3903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b="1" i="0" lang="en-US" sz="2870" u="none" cap="none" strike="noStrik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+     +	    +     +       +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6" name="Google Shape;506;g3f85ecfd79d_2_148"/>
          <p:cNvSpPr txBox="1"/>
          <p:nvPr/>
        </p:nvSpPr>
        <p:spPr>
          <a:xfrm>
            <a:off x="7288523" y="8247636"/>
            <a:ext cx="7455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b="1" i="0" lang="en-US" sz="2870" u="none" cap="none" strike="noStrik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7" name="Google Shape;507;g3f85ecfd79d_2_148"/>
          <p:cNvSpPr txBox="1"/>
          <p:nvPr/>
        </p:nvSpPr>
        <p:spPr>
          <a:xfrm>
            <a:off x="10251439" y="8251041"/>
            <a:ext cx="1094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b="1" i="0" lang="en-US" sz="2870" u="none" cap="none" strike="noStrik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8" name="Google Shape;508;g3f85ecfd79d_2_148"/>
          <p:cNvSpPr txBox="1"/>
          <p:nvPr/>
        </p:nvSpPr>
        <p:spPr>
          <a:xfrm>
            <a:off x="8915247" y="8253713"/>
            <a:ext cx="704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b="1" i="0" lang="en-US" sz="2870" u="none" cap="none" strike="noStrik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9" name="Google Shape;509;g3f85ecfd79d_2_148"/>
          <p:cNvSpPr txBox="1"/>
          <p:nvPr/>
        </p:nvSpPr>
        <p:spPr>
          <a:xfrm>
            <a:off x="8021178" y="8252073"/>
            <a:ext cx="903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b="1" i="0" lang="en-US" sz="2870" u="none" cap="none" strike="noStrik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+/–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0" name="Google Shape;510;g3f85ecfd79d_2_148"/>
          <p:cNvSpPr txBox="1"/>
          <p:nvPr/>
        </p:nvSpPr>
        <p:spPr>
          <a:xfrm>
            <a:off x="9509460" y="8252079"/>
            <a:ext cx="9648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b="1" i="0" lang="en-US" sz="2870" u="none" cap="none" strike="noStrik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+/–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1" name="Google Shape;511;g3f85ecfd79d_2_148"/>
          <p:cNvSpPr txBox="1"/>
          <p:nvPr/>
        </p:nvSpPr>
        <p:spPr>
          <a:xfrm>
            <a:off x="3147958" y="4166984"/>
            <a:ext cx="4015200" cy="5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31200" lIns="131200" spcFirstLastPara="1" rIns="131200" wrap="square" tIns="131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7"/>
              <a:buFont typeface="Arial"/>
              <a:buNone/>
            </a:pPr>
            <a:r>
              <a:rPr b="1" i="0" lang="en-US" sz="3157" u="none" cap="none" strike="noStrike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NAME</a:t>
            </a:r>
            <a:endParaRPr b="1" i="0" sz="3157" u="none" cap="none" strike="noStrike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2" name="Google Shape;512;g3f85ecfd79d_2_148"/>
          <p:cNvSpPr txBox="1"/>
          <p:nvPr/>
        </p:nvSpPr>
        <p:spPr>
          <a:xfrm>
            <a:off x="3248732" y="7537572"/>
            <a:ext cx="4015200" cy="5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31200" lIns="131200" spcFirstLastPara="1" rIns="131200" wrap="square" tIns="131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7"/>
              <a:buFont typeface="Arial"/>
              <a:buNone/>
            </a:pPr>
            <a:r>
              <a:rPr b="1" i="0" lang="en-US" sz="3157" u="none" cap="none" strike="noStrike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BAR</a:t>
            </a:r>
            <a:endParaRPr b="1" i="0" sz="3157" u="none" cap="none" strike="noStrike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3" name="Google Shape;513;g3f85ecfd79d_2_148"/>
          <p:cNvSpPr txBox="1"/>
          <p:nvPr/>
        </p:nvSpPr>
        <p:spPr>
          <a:xfrm>
            <a:off x="3248732" y="8253643"/>
            <a:ext cx="4015200" cy="5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31200" lIns="131200" spcFirstLastPara="1" rIns="131200" wrap="square" tIns="131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7"/>
              <a:buFont typeface="Arial"/>
              <a:buNone/>
            </a:pPr>
            <a:r>
              <a:rPr b="1" i="0" lang="en-US" sz="3157" u="none" cap="none" strike="noStrik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Rating  +   +/-   -</a:t>
            </a:r>
            <a:endParaRPr b="1" i="0" sz="3157" u="none" cap="none" strike="noStrike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4" name="Google Shape;514;g3f85ecfd79d_2_148"/>
          <p:cNvSpPr txBox="1"/>
          <p:nvPr/>
        </p:nvSpPr>
        <p:spPr>
          <a:xfrm>
            <a:off x="7335936" y="5758375"/>
            <a:ext cx="3903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b="1" i="0" lang="en-US" sz="2870" u="none" cap="none" strike="noStrik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-     +/-    -      -     +/-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5" name="Google Shape;515;g3f85ecfd79d_2_148"/>
          <p:cNvSpPr txBox="1"/>
          <p:nvPr/>
        </p:nvSpPr>
        <p:spPr>
          <a:xfrm>
            <a:off x="7315619" y="6519002"/>
            <a:ext cx="3903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200" spcFirstLastPara="1" rIns="131200" wrap="square" tIns="65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b="1" i="0" lang="en-US" sz="2870" u="none" cap="none" strike="noStrik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+/-   +/-    +     +/-    +</a:t>
            </a:r>
            <a:endParaRPr i="0" sz="2009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6" name="Google Shape;516;g3f85ecfd79d_2_148"/>
          <p:cNvSpPr txBox="1"/>
          <p:nvPr/>
        </p:nvSpPr>
        <p:spPr>
          <a:xfrm rot="-4139190">
            <a:off x="11695006" y="3371856"/>
            <a:ext cx="2467177" cy="476631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75" spcFirstLastPara="1" rIns="128675" wrap="square" tIns="64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Font typeface="Arial"/>
              <a:buNone/>
            </a:pPr>
            <a:r>
              <a:rPr b="1" i="0" lang="en-US" sz="2252" u="none" cap="none" strike="noStrike">
                <a:solidFill>
                  <a:srgbClr val="142233"/>
                </a:solidFill>
                <a:latin typeface="Roboto"/>
                <a:ea typeface="Roboto"/>
                <a:cs typeface="Roboto"/>
                <a:sym typeface="Roboto"/>
              </a:rPr>
              <a:t>VALUE</a:t>
            </a:r>
            <a:endParaRPr b="0" i="0" sz="19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f85ecfd79d_2_148"/>
          <p:cNvSpPr txBox="1"/>
          <p:nvPr/>
        </p:nvSpPr>
        <p:spPr>
          <a:xfrm rot="-4139190">
            <a:off x="10933636" y="3371856"/>
            <a:ext cx="2467177" cy="476631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75" spcFirstLastPara="1" rIns="128675" wrap="square" tIns="64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Font typeface="Arial"/>
              <a:buNone/>
            </a:pPr>
            <a:r>
              <a:rPr b="1" i="0" lang="en-US" sz="2252" u="none" cap="none" strike="noStrike">
                <a:solidFill>
                  <a:srgbClr val="142233"/>
                </a:solidFill>
                <a:latin typeface="Roboto"/>
                <a:ea typeface="Roboto"/>
                <a:cs typeface="Roboto"/>
                <a:sym typeface="Roboto"/>
              </a:rPr>
              <a:t>VALUE</a:t>
            </a:r>
            <a:endParaRPr b="0" i="0" sz="19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f85ecfd79d_2_148"/>
          <p:cNvSpPr txBox="1"/>
          <p:nvPr/>
        </p:nvSpPr>
        <p:spPr>
          <a:xfrm rot="-4139190">
            <a:off x="13939843" y="3368833"/>
            <a:ext cx="2467177" cy="476631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75" spcFirstLastPara="1" rIns="128675" wrap="square" tIns="64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Font typeface="Arial"/>
              <a:buNone/>
            </a:pPr>
            <a:r>
              <a:rPr b="1" i="0" lang="en-US" sz="2252" u="none" cap="none" strike="noStrike">
                <a:solidFill>
                  <a:srgbClr val="FF79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i="0" lang="en-US" sz="2252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APACTIY</a:t>
            </a:r>
            <a:endParaRPr b="0" i="0" sz="19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85ecfd79d_2_148"/>
          <p:cNvSpPr txBox="1"/>
          <p:nvPr/>
        </p:nvSpPr>
        <p:spPr>
          <a:xfrm rot="-4139190">
            <a:off x="13178473" y="3368833"/>
            <a:ext cx="2467177" cy="476631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75" spcFirstLastPara="1" rIns="128675" wrap="square" tIns="64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Font typeface="Arial"/>
              <a:buNone/>
            </a:pPr>
            <a:r>
              <a:rPr b="1" i="0" lang="en-US" sz="2252" u="none" cap="none" strike="noStrike">
                <a:solidFill>
                  <a:srgbClr val="FF7900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="1" i="0" lang="en-US" sz="2252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ANTS IT</a:t>
            </a:r>
            <a:endParaRPr b="0" i="0" sz="19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3f85ecfd79d_2_148"/>
          <p:cNvSpPr txBox="1"/>
          <p:nvPr/>
        </p:nvSpPr>
        <p:spPr>
          <a:xfrm rot="-4139190">
            <a:off x="12435227" y="3368833"/>
            <a:ext cx="2467177" cy="476631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75" spcFirstLastPara="1" rIns="128675" wrap="square" tIns="64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Font typeface="Arial"/>
              <a:buNone/>
            </a:pPr>
            <a:r>
              <a:rPr b="1" i="0" lang="en-US" sz="2252" u="none" cap="none" strike="noStrike">
                <a:solidFill>
                  <a:srgbClr val="FF790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b="1" i="0" lang="en-US" sz="2252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ETS IT</a:t>
            </a:r>
            <a:endParaRPr b="0" i="0" sz="19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g3f85ecfd79d_2_148"/>
          <p:cNvGrpSpPr/>
          <p:nvPr/>
        </p:nvGrpSpPr>
        <p:grpSpPr>
          <a:xfrm>
            <a:off x="12841934" y="6519001"/>
            <a:ext cx="2123908" cy="672990"/>
            <a:chOff x="8839534" y="4337539"/>
            <a:chExt cx="1508993" cy="478146"/>
          </a:xfrm>
        </p:grpSpPr>
        <p:sp>
          <p:nvSpPr>
            <p:cNvPr id="522" name="Google Shape;522;g3f85ecfd79d_2_148"/>
            <p:cNvSpPr/>
            <p:nvPr/>
          </p:nvSpPr>
          <p:spPr>
            <a:xfrm>
              <a:off x="8839534" y="4337539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325" lIns="128675" spcFirstLastPara="1" rIns="128675" wrap="square" tIns="6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b="1" i="0" lang="en-US" sz="3378" u="none" cap="none" strike="noStrik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</a:t>
              </a:r>
              <a:endParaRPr b="0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3f85ecfd79d_2_148"/>
            <p:cNvSpPr/>
            <p:nvPr/>
          </p:nvSpPr>
          <p:spPr>
            <a:xfrm>
              <a:off x="9348480" y="4348198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325" lIns="128675" spcFirstLastPara="1" rIns="128675" wrap="square" tIns="6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b="1" i="0" lang="en-US" sz="3378" u="none" cap="none" strike="noStrik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b="0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f85ecfd79d_2_148"/>
            <p:cNvSpPr/>
            <p:nvPr/>
          </p:nvSpPr>
          <p:spPr>
            <a:xfrm>
              <a:off x="9857427" y="4353985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325" lIns="128675" spcFirstLastPara="1" rIns="128675" wrap="square" tIns="6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b="1" i="0" lang="en-US" sz="3378" u="none" cap="none" strike="noStrik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b="0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" name="Google Shape;525;g3f85ecfd79d_2_148"/>
          <p:cNvGrpSpPr/>
          <p:nvPr/>
        </p:nvGrpSpPr>
        <p:grpSpPr>
          <a:xfrm>
            <a:off x="12817713" y="5722486"/>
            <a:ext cx="2172333" cy="649843"/>
            <a:chOff x="8808267" y="3543138"/>
            <a:chExt cx="1543398" cy="461700"/>
          </a:xfrm>
        </p:grpSpPr>
        <p:sp>
          <p:nvSpPr>
            <p:cNvPr id="526" name="Google Shape;526;g3f85ecfd79d_2_148"/>
            <p:cNvSpPr/>
            <p:nvPr/>
          </p:nvSpPr>
          <p:spPr>
            <a:xfrm>
              <a:off x="8808267" y="3543138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325" lIns="128675" spcFirstLastPara="1" rIns="128675" wrap="square" tIns="6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b="1" i="0" lang="en-US" sz="3378" u="none" cap="none" strike="noStrik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b="0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3f85ecfd79d_2_148"/>
            <p:cNvSpPr/>
            <p:nvPr/>
          </p:nvSpPr>
          <p:spPr>
            <a:xfrm>
              <a:off x="9334416" y="3543138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325" lIns="128675" spcFirstLastPara="1" rIns="128675" wrap="square" tIns="6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b="1" i="0" lang="en-US" sz="3378" u="none" cap="none" strike="noStrik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b="0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3f85ecfd79d_2_148"/>
            <p:cNvSpPr/>
            <p:nvPr/>
          </p:nvSpPr>
          <p:spPr>
            <a:xfrm>
              <a:off x="9860565" y="3543138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325" lIns="128675" spcFirstLastPara="1" rIns="128675" wrap="square" tIns="6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b="1" i="0" lang="en-US" sz="3378" u="none" cap="none" strike="noStrik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</a:t>
              </a:r>
              <a:endParaRPr b="0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9" name="Google Shape;529;g3f85ecfd79d_2_148"/>
          <p:cNvGrpSpPr/>
          <p:nvPr/>
        </p:nvGrpSpPr>
        <p:grpSpPr>
          <a:xfrm>
            <a:off x="12832020" y="4959929"/>
            <a:ext cx="2143732" cy="649843"/>
            <a:chOff x="8816283" y="2837881"/>
            <a:chExt cx="1523078" cy="461700"/>
          </a:xfrm>
        </p:grpSpPr>
        <p:sp>
          <p:nvSpPr>
            <p:cNvPr id="530" name="Google Shape;530;g3f85ecfd79d_2_148"/>
            <p:cNvSpPr/>
            <p:nvPr/>
          </p:nvSpPr>
          <p:spPr>
            <a:xfrm>
              <a:off x="8816283" y="2837881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325" lIns="128675" spcFirstLastPara="1" rIns="128675" wrap="square" tIns="6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b="1" i="0" lang="en-US" sz="3378" u="none" cap="none" strike="noStrik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b="0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3f85ecfd79d_2_148"/>
            <p:cNvSpPr/>
            <p:nvPr/>
          </p:nvSpPr>
          <p:spPr>
            <a:xfrm>
              <a:off x="9332272" y="2837881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325" lIns="128675" spcFirstLastPara="1" rIns="128675" wrap="square" tIns="6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b="1" i="0" lang="en-US" sz="3378" u="none" cap="none" strike="noStrik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b="0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3f85ecfd79d_2_148"/>
            <p:cNvSpPr/>
            <p:nvPr/>
          </p:nvSpPr>
          <p:spPr>
            <a:xfrm>
              <a:off x="9848261" y="2837881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325" lIns="128675" spcFirstLastPara="1" rIns="128675" wrap="square" tIns="6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b="1" i="0" lang="en-US" sz="3378" u="none" cap="none" strike="noStrik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b="0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" name="Google Shape;533;g3f85ecfd79d_2_14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534" name="Google Shape;534;g3f85ecfd79d_2_148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f85ecfd79d_2_14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85ecfd79d_2_19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Seats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541" name="Google Shape;541;g3f85ecfd79d_2_194"/>
          <p:cNvCxnSpPr/>
          <p:nvPr/>
        </p:nvCxnSpPr>
        <p:spPr>
          <a:xfrm>
            <a:off x="6249215" y="2750538"/>
            <a:ext cx="7465800" cy="0"/>
          </a:xfrm>
          <a:prstGeom prst="straightConnector1">
            <a:avLst/>
          </a:prstGeom>
          <a:noFill/>
          <a:ln cap="flat" cmpd="sng" w="27275">
            <a:solidFill>
              <a:srgbClr val="1422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g3f85ecfd79d_2_194"/>
          <p:cNvSpPr/>
          <p:nvPr/>
        </p:nvSpPr>
        <p:spPr>
          <a:xfrm>
            <a:off x="3820050" y="1963026"/>
            <a:ext cx="10647900" cy="72438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ctr" bIns="104725" lIns="209425" spcFirstLastPara="1" rIns="209425" wrap="square" tIns="10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t/>
            </a:r>
            <a:endParaRPr b="0" i="0" sz="5498" u="none" cap="none" strike="noStrike">
              <a:solidFill>
                <a:srgbClr val="FFFFD9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543" name="Google Shape;543;g3f85ecfd79d_2_194"/>
          <p:cNvSpPr txBox="1"/>
          <p:nvPr/>
        </p:nvSpPr>
        <p:spPr>
          <a:xfrm>
            <a:off x="3925538" y="4336436"/>
            <a:ext cx="10473300" cy="4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725" lIns="209425" spcFirstLastPara="1" rIns="209425" wrap="square" tIns="104725">
            <a:spAutoFit/>
          </a:bodyPr>
          <a:lstStyle/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i="0" lang="en-US" sz="4123" u="none" cap="none" strike="noStrik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i="0" lang="en-US" sz="4123" u="none" cap="none" strike="noStrik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i="0" lang="en-US" sz="4123" u="none" cap="none" strike="noStrik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i="0" lang="en-US" sz="4123" u="none" cap="none" strike="noStrik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392739" lvl="0" marL="589109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i="0" lang="en-US" sz="4123" u="none" cap="none" strike="noStrik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44" name="Google Shape;544;g3f85ecfd79d_2_194"/>
          <p:cNvSpPr txBox="1"/>
          <p:nvPr/>
        </p:nvSpPr>
        <p:spPr>
          <a:xfrm>
            <a:off x="3925538" y="2115608"/>
            <a:ext cx="10298400" cy="20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725" lIns="209425" spcFirstLastPara="1" rIns="209425" wrap="square" tIns="10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r>
              <a:rPr lang="en-US" sz="5841">
                <a:solidFill>
                  <a:srgbClr val="142233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Function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r>
              <a:t/>
            </a:r>
            <a:endParaRPr i="0" sz="5841" u="none" cap="none" strike="noStrike">
              <a:solidFill>
                <a:srgbClr val="142233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545" name="Google Shape;545;g3f85ecfd79d_2_194"/>
          <p:cNvSpPr txBox="1"/>
          <p:nvPr/>
        </p:nvSpPr>
        <p:spPr>
          <a:xfrm>
            <a:off x="3889173" y="2991988"/>
            <a:ext cx="102984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725" lIns="209425" spcFirstLastPara="1" rIns="209425" wrap="square" tIns="10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4"/>
              <a:buFont typeface="Arial"/>
              <a:buNone/>
            </a:pPr>
            <a:r>
              <a:rPr i="0" lang="en-US" sz="5154" u="none" cap="none" strike="noStrike">
                <a:solidFill>
                  <a:srgbClr val="303B4F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Name</a:t>
            </a:r>
            <a:endParaRPr i="0" sz="2405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546" name="Google Shape;546;g3f85ecfd79d_2_194"/>
          <p:cNvCxnSpPr/>
          <p:nvPr/>
        </p:nvCxnSpPr>
        <p:spPr>
          <a:xfrm>
            <a:off x="5681023" y="4102845"/>
            <a:ext cx="6787500" cy="0"/>
          </a:xfrm>
          <a:prstGeom prst="straightConnector1">
            <a:avLst/>
          </a:prstGeom>
          <a:noFill/>
          <a:ln cap="flat" cmpd="sng" w="49100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g3f85ecfd79d_2_19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548" name="Google Shape;548;g3f85ecfd79d_2_194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3f85ecfd79d_2_19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85ecfd79d_2_206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Seats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A picture containing timeline&#10;&#10;Description automatically generated" id="555" name="Google Shape;555;g3f85ecfd79d_2_206"/>
          <p:cNvPicPr preferRelativeResize="0"/>
          <p:nvPr/>
        </p:nvPicPr>
        <p:blipFill rotWithShape="1">
          <a:blip r:embed="rId3">
            <a:alphaModFix/>
          </a:blip>
          <a:srcRect b="-1868" l="-999" r="-989" t="-1910"/>
          <a:stretch/>
        </p:blipFill>
        <p:spPr>
          <a:xfrm>
            <a:off x="3080625" y="1019200"/>
            <a:ext cx="12126744" cy="8248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f85ecfd79d_2_20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557" name="Google Shape;557;g3f85ecfd79d_2_206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f85ecfd79d_2_206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85ecfd79d_2_229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65" name="Google Shape;565;g3f85ecfd79d_2_229"/>
          <p:cNvSpPr/>
          <p:nvPr/>
        </p:nvSpPr>
        <p:spPr>
          <a:xfrm>
            <a:off x="952453" y="1219147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Two Kinds of People Issues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66" name="Google Shape;566;g3f85ecfd79d_2_229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567" name="Google Shape;567;g3f85ecfd79d_2_229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f85ecfd79d_2_229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69" name="Google Shape;569;g3f85ecfd79d_2_229"/>
          <p:cNvSpPr/>
          <p:nvPr/>
        </p:nvSpPr>
        <p:spPr>
          <a:xfrm>
            <a:off x="933433" y="2339614"/>
            <a:ext cx="160782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Person, Wrong Seat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Wrong Person, Right Seat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85ecfd79d_2_24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f85ecfd79d_2_241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576" name="Google Shape;576;g3f85ecfd79d_2_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3f85ecfd79d_2_2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5683" y="903009"/>
            <a:ext cx="3952494" cy="393077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f85ecfd79d_2_241"/>
          <p:cNvSpPr txBox="1"/>
          <p:nvPr/>
        </p:nvSpPr>
        <p:spPr>
          <a:xfrm>
            <a:off x="6894885" y="3234750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i="0" lang="en-US" sz="2400" u="none" cap="none" strike="noStrik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Right People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79" name="Google Shape;579;g3f85ecfd79d_2_241"/>
          <p:cNvSpPr txBox="1"/>
          <p:nvPr/>
        </p:nvSpPr>
        <p:spPr>
          <a:xfrm>
            <a:off x="6894885" y="3749099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i="0" lang="en-US" sz="2400" u="none" cap="none" strike="noStrik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Right Seats</a:t>
            </a:r>
            <a:endParaRPr i="0" sz="21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580" name="Google Shape;580;g3f85ecfd79d_2_2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3f85ecfd79d_2_241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82" name="Google Shape;582;g3f85ecfd79d_2_241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cap="flat" cmpd="sng" w="47625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rgbClr val="000000">
                <a:alpha val="3020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i="0" sz="3300" u="none" cap="none" strike="noStrik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583" name="Google Shape;583;g3f85ecfd79d_2_241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584" name="Google Shape;584;g3f85ecfd79d_2_241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g3f85ecfd79d_2_241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5ecfd79d_2_25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f85ecfd79d_2_255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592" name="Google Shape;592;g3f85ecfd79d_2_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3f85ecfd79d_2_2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8592" y="899501"/>
            <a:ext cx="3963350" cy="395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g3f85ecfd79d_2_2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g3f85ecfd79d_2_255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96" name="Google Shape;596;g3f85ecfd79d_2_255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597" name="Google Shape;597;g3f85ecfd79d_2_255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3f85ecfd79d_2_255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85ecfd79d_2_4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05" name="Google Shape;605;g3f85ecfd79d_2_418"/>
          <p:cNvSpPr/>
          <p:nvPr/>
        </p:nvSpPr>
        <p:spPr>
          <a:xfrm>
            <a:off x="1523951" y="3491896"/>
            <a:ext cx="16764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262"/>
              <a:buFont typeface="League Spartan"/>
              <a:buNone/>
            </a:pPr>
            <a:r>
              <a:rPr b="1" lang="en-US" sz="15263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endParaRPr sz="1526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06" name="Google Shape;606;g3f85ecfd79d_2_418"/>
          <p:cNvSpPr/>
          <p:nvPr/>
        </p:nvSpPr>
        <p:spPr>
          <a:xfrm>
            <a:off x="1523951" y="4634893"/>
            <a:ext cx="1452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b="1" lang="en-US" sz="4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If we have data, let’s look at the data.</a:t>
            </a:r>
            <a:endParaRPr b="1" sz="42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marR="0" rtl="0" algn="l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b="1" lang="en-US" sz="42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If all we have are opinions, let’s go with mine.</a:t>
            </a:r>
            <a:endParaRPr b="1" sz="420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07" name="Google Shape;607;g3f85ecfd79d_2_418"/>
          <p:cNvSpPr/>
          <p:nvPr/>
        </p:nvSpPr>
        <p:spPr>
          <a:xfrm>
            <a:off x="1523951" y="6425539"/>
            <a:ext cx="3187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— </a:t>
            </a: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JIM BARKSDALE</a:t>
            </a: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,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08" name="Google Shape;608;g3f85ecfd79d_2_418"/>
          <p:cNvSpPr/>
          <p:nvPr/>
        </p:nvSpPr>
        <p:spPr>
          <a:xfrm>
            <a:off x="4555195" y="6495100"/>
            <a:ext cx="3419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EB7C2"/>
              </a:buClr>
              <a:buSzPts val="2167"/>
              <a:buFont typeface="League Spartan"/>
              <a:buNone/>
            </a:pPr>
            <a:r>
              <a:rPr lang="en-US" sz="2168">
                <a:solidFill>
                  <a:srgbClr val="AEB7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former Netscape CEO</a:t>
            </a:r>
            <a:endParaRPr sz="2168">
              <a:solidFill>
                <a:srgbClr val="AEB7C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09" name="Google Shape;609;g3f85ecfd79d_2_41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85ecfd79d_2_42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f85ecfd79d_2_428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616" name="Google Shape;616;g3f85ecfd79d_2_4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g3f85ecfd79d_2_4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8592" y="899501"/>
            <a:ext cx="3963350" cy="395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g3f85ecfd79d_2_4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g3f85ecfd79d_2_428"/>
          <p:cNvSpPr txBox="1"/>
          <p:nvPr/>
        </p:nvSpPr>
        <p:spPr>
          <a:xfrm>
            <a:off x="12035628" y="3234750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Scorecard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85ecfd79d_2_42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21" name="Google Shape;621;g3f85ecfd79d_2_42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622" name="Google Shape;622;g3f85ecfd79d_2_428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3f85ecfd79d_2_42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85ecfd79d_2_119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29" name="Google Shape;629;g3f85ecfd79d_2_1191"/>
          <p:cNvGraphicFramePr/>
          <p:nvPr/>
        </p:nvGraphicFramePr>
        <p:xfrm>
          <a:off x="1039416" y="25061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{FDA04407-606D-4AD8-9ECE-4552DB5F69C1}</a:tableStyleId>
              </a:tblPr>
              <a:tblGrid>
                <a:gridCol w="870650"/>
                <a:gridCol w="2342400"/>
                <a:gridCol w="1111325"/>
                <a:gridCol w="916250"/>
                <a:gridCol w="916250"/>
                <a:gridCol w="916250"/>
                <a:gridCol w="916250"/>
                <a:gridCol w="916250"/>
                <a:gridCol w="916250"/>
                <a:gridCol w="916250"/>
                <a:gridCol w="916250"/>
                <a:gridCol w="916250"/>
                <a:gridCol w="916250"/>
                <a:gridCol w="916250"/>
                <a:gridCol w="916250"/>
                <a:gridCol w="916250"/>
              </a:tblGrid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900"/>
                    </a:solidFill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T="68600" marB="68600" marR="137175" marL="1371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30" name="Google Shape;630;g3f85ecfd79d_2_1191"/>
          <p:cNvSpPr/>
          <p:nvPr/>
        </p:nvSpPr>
        <p:spPr>
          <a:xfrm>
            <a:off x="1207295" y="2667903"/>
            <a:ext cx="502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</a:t>
            </a:r>
            <a:endParaRPr i="0" sz="1600" u="none" cap="none" strike="noStrike">
              <a:solidFill>
                <a:schemeClr val="lt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31" name="Google Shape;631;g3f85ecfd79d_2_1191"/>
          <p:cNvSpPr/>
          <p:nvPr/>
        </p:nvSpPr>
        <p:spPr>
          <a:xfrm>
            <a:off x="2312195" y="2667903"/>
            <a:ext cx="1567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MEASURABLES</a:t>
            </a:r>
            <a:endParaRPr i="0" sz="1600" u="none" cap="none" strike="noStrike">
              <a:solidFill>
                <a:schemeClr val="lt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32" name="Google Shape;632;g3f85ecfd79d_2_1191"/>
          <p:cNvSpPr/>
          <p:nvPr/>
        </p:nvSpPr>
        <p:spPr>
          <a:xfrm>
            <a:off x="4541045" y="2667903"/>
            <a:ext cx="574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</a:t>
            </a:r>
            <a:endParaRPr i="0" sz="1600" u="none" cap="none" strike="noStrike">
              <a:solidFill>
                <a:schemeClr val="lt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633" name="Google Shape;633;g3f85ecfd79d_2_1191"/>
          <p:cNvGrpSpPr/>
          <p:nvPr/>
        </p:nvGrpSpPr>
        <p:grpSpPr>
          <a:xfrm>
            <a:off x="5484026" y="2667903"/>
            <a:ext cx="711113" cy="265500"/>
            <a:chOff x="3590925" y="1144588"/>
            <a:chExt cx="474075" cy="177000"/>
          </a:xfrm>
        </p:grpSpPr>
        <p:sp>
          <p:nvSpPr>
            <p:cNvPr id="634" name="Google Shape;634;g3f85ecfd79d_2_1191"/>
            <p:cNvSpPr/>
            <p:nvPr/>
          </p:nvSpPr>
          <p:spPr>
            <a:xfrm>
              <a:off x="3590925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30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35" name="Google Shape;635;g3f85ecfd79d_2_1191"/>
            <p:cNvSpPr/>
            <p:nvPr/>
          </p:nvSpPr>
          <p:spPr>
            <a:xfrm>
              <a:off x="3762375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36" name="Google Shape;636;g3f85ecfd79d_2_1191"/>
            <p:cNvSpPr/>
            <p:nvPr/>
          </p:nvSpPr>
          <p:spPr>
            <a:xfrm>
              <a:off x="3810000" y="1144588"/>
              <a:ext cx="2550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Sep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37" name="Google Shape;637;g3f85ecfd79d_2_1191"/>
          <p:cNvGrpSpPr/>
          <p:nvPr/>
        </p:nvGrpSpPr>
        <p:grpSpPr>
          <a:xfrm>
            <a:off x="6460335" y="2667903"/>
            <a:ext cx="546207" cy="265500"/>
            <a:chOff x="4284662" y="1144588"/>
            <a:chExt cx="364138" cy="177000"/>
          </a:xfrm>
        </p:grpSpPr>
        <p:sp>
          <p:nvSpPr>
            <p:cNvPr id="638" name="Google Shape;638;g3f85ecfd79d_2_1191"/>
            <p:cNvSpPr/>
            <p:nvPr/>
          </p:nvSpPr>
          <p:spPr>
            <a:xfrm>
              <a:off x="4284662" y="1144588"/>
              <a:ext cx="84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39" name="Google Shape;639;g3f85ecfd79d_2_1191"/>
            <p:cNvSpPr/>
            <p:nvPr/>
          </p:nvSpPr>
          <p:spPr>
            <a:xfrm>
              <a:off x="4370387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40" name="Google Shape;640;g3f85ecfd79d_2_1191"/>
            <p:cNvSpPr/>
            <p:nvPr/>
          </p:nvSpPr>
          <p:spPr>
            <a:xfrm>
              <a:off x="4419600" y="1144588"/>
              <a:ext cx="229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Oct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41" name="Google Shape;641;g3f85ecfd79d_2_1191"/>
          <p:cNvGrpSpPr/>
          <p:nvPr/>
        </p:nvGrpSpPr>
        <p:grpSpPr>
          <a:xfrm>
            <a:off x="7306868" y="2667903"/>
            <a:ext cx="672413" cy="265500"/>
            <a:chOff x="4884737" y="1144588"/>
            <a:chExt cx="448275" cy="177000"/>
          </a:xfrm>
        </p:grpSpPr>
        <p:sp>
          <p:nvSpPr>
            <p:cNvPr id="642" name="Google Shape;642;g3f85ecfd79d_2_1191"/>
            <p:cNvSpPr/>
            <p:nvPr/>
          </p:nvSpPr>
          <p:spPr>
            <a:xfrm>
              <a:off x="4884737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14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43" name="Google Shape;643;g3f85ecfd79d_2_1191"/>
            <p:cNvSpPr/>
            <p:nvPr/>
          </p:nvSpPr>
          <p:spPr>
            <a:xfrm>
              <a:off x="5056187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44" name="Google Shape;644;g3f85ecfd79d_2_1191"/>
            <p:cNvSpPr/>
            <p:nvPr/>
          </p:nvSpPr>
          <p:spPr>
            <a:xfrm>
              <a:off x="5103812" y="1144588"/>
              <a:ext cx="229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Oct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45" name="Google Shape;645;g3f85ecfd79d_2_1191"/>
          <p:cNvGrpSpPr/>
          <p:nvPr/>
        </p:nvGrpSpPr>
        <p:grpSpPr>
          <a:xfrm>
            <a:off x="8224838" y="2667903"/>
            <a:ext cx="672413" cy="265500"/>
            <a:chOff x="5532437" y="1144588"/>
            <a:chExt cx="448275" cy="177000"/>
          </a:xfrm>
        </p:grpSpPr>
        <p:sp>
          <p:nvSpPr>
            <p:cNvPr id="646" name="Google Shape;646;g3f85ecfd79d_2_1191"/>
            <p:cNvSpPr/>
            <p:nvPr/>
          </p:nvSpPr>
          <p:spPr>
            <a:xfrm>
              <a:off x="5532437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21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47" name="Google Shape;647;g3f85ecfd79d_2_1191"/>
            <p:cNvSpPr/>
            <p:nvPr/>
          </p:nvSpPr>
          <p:spPr>
            <a:xfrm>
              <a:off x="5703887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48" name="Google Shape;648;g3f85ecfd79d_2_1191"/>
            <p:cNvSpPr/>
            <p:nvPr/>
          </p:nvSpPr>
          <p:spPr>
            <a:xfrm>
              <a:off x="5751512" y="1144588"/>
              <a:ext cx="229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Oct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49" name="Google Shape;649;g3f85ecfd79d_2_1191"/>
          <p:cNvGrpSpPr/>
          <p:nvPr/>
        </p:nvGrpSpPr>
        <p:grpSpPr>
          <a:xfrm>
            <a:off x="9160496" y="2667903"/>
            <a:ext cx="674795" cy="265500"/>
            <a:chOff x="6178550" y="1144588"/>
            <a:chExt cx="449863" cy="177000"/>
          </a:xfrm>
        </p:grpSpPr>
        <p:sp>
          <p:nvSpPr>
            <p:cNvPr id="650" name="Google Shape;650;g3f85ecfd79d_2_1191"/>
            <p:cNvSpPr/>
            <p:nvPr/>
          </p:nvSpPr>
          <p:spPr>
            <a:xfrm>
              <a:off x="6178550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28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51" name="Google Shape;651;g3f85ecfd79d_2_1191"/>
            <p:cNvSpPr/>
            <p:nvPr/>
          </p:nvSpPr>
          <p:spPr>
            <a:xfrm>
              <a:off x="6351588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52" name="Google Shape;652;g3f85ecfd79d_2_1191"/>
            <p:cNvSpPr/>
            <p:nvPr/>
          </p:nvSpPr>
          <p:spPr>
            <a:xfrm>
              <a:off x="6399213" y="1144588"/>
              <a:ext cx="229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Oct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53" name="Google Shape;653;g3f85ecfd79d_2_1191"/>
          <p:cNvGrpSpPr/>
          <p:nvPr/>
        </p:nvGrpSpPr>
        <p:grpSpPr>
          <a:xfrm>
            <a:off x="10119905" y="2667903"/>
            <a:ext cx="591975" cy="265500"/>
            <a:chOff x="6854825" y="1144588"/>
            <a:chExt cx="394650" cy="177000"/>
          </a:xfrm>
        </p:grpSpPr>
        <p:sp>
          <p:nvSpPr>
            <p:cNvPr id="654" name="Google Shape;654;g3f85ecfd79d_2_1191"/>
            <p:cNvSpPr/>
            <p:nvPr/>
          </p:nvSpPr>
          <p:spPr>
            <a:xfrm>
              <a:off x="6854825" y="1144588"/>
              <a:ext cx="84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55" name="Google Shape;655;g3f85ecfd79d_2_1191"/>
            <p:cNvSpPr/>
            <p:nvPr/>
          </p:nvSpPr>
          <p:spPr>
            <a:xfrm>
              <a:off x="6940550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56" name="Google Shape;656;g3f85ecfd79d_2_1191"/>
            <p:cNvSpPr/>
            <p:nvPr/>
          </p:nvSpPr>
          <p:spPr>
            <a:xfrm>
              <a:off x="6988175" y="1144588"/>
              <a:ext cx="2613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Nov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57" name="Google Shape;657;g3f85ecfd79d_2_1191"/>
          <p:cNvGrpSpPr/>
          <p:nvPr/>
        </p:nvGrpSpPr>
        <p:grpSpPr>
          <a:xfrm>
            <a:off x="10973582" y="2667903"/>
            <a:ext cx="720563" cy="265500"/>
            <a:chOff x="7454900" y="1144588"/>
            <a:chExt cx="480375" cy="177000"/>
          </a:xfrm>
        </p:grpSpPr>
        <p:sp>
          <p:nvSpPr>
            <p:cNvPr id="658" name="Google Shape;658;g3f85ecfd79d_2_1191"/>
            <p:cNvSpPr/>
            <p:nvPr/>
          </p:nvSpPr>
          <p:spPr>
            <a:xfrm>
              <a:off x="7454900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11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59" name="Google Shape;659;g3f85ecfd79d_2_1191"/>
            <p:cNvSpPr/>
            <p:nvPr/>
          </p:nvSpPr>
          <p:spPr>
            <a:xfrm>
              <a:off x="7626350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60" name="Google Shape;660;g3f85ecfd79d_2_1191"/>
            <p:cNvSpPr/>
            <p:nvPr/>
          </p:nvSpPr>
          <p:spPr>
            <a:xfrm>
              <a:off x="7673975" y="1144588"/>
              <a:ext cx="2613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Nov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61" name="Google Shape;661;g3f85ecfd79d_2_1191"/>
          <p:cNvGrpSpPr/>
          <p:nvPr/>
        </p:nvGrpSpPr>
        <p:grpSpPr>
          <a:xfrm>
            <a:off x="11891552" y="2667903"/>
            <a:ext cx="720563" cy="265500"/>
            <a:chOff x="8102600" y="1144588"/>
            <a:chExt cx="480375" cy="177000"/>
          </a:xfrm>
        </p:grpSpPr>
        <p:sp>
          <p:nvSpPr>
            <p:cNvPr id="662" name="Google Shape;662;g3f85ecfd79d_2_1191"/>
            <p:cNvSpPr/>
            <p:nvPr/>
          </p:nvSpPr>
          <p:spPr>
            <a:xfrm>
              <a:off x="8102600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18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63" name="Google Shape;663;g3f85ecfd79d_2_1191"/>
            <p:cNvSpPr/>
            <p:nvPr/>
          </p:nvSpPr>
          <p:spPr>
            <a:xfrm>
              <a:off x="8274050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64" name="Google Shape;664;g3f85ecfd79d_2_1191"/>
            <p:cNvSpPr/>
            <p:nvPr/>
          </p:nvSpPr>
          <p:spPr>
            <a:xfrm>
              <a:off x="8321675" y="1144588"/>
              <a:ext cx="2613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Nov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65" name="Google Shape;665;g3f85ecfd79d_2_1191"/>
          <p:cNvGrpSpPr/>
          <p:nvPr/>
        </p:nvGrpSpPr>
        <p:grpSpPr>
          <a:xfrm>
            <a:off x="12816666" y="2667903"/>
            <a:ext cx="722943" cy="265500"/>
            <a:chOff x="8748713" y="1144588"/>
            <a:chExt cx="481962" cy="177000"/>
          </a:xfrm>
        </p:grpSpPr>
        <p:sp>
          <p:nvSpPr>
            <p:cNvPr id="666" name="Google Shape;666;g3f85ecfd79d_2_1191"/>
            <p:cNvSpPr/>
            <p:nvPr/>
          </p:nvSpPr>
          <p:spPr>
            <a:xfrm>
              <a:off x="8748713" y="1144588"/>
              <a:ext cx="174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25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67" name="Google Shape;667;g3f85ecfd79d_2_1191"/>
            <p:cNvSpPr/>
            <p:nvPr/>
          </p:nvSpPr>
          <p:spPr>
            <a:xfrm>
              <a:off x="8921750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68" name="Google Shape;668;g3f85ecfd79d_2_1191"/>
            <p:cNvSpPr/>
            <p:nvPr/>
          </p:nvSpPr>
          <p:spPr>
            <a:xfrm>
              <a:off x="8969375" y="1144588"/>
              <a:ext cx="2613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Nov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69" name="Google Shape;669;g3f85ecfd79d_2_1191"/>
          <p:cNvGrpSpPr/>
          <p:nvPr/>
        </p:nvGrpSpPr>
        <p:grpSpPr>
          <a:xfrm>
            <a:off x="13805013" y="2667903"/>
            <a:ext cx="579825" cy="265500"/>
            <a:chOff x="9453563" y="1144588"/>
            <a:chExt cx="386550" cy="177000"/>
          </a:xfrm>
        </p:grpSpPr>
        <p:sp>
          <p:nvSpPr>
            <p:cNvPr id="670" name="Google Shape;670;g3f85ecfd79d_2_1191"/>
            <p:cNvSpPr/>
            <p:nvPr/>
          </p:nvSpPr>
          <p:spPr>
            <a:xfrm>
              <a:off x="9453563" y="1144588"/>
              <a:ext cx="867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1" name="Google Shape;671;g3f85ecfd79d_2_1191"/>
            <p:cNvSpPr/>
            <p:nvPr/>
          </p:nvSpPr>
          <p:spPr>
            <a:xfrm>
              <a:off x="9539288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2" name="Google Shape;672;g3f85ecfd79d_2_1191"/>
            <p:cNvSpPr/>
            <p:nvPr/>
          </p:nvSpPr>
          <p:spPr>
            <a:xfrm>
              <a:off x="9586913" y="1144588"/>
              <a:ext cx="253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Dec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73" name="Google Shape;673;g3f85ecfd79d_2_1191"/>
          <p:cNvGrpSpPr/>
          <p:nvPr/>
        </p:nvGrpSpPr>
        <p:grpSpPr>
          <a:xfrm>
            <a:off x="14713394" y="2667903"/>
            <a:ext cx="579825" cy="265500"/>
            <a:chOff x="10101263" y="1144588"/>
            <a:chExt cx="386550" cy="177000"/>
          </a:xfrm>
        </p:grpSpPr>
        <p:sp>
          <p:nvSpPr>
            <p:cNvPr id="674" name="Google Shape;674;g3f85ecfd79d_2_1191"/>
            <p:cNvSpPr/>
            <p:nvPr/>
          </p:nvSpPr>
          <p:spPr>
            <a:xfrm>
              <a:off x="10101263" y="1144588"/>
              <a:ext cx="84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9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5" name="Google Shape;675;g3f85ecfd79d_2_1191"/>
            <p:cNvSpPr/>
            <p:nvPr/>
          </p:nvSpPr>
          <p:spPr>
            <a:xfrm>
              <a:off x="10186988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6" name="Google Shape;676;g3f85ecfd79d_2_1191"/>
            <p:cNvSpPr/>
            <p:nvPr/>
          </p:nvSpPr>
          <p:spPr>
            <a:xfrm>
              <a:off x="10234613" y="1144588"/>
              <a:ext cx="253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Dec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77" name="Google Shape;677;g3f85ecfd79d_2_1191"/>
          <p:cNvGrpSpPr/>
          <p:nvPr/>
        </p:nvGrpSpPr>
        <p:grpSpPr>
          <a:xfrm>
            <a:off x="15577787" y="2667903"/>
            <a:ext cx="708413" cy="265500"/>
            <a:chOff x="10710863" y="1144588"/>
            <a:chExt cx="472275" cy="177000"/>
          </a:xfrm>
        </p:grpSpPr>
        <p:sp>
          <p:nvSpPr>
            <p:cNvPr id="678" name="Google Shape;678;g3f85ecfd79d_2_1191"/>
            <p:cNvSpPr/>
            <p:nvPr/>
          </p:nvSpPr>
          <p:spPr>
            <a:xfrm>
              <a:off x="10710863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16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9" name="Google Shape;679;g3f85ecfd79d_2_1191"/>
            <p:cNvSpPr/>
            <p:nvPr/>
          </p:nvSpPr>
          <p:spPr>
            <a:xfrm>
              <a:off x="10882313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80" name="Google Shape;680;g3f85ecfd79d_2_1191"/>
            <p:cNvSpPr/>
            <p:nvPr/>
          </p:nvSpPr>
          <p:spPr>
            <a:xfrm>
              <a:off x="10929938" y="1144588"/>
              <a:ext cx="253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Dec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81" name="Google Shape;681;g3f85ecfd79d_2_1191"/>
          <p:cNvGrpSpPr/>
          <p:nvPr/>
        </p:nvGrpSpPr>
        <p:grpSpPr>
          <a:xfrm>
            <a:off x="16490144" y="2667903"/>
            <a:ext cx="710795" cy="265500"/>
            <a:chOff x="11356975" y="1144588"/>
            <a:chExt cx="473863" cy="177000"/>
          </a:xfrm>
        </p:grpSpPr>
        <p:sp>
          <p:nvSpPr>
            <p:cNvPr id="682" name="Google Shape;682;g3f85ecfd79d_2_1191"/>
            <p:cNvSpPr/>
            <p:nvPr/>
          </p:nvSpPr>
          <p:spPr>
            <a:xfrm>
              <a:off x="11356975" y="1144588"/>
              <a:ext cx="1731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23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83" name="Google Shape;683;g3f85ecfd79d_2_1191"/>
            <p:cNvSpPr/>
            <p:nvPr/>
          </p:nvSpPr>
          <p:spPr>
            <a:xfrm>
              <a:off x="11528425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84" name="Google Shape;684;g3f85ecfd79d_2_1191"/>
            <p:cNvSpPr/>
            <p:nvPr/>
          </p:nvSpPr>
          <p:spPr>
            <a:xfrm>
              <a:off x="11577638" y="1144588"/>
              <a:ext cx="253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Dec</a:t>
              </a:r>
              <a:endParaRPr i="0" sz="16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685" name="Google Shape;685;g3f85ecfd79d_2_1191"/>
          <p:cNvSpPr/>
          <p:nvPr/>
        </p:nvSpPr>
        <p:spPr>
          <a:xfrm>
            <a:off x="1207295" y="3243222"/>
            <a:ext cx="5070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Anne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86" name="Google Shape;686;g3f85ecfd79d_2_1191"/>
          <p:cNvSpPr/>
          <p:nvPr/>
        </p:nvSpPr>
        <p:spPr>
          <a:xfrm>
            <a:off x="2269332" y="3243222"/>
            <a:ext cx="1603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Weekly Revenue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87" name="Google Shape;687;g3f85ecfd79d_2_1191"/>
          <p:cNvSpPr/>
          <p:nvPr/>
        </p:nvSpPr>
        <p:spPr>
          <a:xfrm>
            <a:off x="4312445" y="3262272"/>
            <a:ext cx="973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&gt;=$84,500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88" name="Google Shape;688;g3f85ecfd79d_2_1191"/>
          <p:cNvSpPr/>
          <p:nvPr/>
        </p:nvSpPr>
        <p:spPr>
          <a:xfrm>
            <a:off x="5432996" y="3262272"/>
            <a:ext cx="74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$92,000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89" name="Google Shape;689;g3f85ecfd79d_2_1191"/>
          <p:cNvSpPr/>
          <p:nvPr/>
        </p:nvSpPr>
        <p:spPr>
          <a:xfrm>
            <a:off x="634603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$85,238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0" name="Google Shape;690;g3f85ecfd79d_2_1191"/>
          <p:cNvSpPr/>
          <p:nvPr/>
        </p:nvSpPr>
        <p:spPr>
          <a:xfrm>
            <a:off x="726400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$81,200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1" name="Google Shape;691;g3f85ecfd79d_2_1191"/>
          <p:cNvSpPr/>
          <p:nvPr/>
        </p:nvSpPr>
        <p:spPr>
          <a:xfrm>
            <a:off x="818197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$80,934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2" name="Google Shape;692;g3f85ecfd79d_2_1191"/>
          <p:cNvSpPr/>
          <p:nvPr/>
        </p:nvSpPr>
        <p:spPr>
          <a:xfrm>
            <a:off x="909756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$88,678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3" name="Google Shape;693;g3f85ecfd79d_2_1191"/>
          <p:cNvSpPr/>
          <p:nvPr/>
        </p:nvSpPr>
        <p:spPr>
          <a:xfrm>
            <a:off x="1001553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$88,200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4" name="Google Shape;694;g3f85ecfd79d_2_1191"/>
          <p:cNvSpPr/>
          <p:nvPr/>
        </p:nvSpPr>
        <p:spPr>
          <a:xfrm>
            <a:off x="1093350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$85,321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5" name="Google Shape;695;g3f85ecfd79d_2_1191"/>
          <p:cNvSpPr/>
          <p:nvPr/>
        </p:nvSpPr>
        <p:spPr>
          <a:xfrm>
            <a:off x="11862191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$80,282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6" name="Google Shape;696;g3f85ecfd79d_2_1191"/>
          <p:cNvSpPr/>
          <p:nvPr/>
        </p:nvSpPr>
        <p:spPr>
          <a:xfrm>
            <a:off x="12777780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$95,291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7" name="Google Shape;697;g3f85ecfd79d_2_1191"/>
          <p:cNvSpPr/>
          <p:nvPr/>
        </p:nvSpPr>
        <p:spPr>
          <a:xfrm>
            <a:off x="13662171" y="3262272"/>
            <a:ext cx="86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$100,281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8" name="Google Shape;698;g3f85ecfd79d_2_1191"/>
          <p:cNvSpPr/>
          <p:nvPr/>
        </p:nvSpPr>
        <p:spPr>
          <a:xfrm>
            <a:off x="14603011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$86,200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9" name="Google Shape;699;g3f85ecfd79d_2_1191"/>
          <p:cNvSpPr/>
          <p:nvPr/>
        </p:nvSpPr>
        <p:spPr>
          <a:xfrm>
            <a:off x="15531698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$78,290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0" name="Google Shape;700;g3f85ecfd79d_2_1191"/>
          <p:cNvSpPr/>
          <p:nvPr/>
        </p:nvSpPr>
        <p:spPr>
          <a:xfrm>
            <a:off x="16447281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$83,498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1" name="Google Shape;701;g3f85ecfd79d_2_1191"/>
          <p:cNvSpPr/>
          <p:nvPr/>
        </p:nvSpPr>
        <p:spPr>
          <a:xfrm>
            <a:off x="1207295" y="3836154"/>
            <a:ext cx="5070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Anne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2" name="Google Shape;702;g3f85ecfd79d_2_1191"/>
          <p:cNvSpPr/>
          <p:nvPr/>
        </p:nvSpPr>
        <p:spPr>
          <a:xfrm>
            <a:off x="2426495" y="3836154"/>
            <a:ext cx="1341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Cash Balance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3" name="Google Shape;703;g3f85ecfd79d_2_1191"/>
          <p:cNvSpPr/>
          <p:nvPr/>
        </p:nvSpPr>
        <p:spPr>
          <a:xfrm>
            <a:off x="4312445" y="3855204"/>
            <a:ext cx="973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&gt;=$14,245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4" name="Google Shape;704;g3f85ecfd79d_2_1191"/>
          <p:cNvSpPr/>
          <p:nvPr/>
        </p:nvSpPr>
        <p:spPr>
          <a:xfrm>
            <a:off x="5441163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$16,230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5" name="Google Shape;705;g3f85ecfd79d_2_1191"/>
          <p:cNvSpPr/>
          <p:nvPr/>
        </p:nvSpPr>
        <p:spPr>
          <a:xfrm>
            <a:off x="634603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$15,200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6" name="Google Shape;706;g3f85ecfd79d_2_1191"/>
          <p:cNvSpPr/>
          <p:nvPr/>
        </p:nvSpPr>
        <p:spPr>
          <a:xfrm>
            <a:off x="726400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$12,289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7" name="Google Shape;707;g3f85ecfd79d_2_1191"/>
          <p:cNvSpPr/>
          <p:nvPr/>
        </p:nvSpPr>
        <p:spPr>
          <a:xfrm>
            <a:off x="818197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$11,989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8" name="Google Shape;708;g3f85ecfd79d_2_1191"/>
          <p:cNvSpPr/>
          <p:nvPr/>
        </p:nvSpPr>
        <p:spPr>
          <a:xfrm>
            <a:off x="909756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$14,980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9" name="Google Shape;709;g3f85ecfd79d_2_1191"/>
          <p:cNvSpPr/>
          <p:nvPr/>
        </p:nvSpPr>
        <p:spPr>
          <a:xfrm>
            <a:off x="1001553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$15,123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0" name="Google Shape;710;g3f85ecfd79d_2_1191"/>
          <p:cNvSpPr/>
          <p:nvPr/>
        </p:nvSpPr>
        <p:spPr>
          <a:xfrm>
            <a:off x="1093350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$14,989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1" name="Google Shape;711;g3f85ecfd79d_2_1191"/>
          <p:cNvSpPr/>
          <p:nvPr/>
        </p:nvSpPr>
        <p:spPr>
          <a:xfrm>
            <a:off x="11862191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$11,291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2" name="Google Shape;712;g3f85ecfd79d_2_1191"/>
          <p:cNvSpPr/>
          <p:nvPr/>
        </p:nvSpPr>
        <p:spPr>
          <a:xfrm>
            <a:off x="12777780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$17,281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3" name="Google Shape;713;g3f85ecfd79d_2_1191"/>
          <p:cNvSpPr/>
          <p:nvPr/>
        </p:nvSpPr>
        <p:spPr>
          <a:xfrm>
            <a:off x="13694631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$18,359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4" name="Google Shape;714;g3f85ecfd79d_2_1191"/>
          <p:cNvSpPr/>
          <p:nvPr/>
        </p:nvSpPr>
        <p:spPr>
          <a:xfrm>
            <a:off x="14603011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$15,289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5" name="Google Shape;715;g3f85ecfd79d_2_1191"/>
          <p:cNvSpPr/>
          <p:nvPr/>
        </p:nvSpPr>
        <p:spPr>
          <a:xfrm>
            <a:off x="15531698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$10,221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6" name="Google Shape;716;g3f85ecfd79d_2_1191"/>
          <p:cNvSpPr/>
          <p:nvPr/>
        </p:nvSpPr>
        <p:spPr>
          <a:xfrm>
            <a:off x="16447281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$11,189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7" name="Google Shape;717;g3f85ecfd79d_2_1191"/>
          <p:cNvSpPr/>
          <p:nvPr/>
        </p:nvSpPr>
        <p:spPr>
          <a:xfrm>
            <a:off x="1121570" y="4412417"/>
            <a:ext cx="651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Robert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8" name="Google Shape;718;g3f85ecfd79d_2_1191"/>
          <p:cNvSpPr/>
          <p:nvPr/>
        </p:nvSpPr>
        <p:spPr>
          <a:xfrm>
            <a:off x="2597945" y="4412417"/>
            <a:ext cx="1074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 Calls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9" name="Google Shape;719;g3f85ecfd79d_2_1191"/>
          <p:cNvSpPr/>
          <p:nvPr/>
        </p:nvSpPr>
        <p:spPr>
          <a:xfrm>
            <a:off x="4726782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0" name="Google Shape;720;g3f85ecfd79d_2_1191"/>
          <p:cNvSpPr/>
          <p:nvPr/>
        </p:nvSpPr>
        <p:spPr>
          <a:xfrm>
            <a:off x="5726913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54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1" name="Google Shape;721;g3f85ecfd79d_2_1191"/>
          <p:cNvSpPr/>
          <p:nvPr/>
        </p:nvSpPr>
        <p:spPr>
          <a:xfrm>
            <a:off x="6634167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2" name="Google Shape;722;g3f85ecfd79d_2_1191"/>
          <p:cNvSpPr/>
          <p:nvPr/>
        </p:nvSpPr>
        <p:spPr>
          <a:xfrm>
            <a:off x="7549755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61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3" name="Google Shape;723;g3f85ecfd79d_2_1191"/>
          <p:cNvSpPr/>
          <p:nvPr/>
        </p:nvSpPr>
        <p:spPr>
          <a:xfrm>
            <a:off x="8467725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59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4" name="Google Shape;724;g3f85ecfd79d_2_1191"/>
          <p:cNvSpPr/>
          <p:nvPr/>
        </p:nvSpPr>
        <p:spPr>
          <a:xfrm>
            <a:off x="9380094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32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5" name="Google Shape;725;g3f85ecfd79d_2_1191"/>
          <p:cNvSpPr/>
          <p:nvPr/>
        </p:nvSpPr>
        <p:spPr>
          <a:xfrm>
            <a:off x="10298064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48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6" name="Google Shape;726;g3f85ecfd79d_2_1191"/>
          <p:cNvSpPr/>
          <p:nvPr/>
        </p:nvSpPr>
        <p:spPr>
          <a:xfrm>
            <a:off x="11216034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51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7" name="Google Shape;727;g3f85ecfd79d_2_1191"/>
          <p:cNvSpPr/>
          <p:nvPr/>
        </p:nvSpPr>
        <p:spPr>
          <a:xfrm>
            <a:off x="12144720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8" name="Google Shape;728;g3f85ecfd79d_2_1191"/>
          <p:cNvSpPr/>
          <p:nvPr/>
        </p:nvSpPr>
        <p:spPr>
          <a:xfrm>
            <a:off x="13060310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61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9" name="Google Shape;729;g3f85ecfd79d_2_1191"/>
          <p:cNvSpPr/>
          <p:nvPr/>
        </p:nvSpPr>
        <p:spPr>
          <a:xfrm>
            <a:off x="13977161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54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0" name="Google Shape;730;g3f85ecfd79d_2_1191"/>
          <p:cNvSpPr/>
          <p:nvPr/>
        </p:nvSpPr>
        <p:spPr>
          <a:xfrm>
            <a:off x="14885541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1" name="Google Shape;731;g3f85ecfd79d_2_1191"/>
          <p:cNvSpPr/>
          <p:nvPr/>
        </p:nvSpPr>
        <p:spPr>
          <a:xfrm>
            <a:off x="15814227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2" name="Google Shape;732;g3f85ecfd79d_2_1191"/>
          <p:cNvSpPr/>
          <p:nvPr/>
        </p:nvSpPr>
        <p:spPr>
          <a:xfrm>
            <a:off x="16733031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54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3" name="Google Shape;733;g3f85ecfd79d_2_1191"/>
          <p:cNvSpPr/>
          <p:nvPr/>
        </p:nvSpPr>
        <p:spPr>
          <a:xfrm>
            <a:off x="1121570" y="4986297"/>
            <a:ext cx="651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Robert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4" name="Google Shape;734;g3f85ecfd79d_2_1191"/>
          <p:cNvSpPr/>
          <p:nvPr/>
        </p:nvSpPr>
        <p:spPr>
          <a:xfrm>
            <a:off x="2355057" y="4986297"/>
            <a:ext cx="1505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 Meetings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5" name="Google Shape;735;g3f85ecfd79d_2_1191"/>
          <p:cNvSpPr/>
          <p:nvPr/>
        </p:nvSpPr>
        <p:spPr>
          <a:xfrm>
            <a:off x="4726782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6" name="Google Shape;736;g3f85ecfd79d_2_1191"/>
          <p:cNvSpPr/>
          <p:nvPr/>
        </p:nvSpPr>
        <p:spPr>
          <a:xfrm>
            <a:off x="5726913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7" name="Google Shape;737;g3f85ecfd79d_2_1191"/>
          <p:cNvSpPr/>
          <p:nvPr/>
        </p:nvSpPr>
        <p:spPr>
          <a:xfrm>
            <a:off x="6634167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8" name="Google Shape;738;g3f85ecfd79d_2_1191"/>
          <p:cNvSpPr/>
          <p:nvPr/>
        </p:nvSpPr>
        <p:spPr>
          <a:xfrm>
            <a:off x="7549755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9" name="Google Shape;739;g3f85ecfd79d_2_1191"/>
          <p:cNvSpPr/>
          <p:nvPr/>
        </p:nvSpPr>
        <p:spPr>
          <a:xfrm>
            <a:off x="8524875" y="500534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0" name="Google Shape;740;g3f85ecfd79d_2_1191"/>
          <p:cNvSpPr/>
          <p:nvPr/>
        </p:nvSpPr>
        <p:spPr>
          <a:xfrm>
            <a:off x="9380094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1" name="Google Shape;741;g3f85ecfd79d_2_1191"/>
          <p:cNvSpPr/>
          <p:nvPr/>
        </p:nvSpPr>
        <p:spPr>
          <a:xfrm>
            <a:off x="10298064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2" name="Google Shape;742;g3f85ecfd79d_2_1191"/>
          <p:cNvSpPr/>
          <p:nvPr/>
        </p:nvSpPr>
        <p:spPr>
          <a:xfrm>
            <a:off x="11216034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3" name="Google Shape;743;g3f85ecfd79d_2_1191"/>
          <p:cNvSpPr/>
          <p:nvPr/>
        </p:nvSpPr>
        <p:spPr>
          <a:xfrm>
            <a:off x="12144720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4" name="Google Shape;744;g3f85ecfd79d_2_1191"/>
          <p:cNvSpPr/>
          <p:nvPr/>
        </p:nvSpPr>
        <p:spPr>
          <a:xfrm>
            <a:off x="13060310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5" name="Google Shape;745;g3f85ecfd79d_2_1191"/>
          <p:cNvSpPr/>
          <p:nvPr/>
        </p:nvSpPr>
        <p:spPr>
          <a:xfrm>
            <a:off x="13977161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6" name="Google Shape;746;g3f85ecfd79d_2_1191"/>
          <p:cNvSpPr/>
          <p:nvPr/>
        </p:nvSpPr>
        <p:spPr>
          <a:xfrm>
            <a:off x="14944451" y="500534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7" name="Google Shape;747;g3f85ecfd79d_2_1191"/>
          <p:cNvSpPr/>
          <p:nvPr/>
        </p:nvSpPr>
        <p:spPr>
          <a:xfrm>
            <a:off x="15873137" y="500534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8" name="Google Shape;748;g3f85ecfd79d_2_1191"/>
          <p:cNvSpPr/>
          <p:nvPr/>
        </p:nvSpPr>
        <p:spPr>
          <a:xfrm>
            <a:off x="16792563" y="500534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9" name="Google Shape;749;g3f85ecfd79d_2_1191"/>
          <p:cNvSpPr/>
          <p:nvPr/>
        </p:nvSpPr>
        <p:spPr>
          <a:xfrm>
            <a:off x="1121570" y="5560179"/>
            <a:ext cx="651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Robert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0" name="Google Shape;750;g3f85ecfd79d_2_1191"/>
          <p:cNvSpPr/>
          <p:nvPr/>
        </p:nvSpPr>
        <p:spPr>
          <a:xfrm>
            <a:off x="2655095" y="5560179"/>
            <a:ext cx="875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Proposal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1" name="Google Shape;751;g3f85ecfd79d_2_1191"/>
          <p:cNvSpPr/>
          <p:nvPr/>
        </p:nvSpPr>
        <p:spPr>
          <a:xfrm>
            <a:off x="4798220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2" name="Google Shape;752;g3f85ecfd79d_2_1191"/>
          <p:cNvSpPr/>
          <p:nvPr/>
        </p:nvSpPr>
        <p:spPr>
          <a:xfrm>
            <a:off x="5784063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3" name="Google Shape;753;g3f85ecfd79d_2_1191"/>
          <p:cNvSpPr/>
          <p:nvPr/>
        </p:nvSpPr>
        <p:spPr>
          <a:xfrm>
            <a:off x="6691317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4" name="Google Shape;754;g3f85ecfd79d_2_1191"/>
          <p:cNvSpPr/>
          <p:nvPr/>
        </p:nvSpPr>
        <p:spPr>
          <a:xfrm>
            <a:off x="7606905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5" name="Google Shape;755;g3f85ecfd79d_2_1191"/>
          <p:cNvSpPr/>
          <p:nvPr/>
        </p:nvSpPr>
        <p:spPr>
          <a:xfrm>
            <a:off x="8524875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6" name="Google Shape;756;g3f85ecfd79d_2_1191"/>
          <p:cNvSpPr/>
          <p:nvPr/>
        </p:nvSpPr>
        <p:spPr>
          <a:xfrm>
            <a:off x="9439004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7" name="Google Shape;757;g3f85ecfd79d_2_1191"/>
          <p:cNvSpPr/>
          <p:nvPr/>
        </p:nvSpPr>
        <p:spPr>
          <a:xfrm>
            <a:off x="10356974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8" name="Google Shape;758;g3f85ecfd79d_2_1191"/>
          <p:cNvSpPr/>
          <p:nvPr/>
        </p:nvSpPr>
        <p:spPr>
          <a:xfrm>
            <a:off x="11274944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9" name="Google Shape;759;g3f85ecfd79d_2_1191"/>
          <p:cNvSpPr/>
          <p:nvPr/>
        </p:nvSpPr>
        <p:spPr>
          <a:xfrm>
            <a:off x="12203630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0" name="Google Shape;760;g3f85ecfd79d_2_1191"/>
          <p:cNvSpPr/>
          <p:nvPr/>
        </p:nvSpPr>
        <p:spPr>
          <a:xfrm>
            <a:off x="13119219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1" name="Google Shape;761;g3f85ecfd79d_2_1191"/>
          <p:cNvSpPr/>
          <p:nvPr/>
        </p:nvSpPr>
        <p:spPr>
          <a:xfrm>
            <a:off x="14036070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2" name="Google Shape;762;g3f85ecfd79d_2_1191"/>
          <p:cNvSpPr/>
          <p:nvPr/>
        </p:nvSpPr>
        <p:spPr>
          <a:xfrm>
            <a:off x="14944451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3" name="Google Shape;763;g3f85ecfd79d_2_1191"/>
          <p:cNvSpPr/>
          <p:nvPr/>
        </p:nvSpPr>
        <p:spPr>
          <a:xfrm>
            <a:off x="15873137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4" name="Google Shape;764;g3f85ecfd79d_2_1191"/>
          <p:cNvSpPr/>
          <p:nvPr/>
        </p:nvSpPr>
        <p:spPr>
          <a:xfrm>
            <a:off x="16792563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5" name="Google Shape;765;g3f85ecfd79d_2_1191"/>
          <p:cNvSpPr/>
          <p:nvPr/>
        </p:nvSpPr>
        <p:spPr>
          <a:xfrm>
            <a:off x="1121570" y="6136442"/>
            <a:ext cx="651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Robert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6" name="Google Shape;766;g3f85ecfd79d_2_1191"/>
          <p:cNvSpPr/>
          <p:nvPr/>
        </p:nvSpPr>
        <p:spPr>
          <a:xfrm>
            <a:off x="2283620" y="6136442"/>
            <a:ext cx="1625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Closed Business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7" name="Google Shape;767;g3f85ecfd79d_2_1191"/>
          <p:cNvSpPr/>
          <p:nvPr/>
        </p:nvSpPr>
        <p:spPr>
          <a:xfrm>
            <a:off x="4798220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8" name="Google Shape;768;g3f85ecfd79d_2_1191"/>
          <p:cNvSpPr/>
          <p:nvPr/>
        </p:nvSpPr>
        <p:spPr>
          <a:xfrm>
            <a:off x="5784063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9" name="Google Shape;769;g3f85ecfd79d_2_1191"/>
          <p:cNvSpPr/>
          <p:nvPr/>
        </p:nvSpPr>
        <p:spPr>
          <a:xfrm>
            <a:off x="6691317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0" name="Google Shape;770;g3f85ecfd79d_2_1191"/>
          <p:cNvSpPr/>
          <p:nvPr/>
        </p:nvSpPr>
        <p:spPr>
          <a:xfrm>
            <a:off x="7606905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1" name="Google Shape;771;g3f85ecfd79d_2_1191"/>
          <p:cNvSpPr/>
          <p:nvPr/>
        </p:nvSpPr>
        <p:spPr>
          <a:xfrm>
            <a:off x="8524875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2" name="Google Shape;772;g3f85ecfd79d_2_1191"/>
          <p:cNvSpPr/>
          <p:nvPr/>
        </p:nvSpPr>
        <p:spPr>
          <a:xfrm>
            <a:off x="9439004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3" name="Google Shape;773;g3f85ecfd79d_2_1191"/>
          <p:cNvSpPr/>
          <p:nvPr/>
        </p:nvSpPr>
        <p:spPr>
          <a:xfrm>
            <a:off x="10356974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4" name="Google Shape;774;g3f85ecfd79d_2_1191"/>
          <p:cNvSpPr/>
          <p:nvPr/>
        </p:nvSpPr>
        <p:spPr>
          <a:xfrm>
            <a:off x="11274944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5" name="Google Shape;775;g3f85ecfd79d_2_1191"/>
          <p:cNvSpPr/>
          <p:nvPr/>
        </p:nvSpPr>
        <p:spPr>
          <a:xfrm>
            <a:off x="12203630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6" name="Google Shape;776;g3f85ecfd79d_2_1191"/>
          <p:cNvSpPr/>
          <p:nvPr/>
        </p:nvSpPr>
        <p:spPr>
          <a:xfrm>
            <a:off x="13119219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7" name="Google Shape;777;g3f85ecfd79d_2_1191"/>
          <p:cNvSpPr/>
          <p:nvPr/>
        </p:nvSpPr>
        <p:spPr>
          <a:xfrm>
            <a:off x="14036070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8" name="Google Shape;778;g3f85ecfd79d_2_1191"/>
          <p:cNvSpPr/>
          <p:nvPr/>
        </p:nvSpPr>
        <p:spPr>
          <a:xfrm>
            <a:off x="14944451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9" name="Google Shape;779;g3f85ecfd79d_2_1191"/>
          <p:cNvSpPr/>
          <p:nvPr/>
        </p:nvSpPr>
        <p:spPr>
          <a:xfrm>
            <a:off x="15873137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0" name="Google Shape;780;g3f85ecfd79d_2_1191"/>
          <p:cNvSpPr/>
          <p:nvPr/>
        </p:nvSpPr>
        <p:spPr>
          <a:xfrm>
            <a:off x="16792563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1" name="Google Shape;781;g3f85ecfd79d_2_1191"/>
          <p:cNvSpPr/>
          <p:nvPr/>
        </p:nvSpPr>
        <p:spPr>
          <a:xfrm>
            <a:off x="1178720" y="6710322"/>
            <a:ext cx="550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David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2" name="Google Shape;782;g3f85ecfd79d_2_1191"/>
          <p:cNvSpPr/>
          <p:nvPr/>
        </p:nvSpPr>
        <p:spPr>
          <a:xfrm>
            <a:off x="1955007" y="6710322"/>
            <a:ext cx="2195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Satisfaction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3" name="Google Shape;783;g3f85ecfd79d_2_1191"/>
          <p:cNvSpPr/>
          <p:nvPr/>
        </p:nvSpPr>
        <p:spPr>
          <a:xfrm>
            <a:off x="4512470" y="6729372"/>
            <a:ext cx="61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&gt;=80%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4" name="Google Shape;784;g3f85ecfd79d_2_1191"/>
          <p:cNvSpPr/>
          <p:nvPr/>
        </p:nvSpPr>
        <p:spPr>
          <a:xfrm>
            <a:off x="5626901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5" name="Google Shape;785;g3f85ecfd79d_2_1191"/>
          <p:cNvSpPr/>
          <p:nvPr/>
        </p:nvSpPr>
        <p:spPr>
          <a:xfrm>
            <a:off x="6531774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6" name="Google Shape;786;g3f85ecfd79d_2_1191"/>
          <p:cNvSpPr/>
          <p:nvPr/>
        </p:nvSpPr>
        <p:spPr>
          <a:xfrm>
            <a:off x="7449744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7" name="Google Shape;787;g3f85ecfd79d_2_1191"/>
          <p:cNvSpPr/>
          <p:nvPr/>
        </p:nvSpPr>
        <p:spPr>
          <a:xfrm>
            <a:off x="8367714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8" name="Google Shape;788;g3f85ecfd79d_2_1191"/>
          <p:cNvSpPr/>
          <p:nvPr/>
        </p:nvSpPr>
        <p:spPr>
          <a:xfrm>
            <a:off x="9303150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9" name="Google Shape;789;g3f85ecfd79d_2_1191"/>
          <p:cNvSpPr/>
          <p:nvPr/>
        </p:nvSpPr>
        <p:spPr>
          <a:xfrm>
            <a:off x="10221120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0" name="Google Shape;790;g3f85ecfd79d_2_1191"/>
          <p:cNvSpPr/>
          <p:nvPr/>
        </p:nvSpPr>
        <p:spPr>
          <a:xfrm>
            <a:off x="11139090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1" name="Google Shape;791;g3f85ecfd79d_2_1191"/>
          <p:cNvSpPr/>
          <p:nvPr/>
        </p:nvSpPr>
        <p:spPr>
          <a:xfrm>
            <a:off x="12067776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2" name="Google Shape;792;g3f85ecfd79d_2_1191"/>
          <p:cNvSpPr/>
          <p:nvPr/>
        </p:nvSpPr>
        <p:spPr>
          <a:xfrm>
            <a:off x="12983366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3" name="Google Shape;793;g3f85ecfd79d_2_1191"/>
          <p:cNvSpPr/>
          <p:nvPr/>
        </p:nvSpPr>
        <p:spPr>
          <a:xfrm>
            <a:off x="13900217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4" name="Google Shape;794;g3f85ecfd79d_2_1191"/>
          <p:cNvSpPr/>
          <p:nvPr/>
        </p:nvSpPr>
        <p:spPr>
          <a:xfrm>
            <a:off x="14808597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5" name="Google Shape;795;g3f85ecfd79d_2_1191"/>
          <p:cNvSpPr/>
          <p:nvPr/>
        </p:nvSpPr>
        <p:spPr>
          <a:xfrm>
            <a:off x="15737283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6" name="Google Shape;796;g3f85ecfd79d_2_1191"/>
          <p:cNvSpPr/>
          <p:nvPr/>
        </p:nvSpPr>
        <p:spPr>
          <a:xfrm>
            <a:off x="16633019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7" name="Google Shape;797;g3f85ecfd79d_2_1191"/>
          <p:cNvSpPr/>
          <p:nvPr/>
        </p:nvSpPr>
        <p:spPr>
          <a:xfrm>
            <a:off x="1178720" y="7281822"/>
            <a:ext cx="562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Claire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8" name="Google Shape;798;g3f85ecfd79d_2_1191"/>
          <p:cNvSpPr/>
          <p:nvPr/>
        </p:nvSpPr>
        <p:spPr>
          <a:xfrm>
            <a:off x="2197895" y="7281822"/>
            <a:ext cx="17673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Accounts Payable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9" name="Google Shape;799;g3f85ecfd79d_2_1191"/>
          <p:cNvSpPr/>
          <p:nvPr/>
        </p:nvSpPr>
        <p:spPr>
          <a:xfrm>
            <a:off x="4441024" y="7300875"/>
            <a:ext cx="820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&lt;$8,000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0" name="Google Shape;800;g3f85ecfd79d_2_1191"/>
          <p:cNvSpPr/>
          <p:nvPr/>
        </p:nvSpPr>
        <p:spPr>
          <a:xfrm>
            <a:off x="5498313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$8,450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1" name="Google Shape;801;g3f85ecfd79d_2_1191"/>
          <p:cNvSpPr/>
          <p:nvPr/>
        </p:nvSpPr>
        <p:spPr>
          <a:xfrm>
            <a:off x="6403186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$9,234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2" name="Google Shape;802;g3f85ecfd79d_2_1191"/>
          <p:cNvSpPr/>
          <p:nvPr/>
        </p:nvSpPr>
        <p:spPr>
          <a:xfrm>
            <a:off x="7321157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$3,450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3" name="Google Shape;803;g3f85ecfd79d_2_1191"/>
          <p:cNvSpPr/>
          <p:nvPr/>
        </p:nvSpPr>
        <p:spPr>
          <a:xfrm>
            <a:off x="8239127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$5,500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4" name="Google Shape;804;g3f85ecfd79d_2_1191"/>
          <p:cNvSpPr/>
          <p:nvPr/>
        </p:nvSpPr>
        <p:spPr>
          <a:xfrm>
            <a:off x="9156476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$4,300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5" name="Google Shape;805;g3f85ecfd79d_2_1191"/>
          <p:cNvSpPr/>
          <p:nvPr/>
        </p:nvSpPr>
        <p:spPr>
          <a:xfrm>
            <a:off x="10074446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$8,900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6" name="Google Shape;806;g3f85ecfd79d_2_1191"/>
          <p:cNvSpPr/>
          <p:nvPr/>
        </p:nvSpPr>
        <p:spPr>
          <a:xfrm>
            <a:off x="10992416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$2,300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7" name="Google Shape;807;g3f85ecfd79d_2_1191"/>
          <p:cNvSpPr/>
          <p:nvPr/>
        </p:nvSpPr>
        <p:spPr>
          <a:xfrm>
            <a:off x="11921102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$5,409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8" name="Google Shape;808;g3f85ecfd79d_2_1191"/>
          <p:cNvSpPr/>
          <p:nvPr/>
        </p:nvSpPr>
        <p:spPr>
          <a:xfrm>
            <a:off x="12836691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$4,390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9" name="Google Shape;809;g3f85ecfd79d_2_1191"/>
          <p:cNvSpPr/>
          <p:nvPr/>
        </p:nvSpPr>
        <p:spPr>
          <a:xfrm>
            <a:off x="13753542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$9,032 </a:t>
            </a:r>
            <a:endParaRPr i="0" sz="2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0" name="Google Shape;810;g3f85ecfd79d_2_1191"/>
          <p:cNvSpPr/>
          <p:nvPr/>
        </p:nvSpPr>
        <p:spPr>
          <a:xfrm>
            <a:off x="14661923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$3,445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1" name="Google Shape;811;g3f85ecfd79d_2_1191"/>
          <p:cNvSpPr/>
          <p:nvPr/>
        </p:nvSpPr>
        <p:spPr>
          <a:xfrm>
            <a:off x="15590609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$2,300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2" name="Google Shape;812;g3f85ecfd79d_2_1191"/>
          <p:cNvSpPr/>
          <p:nvPr/>
        </p:nvSpPr>
        <p:spPr>
          <a:xfrm>
            <a:off x="16504431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$5,009 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3" name="Google Shape;813;g3f85ecfd79d_2_1191"/>
          <p:cNvSpPr/>
          <p:nvPr/>
        </p:nvSpPr>
        <p:spPr>
          <a:xfrm>
            <a:off x="1178720" y="7841417"/>
            <a:ext cx="550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David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4" name="Google Shape;814;g3f85ecfd79d_2_1191"/>
          <p:cNvSpPr/>
          <p:nvPr/>
        </p:nvSpPr>
        <p:spPr>
          <a:xfrm>
            <a:off x="2797970" y="7841417"/>
            <a:ext cx="586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Errors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5" name="Google Shape;815;g3f85ecfd79d_2_1191"/>
          <p:cNvSpPr/>
          <p:nvPr/>
        </p:nvSpPr>
        <p:spPr>
          <a:xfrm>
            <a:off x="4669632" y="7860467"/>
            <a:ext cx="341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&lt;=4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6" name="Google Shape;816;g3f85ecfd79d_2_1191"/>
          <p:cNvSpPr/>
          <p:nvPr/>
        </p:nvSpPr>
        <p:spPr>
          <a:xfrm>
            <a:off x="5784063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7" name="Google Shape;817;g3f85ecfd79d_2_1191"/>
          <p:cNvSpPr/>
          <p:nvPr/>
        </p:nvSpPr>
        <p:spPr>
          <a:xfrm>
            <a:off x="6691317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8" name="Google Shape;818;g3f85ecfd79d_2_1191"/>
          <p:cNvSpPr/>
          <p:nvPr/>
        </p:nvSpPr>
        <p:spPr>
          <a:xfrm>
            <a:off x="7606907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9" name="Google Shape;819;g3f85ecfd79d_2_1191"/>
          <p:cNvSpPr/>
          <p:nvPr/>
        </p:nvSpPr>
        <p:spPr>
          <a:xfrm>
            <a:off x="8524877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0" name="Google Shape;820;g3f85ecfd79d_2_1191"/>
          <p:cNvSpPr/>
          <p:nvPr/>
        </p:nvSpPr>
        <p:spPr>
          <a:xfrm>
            <a:off x="9439004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1" name="Google Shape;821;g3f85ecfd79d_2_1191"/>
          <p:cNvSpPr/>
          <p:nvPr/>
        </p:nvSpPr>
        <p:spPr>
          <a:xfrm>
            <a:off x="10356974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2" name="Google Shape;822;g3f85ecfd79d_2_1191"/>
          <p:cNvSpPr/>
          <p:nvPr/>
        </p:nvSpPr>
        <p:spPr>
          <a:xfrm>
            <a:off x="11274944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3" name="Google Shape;823;g3f85ecfd79d_2_1191"/>
          <p:cNvSpPr/>
          <p:nvPr/>
        </p:nvSpPr>
        <p:spPr>
          <a:xfrm>
            <a:off x="12203630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4" name="Google Shape;824;g3f85ecfd79d_2_1191"/>
          <p:cNvSpPr/>
          <p:nvPr/>
        </p:nvSpPr>
        <p:spPr>
          <a:xfrm>
            <a:off x="13119219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5" name="Google Shape;825;g3f85ecfd79d_2_1191"/>
          <p:cNvSpPr/>
          <p:nvPr/>
        </p:nvSpPr>
        <p:spPr>
          <a:xfrm>
            <a:off x="14036070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6" name="Google Shape;826;g3f85ecfd79d_2_1191"/>
          <p:cNvSpPr/>
          <p:nvPr/>
        </p:nvSpPr>
        <p:spPr>
          <a:xfrm>
            <a:off x="14944451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7" name="Google Shape;827;g3f85ecfd79d_2_1191"/>
          <p:cNvSpPr/>
          <p:nvPr/>
        </p:nvSpPr>
        <p:spPr>
          <a:xfrm>
            <a:off x="15873137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8" name="Google Shape;828;g3f85ecfd79d_2_1191"/>
          <p:cNvSpPr/>
          <p:nvPr/>
        </p:nvSpPr>
        <p:spPr>
          <a:xfrm>
            <a:off x="16792563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9" name="Google Shape;829;g3f85ecfd79d_2_1191"/>
          <p:cNvSpPr/>
          <p:nvPr/>
        </p:nvSpPr>
        <p:spPr>
          <a:xfrm>
            <a:off x="1250157" y="8415297"/>
            <a:ext cx="492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John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0" name="Google Shape;830;g3f85ecfd79d_2_1191"/>
          <p:cNvSpPr/>
          <p:nvPr/>
        </p:nvSpPr>
        <p:spPr>
          <a:xfrm>
            <a:off x="2097882" y="8415297"/>
            <a:ext cx="19260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Utilization/Capacity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1" name="Google Shape;831;g3f85ecfd79d_2_1191"/>
          <p:cNvSpPr/>
          <p:nvPr/>
        </p:nvSpPr>
        <p:spPr>
          <a:xfrm>
            <a:off x="4569620" y="8434347"/>
            <a:ext cx="500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&gt;75%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2" name="Google Shape;832;g3f85ecfd79d_2_1191"/>
          <p:cNvSpPr/>
          <p:nvPr/>
        </p:nvSpPr>
        <p:spPr>
          <a:xfrm>
            <a:off x="5626901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3" name="Google Shape;833;g3f85ecfd79d_2_1191"/>
          <p:cNvSpPr/>
          <p:nvPr/>
        </p:nvSpPr>
        <p:spPr>
          <a:xfrm>
            <a:off x="6531774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76%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4" name="Google Shape;834;g3f85ecfd79d_2_1191"/>
          <p:cNvSpPr/>
          <p:nvPr/>
        </p:nvSpPr>
        <p:spPr>
          <a:xfrm>
            <a:off x="7449744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5" name="Google Shape;835;g3f85ecfd79d_2_1191"/>
          <p:cNvSpPr/>
          <p:nvPr/>
        </p:nvSpPr>
        <p:spPr>
          <a:xfrm>
            <a:off x="8367714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6" name="Google Shape;836;g3f85ecfd79d_2_1191"/>
          <p:cNvSpPr/>
          <p:nvPr/>
        </p:nvSpPr>
        <p:spPr>
          <a:xfrm>
            <a:off x="9303150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7" name="Google Shape;837;g3f85ecfd79d_2_1191"/>
          <p:cNvSpPr/>
          <p:nvPr/>
        </p:nvSpPr>
        <p:spPr>
          <a:xfrm>
            <a:off x="10221120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8" name="Google Shape;838;g3f85ecfd79d_2_1191"/>
          <p:cNvSpPr/>
          <p:nvPr/>
        </p:nvSpPr>
        <p:spPr>
          <a:xfrm>
            <a:off x="11139090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9" name="Google Shape;839;g3f85ecfd79d_2_1191"/>
          <p:cNvSpPr/>
          <p:nvPr/>
        </p:nvSpPr>
        <p:spPr>
          <a:xfrm>
            <a:off x="12067776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82%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0" name="Google Shape;840;g3f85ecfd79d_2_1191"/>
          <p:cNvSpPr/>
          <p:nvPr/>
        </p:nvSpPr>
        <p:spPr>
          <a:xfrm>
            <a:off x="12983366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1" name="Google Shape;841;g3f85ecfd79d_2_1191"/>
          <p:cNvSpPr/>
          <p:nvPr/>
        </p:nvSpPr>
        <p:spPr>
          <a:xfrm>
            <a:off x="13900217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2" name="Google Shape;842;g3f85ecfd79d_2_1191"/>
          <p:cNvSpPr/>
          <p:nvPr/>
        </p:nvSpPr>
        <p:spPr>
          <a:xfrm>
            <a:off x="14808597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78%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3" name="Google Shape;843;g3f85ecfd79d_2_1191"/>
          <p:cNvSpPr/>
          <p:nvPr/>
        </p:nvSpPr>
        <p:spPr>
          <a:xfrm>
            <a:off x="15737283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4" name="Google Shape;844;g3f85ecfd79d_2_1191"/>
          <p:cNvSpPr/>
          <p:nvPr/>
        </p:nvSpPr>
        <p:spPr>
          <a:xfrm>
            <a:off x="16633019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i="0" sz="16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5" name="Google Shape;845;g3f85ecfd79d_2_1191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Seats</a:t>
            </a:r>
            <a:endParaRPr b="1" sz="48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6" name="Google Shape;846;g3f85ecfd79d_2_1191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847" name="Google Shape;847;g3f85ecfd79d_2_119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g3f85ecfd79d_2_1191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f85ecfd79d_2_1572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55" name="Google Shape;855;g3f85ecfd79d_2_1572"/>
          <p:cNvSpPr/>
          <p:nvPr/>
        </p:nvSpPr>
        <p:spPr>
          <a:xfrm>
            <a:off x="952453" y="1219147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Scorecard Measurables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56" name="Google Shape;856;g3f85ecfd79d_2_1572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857" name="Google Shape;857;g3f85ecfd79d_2_1572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g3f85ecfd79d_2_1572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59" name="Google Shape;859;g3f85ecfd79d_2_1572"/>
          <p:cNvSpPr/>
          <p:nvPr/>
        </p:nvSpPr>
        <p:spPr>
          <a:xfrm>
            <a:off x="933429" y="2339625"/>
            <a:ext cx="80019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Weekly Revenue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Cash Balance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 Calls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 Meetings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Proposals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Closed Business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60" name="Google Shape;860;g3f85ecfd79d_2_1572"/>
          <p:cNvSpPr/>
          <p:nvPr/>
        </p:nvSpPr>
        <p:spPr>
          <a:xfrm>
            <a:off x="7773604" y="2339625"/>
            <a:ext cx="80019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Rating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Accounts Receivable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Accounts Payable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Utilization Rates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71500" lvl="0" marL="571500" marR="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Web Conversions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85ecfd79d_2_158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f85ecfd79d_2_1585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67" name="Google Shape;867;g3f85ecfd79d_2_1585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868" name="Google Shape;868;g3f85ecfd79d_2_15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g3f85ecfd79d_2_15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8592" y="899501"/>
            <a:ext cx="3963350" cy="395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g3f85ecfd79d_2_15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g3f85ecfd79d_2_1585"/>
          <p:cNvSpPr txBox="1"/>
          <p:nvPr/>
        </p:nvSpPr>
        <p:spPr>
          <a:xfrm>
            <a:off x="12035628" y="3234750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Scorecard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3f85ecfd79d_2_1585"/>
          <p:cNvSpPr txBox="1"/>
          <p:nvPr/>
        </p:nvSpPr>
        <p:spPr>
          <a:xfrm>
            <a:off x="12035627" y="3742581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Measurables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g3f85ecfd79d_2_1585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874" name="Google Shape;874;g3f85ecfd79d_2_1585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g3f85ecfd79d_2_1585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76" name="Google Shape;876;g3f85ecfd79d_2_1585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cap="flat" cmpd="sng" w="47625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rgbClr val="000000">
                <a:alpha val="3020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i="0" sz="3300" u="none" cap="none" strike="noStrik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f85ecfd79d_2_159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f85ecfd79d_2_1597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883" name="Google Shape;883;g3f85ecfd79d_2_15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g3f85ecfd79d_2_1597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885" name="Google Shape;885;g3f85ecfd79d_2_15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9614" y="1063181"/>
            <a:ext cx="3549015" cy="267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g3f85ecfd79d_2_15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4553" y="1577063"/>
            <a:ext cx="3120390" cy="3103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g3f85ecfd79d_2_15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93002" y="1563498"/>
            <a:ext cx="3128961" cy="3120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g3f85ecfd79d_2_159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94438" y="3622142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g3f85ecfd79d_2_1597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890" name="Google Shape;890;g3f85ecfd79d_2_1597"/>
          <p:cNvPicPr preferRelativeResize="0"/>
          <p:nvPr/>
        </p:nvPicPr>
        <p:blipFill rotWithShape="1">
          <a:blip r:embed="rId8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g3f85ecfd79d_2_1597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f85ecfd79d_2_160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g3f85ecfd79d_2_160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98" name="Google Shape;898;g3f85ecfd79d_2_1608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899" name="Google Shape;899;g3f85ecfd79d_2_16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g3f85ecfd79d_2_16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9911" y="4629276"/>
            <a:ext cx="3898202" cy="395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g3f85ecfd79d_2_16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g3f85ecfd79d_2_1608"/>
          <p:cNvSpPr txBox="1"/>
          <p:nvPr/>
        </p:nvSpPr>
        <p:spPr>
          <a:xfrm>
            <a:off x="7145577" y="5958072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Issues List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f85ecfd79d_2_1608"/>
          <p:cNvSpPr txBox="1"/>
          <p:nvPr/>
        </p:nvSpPr>
        <p:spPr>
          <a:xfrm>
            <a:off x="7145576" y="6465903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IDS™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f85ecfd79d_2_160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905" name="Google Shape;905;g3f85ecfd79d_2_1608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g3f85ecfd79d_2_160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f85ecfd79d_2_196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2" name="Google Shape;912;g3f85ecfd79d_2_1966"/>
          <p:cNvPicPr preferRelativeResize="0"/>
          <p:nvPr/>
        </p:nvPicPr>
        <p:blipFill rotWithShape="1">
          <a:blip r:embed="rId3">
            <a:alphaModFix/>
          </a:blip>
          <a:srcRect b="25428" l="0" r="0" t="-2625"/>
          <a:stretch/>
        </p:blipFill>
        <p:spPr>
          <a:xfrm>
            <a:off x="7456539" y="2103041"/>
            <a:ext cx="5894292" cy="7391753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g3f85ecfd79d_2_1966"/>
          <p:cNvSpPr txBox="1"/>
          <p:nvPr/>
        </p:nvSpPr>
        <p:spPr>
          <a:xfrm>
            <a:off x="7899037" y="3874214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sp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Website Rock off-track</a:t>
            </a:r>
            <a:endParaRPr i="0" sz="2400" u="none" cap="none" strike="noStrik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14" name="Google Shape;914;g3f85ecfd79d_2_1966"/>
          <p:cNvSpPr txBox="1"/>
          <p:nvPr/>
        </p:nvSpPr>
        <p:spPr>
          <a:xfrm>
            <a:off x="12009545" y="3780644"/>
            <a:ext cx="91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100" u="none" cap="none" strike="noStrik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g3f85ecfd79d_2_1966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sp>
        <p:nvSpPr>
          <p:cNvPr id="916" name="Google Shape;916;g3f85ecfd79d_2_1966"/>
          <p:cNvSpPr/>
          <p:nvPr/>
        </p:nvSpPr>
        <p:spPr>
          <a:xfrm>
            <a:off x="-100365" y="3239938"/>
            <a:ext cx="99060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noAutofit/>
          </a:bodyPr>
          <a:lstStyle/>
          <a:p>
            <a:pPr indent="-571500" lvl="1" marL="148590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b="1" i="0" lang="en-US" sz="5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Identify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1" marL="1485900" marR="0" rtl="0" algn="l">
              <a:lnSpc>
                <a:spcPct val="129729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b="1" i="0" lang="en-US" sz="5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Discuss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1" marL="1485900" marR="0" rtl="0" algn="l">
              <a:lnSpc>
                <a:spcPct val="129729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b="1" i="0" lang="en-US" sz="5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Solve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3f85ecfd79d_2_1966"/>
          <p:cNvSpPr/>
          <p:nvPr/>
        </p:nvSpPr>
        <p:spPr>
          <a:xfrm>
            <a:off x="-100365" y="3239938"/>
            <a:ext cx="38151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noAutofit/>
          </a:bodyPr>
          <a:lstStyle/>
          <a:p>
            <a:pPr indent="0" lvl="1" marL="91440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b="1" i="0" lang="en-US" sz="56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5600" u="sng" cap="none" strike="noStrik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0" i="0" sz="2100" u="none" cap="none" strike="noStrik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914400" marR="0" rtl="0" algn="l">
              <a:lnSpc>
                <a:spcPct val="129729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b="1" i="0" lang="en-US" sz="56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5600" u="sng" cap="none" strike="noStrik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b="0" i="0" sz="2100" u="none" cap="none" strike="noStrik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914400" marR="0" rtl="0" algn="l">
              <a:lnSpc>
                <a:spcPct val="129729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b="1" i="0" lang="en-US" sz="56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5600" u="sng" cap="none" strike="noStrik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endParaRPr b="0" i="0" sz="2100" u="none" cap="none" strike="noStrik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3f85ecfd79d_2_1966"/>
          <p:cNvSpPr/>
          <p:nvPr/>
        </p:nvSpPr>
        <p:spPr>
          <a:xfrm>
            <a:off x="600891" y="4328160"/>
            <a:ext cx="4230000" cy="1417500"/>
          </a:xfrm>
          <a:prstGeom prst="ellipse">
            <a:avLst/>
          </a:prstGeom>
          <a:noFill/>
          <a:ln cap="flat" cmpd="sng" w="38100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3f85ecfd79d_2_1966"/>
          <p:cNvSpPr/>
          <p:nvPr/>
        </p:nvSpPr>
        <p:spPr>
          <a:xfrm>
            <a:off x="692331" y="4267200"/>
            <a:ext cx="4230000" cy="1417500"/>
          </a:xfrm>
          <a:prstGeom prst="ellipse">
            <a:avLst/>
          </a:prstGeom>
          <a:noFill/>
          <a:ln cap="flat" cmpd="sng" w="38100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f85ecfd79d_2_1966"/>
          <p:cNvSpPr/>
          <p:nvPr/>
        </p:nvSpPr>
        <p:spPr>
          <a:xfrm>
            <a:off x="646611" y="4389120"/>
            <a:ext cx="4230000" cy="1417500"/>
          </a:xfrm>
          <a:prstGeom prst="ellipse">
            <a:avLst/>
          </a:prstGeom>
          <a:noFill/>
          <a:ln cap="flat" cmpd="sng" w="38100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3f85ecfd79d_2_1966"/>
          <p:cNvSpPr/>
          <p:nvPr/>
        </p:nvSpPr>
        <p:spPr>
          <a:xfrm>
            <a:off x="497682" y="4328160"/>
            <a:ext cx="4230000" cy="1417500"/>
          </a:xfrm>
          <a:prstGeom prst="ellipse">
            <a:avLst/>
          </a:prstGeom>
          <a:noFill/>
          <a:ln cap="flat" cmpd="sng" w="38100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f85ecfd79d_2_1966"/>
          <p:cNvSpPr txBox="1"/>
          <p:nvPr/>
        </p:nvSpPr>
        <p:spPr>
          <a:xfrm>
            <a:off x="12085112" y="4869275"/>
            <a:ext cx="7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100" u="none" cap="none" strike="noStrik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f85ecfd79d_2_1966"/>
          <p:cNvSpPr/>
          <p:nvPr/>
        </p:nvSpPr>
        <p:spPr>
          <a:xfrm>
            <a:off x="12075678" y="4878446"/>
            <a:ext cx="776700" cy="655800"/>
          </a:xfrm>
          <a:prstGeom prst="ellipse">
            <a:avLst/>
          </a:prstGeom>
          <a:noFill/>
          <a:ln cap="flat" cmpd="sng" w="47625">
            <a:solidFill>
              <a:srgbClr val="F04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f85ecfd79d_2_1966"/>
          <p:cNvSpPr/>
          <p:nvPr/>
        </p:nvSpPr>
        <p:spPr>
          <a:xfrm>
            <a:off x="12081135" y="3780653"/>
            <a:ext cx="776700" cy="655800"/>
          </a:xfrm>
          <a:prstGeom prst="ellipse">
            <a:avLst/>
          </a:prstGeom>
          <a:noFill/>
          <a:ln cap="flat" cmpd="sng" w="47625">
            <a:solidFill>
              <a:srgbClr val="F04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3f85ecfd79d_2_1966"/>
          <p:cNvSpPr/>
          <p:nvPr/>
        </p:nvSpPr>
        <p:spPr>
          <a:xfrm>
            <a:off x="80625" y="4509095"/>
            <a:ext cx="6302400" cy="2716800"/>
          </a:xfrm>
          <a:prstGeom prst="rect">
            <a:avLst/>
          </a:prstGeom>
          <a:solidFill>
            <a:srgbClr val="FFFFFF">
              <a:alpha val="74900"/>
            </a:srgb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6" name="Google Shape;926;g3f85ecfd79d_2_1966"/>
          <p:cNvGrpSpPr/>
          <p:nvPr/>
        </p:nvGrpSpPr>
        <p:grpSpPr>
          <a:xfrm>
            <a:off x="80625" y="3394550"/>
            <a:ext cx="6439410" cy="3691029"/>
            <a:chOff x="0" y="2209800"/>
            <a:chExt cx="4292940" cy="2339500"/>
          </a:xfrm>
        </p:grpSpPr>
        <p:sp>
          <p:nvSpPr>
            <p:cNvPr id="927" name="Google Shape;927;g3f85ecfd79d_2_1966"/>
            <p:cNvSpPr/>
            <p:nvPr/>
          </p:nvSpPr>
          <p:spPr>
            <a:xfrm>
              <a:off x="91440" y="2209800"/>
              <a:ext cx="4201500" cy="612300"/>
            </a:xfrm>
            <a:prstGeom prst="rect">
              <a:avLst/>
            </a:prstGeom>
            <a:solidFill>
              <a:srgbClr val="FFFFFF">
                <a:alpha val="74900"/>
              </a:srgbClr>
            </a:solidFill>
            <a:ln>
              <a:noFill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g3f85ecfd79d_2_1966"/>
            <p:cNvSpPr/>
            <p:nvPr/>
          </p:nvSpPr>
          <p:spPr>
            <a:xfrm>
              <a:off x="0" y="3937000"/>
              <a:ext cx="4201500" cy="612300"/>
            </a:xfrm>
            <a:prstGeom prst="rect">
              <a:avLst/>
            </a:prstGeom>
            <a:solidFill>
              <a:srgbClr val="FFFFFF">
                <a:alpha val="74900"/>
              </a:srgbClr>
            </a:solidFill>
            <a:ln>
              <a:noFill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9" name="Google Shape;929;g3f85ecfd79d_2_1966"/>
          <p:cNvSpPr/>
          <p:nvPr/>
        </p:nvSpPr>
        <p:spPr>
          <a:xfrm>
            <a:off x="502107" y="2969855"/>
            <a:ext cx="6302400" cy="2716800"/>
          </a:xfrm>
          <a:prstGeom prst="rect">
            <a:avLst/>
          </a:prstGeom>
          <a:solidFill>
            <a:srgbClr val="FFFFFF">
              <a:alpha val="74900"/>
            </a:srgb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3f85ecfd79d_2_1966"/>
          <p:cNvSpPr/>
          <p:nvPr/>
        </p:nvSpPr>
        <p:spPr>
          <a:xfrm>
            <a:off x="1104853" y="12382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Issues Solving Track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31" name="Google Shape;931;g3f85ecfd79d_2_196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932" name="Google Shape;932;g3f85ecfd79d_2_1966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g3f85ecfd79d_2_1966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34" name="Google Shape;934;g3f85ecfd79d_2_1966"/>
          <p:cNvSpPr/>
          <p:nvPr/>
        </p:nvSpPr>
        <p:spPr>
          <a:xfrm>
            <a:off x="12081128" y="5976246"/>
            <a:ext cx="776700" cy="655800"/>
          </a:xfrm>
          <a:prstGeom prst="ellipse">
            <a:avLst/>
          </a:prstGeom>
          <a:noFill/>
          <a:ln cap="flat" cmpd="sng" w="47625">
            <a:solidFill>
              <a:srgbClr val="F04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3f85ecfd79d_2_1966"/>
          <p:cNvSpPr txBox="1"/>
          <p:nvPr/>
        </p:nvSpPr>
        <p:spPr>
          <a:xfrm>
            <a:off x="7899024" y="4436439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sp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Darren U. Right Person</a:t>
            </a:r>
            <a:endParaRPr i="0" sz="2400" u="none" cap="none" strike="noStrik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36" name="Google Shape;936;g3f85ecfd79d_2_1966"/>
          <p:cNvSpPr txBox="1"/>
          <p:nvPr/>
        </p:nvSpPr>
        <p:spPr>
          <a:xfrm>
            <a:off x="7899024" y="4972464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sp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Andi S. Right Seat</a:t>
            </a:r>
            <a:endParaRPr i="0" sz="2400" u="none" cap="none" strike="noStrik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37" name="Google Shape;937;g3f85ecfd79d_2_1966"/>
          <p:cNvSpPr txBox="1"/>
          <p:nvPr/>
        </p:nvSpPr>
        <p:spPr>
          <a:xfrm>
            <a:off x="7899024" y="5516064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sp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Sales off-track</a:t>
            </a:r>
            <a:endParaRPr i="0" sz="2400" u="none" cap="none" strike="noStrik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38" name="Google Shape;938;g3f85ecfd79d_2_1966"/>
          <p:cNvSpPr txBox="1"/>
          <p:nvPr/>
        </p:nvSpPr>
        <p:spPr>
          <a:xfrm>
            <a:off x="7899024" y="6064013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sp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Anodyne Merger</a:t>
            </a:r>
            <a:endParaRPr i="0" sz="2400" u="none" cap="none" strike="noStrik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39" name="Google Shape;939;g3f85ecfd79d_2_1966"/>
          <p:cNvSpPr txBox="1"/>
          <p:nvPr/>
        </p:nvSpPr>
        <p:spPr>
          <a:xfrm>
            <a:off x="7899024" y="6611963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sp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Utilization off-track</a:t>
            </a:r>
            <a:endParaRPr i="0" sz="2400" u="none" cap="none" strike="noStrik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40" name="Google Shape;940;g3f85ecfd79d_2_1966"/>
          <p:cNvSpPr txBox="1"/>
          <p:nvPr/>
        </p:nvSpPr>
        <p:spPr>
          <a:xfrm>
            <a:off x="7899024" y="7145163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sp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Western US expansion</a:t>
            </a:r>
            <a:endParaRPr i="0" sz="2400" u="none" cap="none" strike="noStrik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41" name="Google Shape;941;g3f85ecfd79d_2_1966"/>
          <p:cNvSpPr txBox="1"/>
          <p:nvPr/>
        </p:nvSpPr>
        <p:spPr>
          <a:xfrm>
            <a:off x="12027356" y="5976084"/>
            <a:ext cx="91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100" u="none" cap="none" strike="noStrik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5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f85ecfd79d_2_215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g3f85ecfd79d_2_2151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48" name="Google Shape;948;g3f85ecfd79d_2_2151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949" name="Google Shape;949;g3f85ecfd79d_2_2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g3f85ecfd79d_2_2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9911" y="4629276"/>
            <a:ext cx="3898202" cy="395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g3f85ecfd79d_2_21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g3f85ecfd79d_2_2151"/>
          <p:cNvSpPr txBox="1"/>
          <p:nvPr/>
        </p:nvSpPr>
        <p:spPr>
          <a:xfrm>
            <a:off x="7145577" y="5958072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Issues List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f85ecfd79d_2_2151"/>
          <p:cNvSpPr txBox="1"/>
          <p:nvPr/>
        </p:nvSpPr>
        <p:spPr>
          <a:xfrm>
            <a:off x="7145576" y="6465903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f85ecfd79d_2_2151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955" name="Google Shape;955;g3f85ecfd79d_2_2151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g3f85ecfd79d_2_2151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57" name="Google Shape;957;g3f85ecfd79d_2_2151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cap="flat" cmpd="sng" w="47625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rgbClr val="000000">
                <a:alpha val="3020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i="0" sz="3300" u="none" cap="none" strike="noStrik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f85ecfd79d_2_21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g3f85ecfd79d_2_2163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64" name="Google Shape;964;g3f85ecfd79d_2_2163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965" name="Google Shape;965;g3f85ecfd79d_2_2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g3f85ecfd79d_2_2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4674" y="4622784"/>
            <a:ext cx="3887345" cy="398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g3f85ecfd79d_2_21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g3f85ecfd79d_2_2163"/>
          <p:cNvSpPr txBox="1"/>
          <p:nvPr/>
        </p:nvSpPr>
        <p:spPr>
          <a:xfrm>
            <a:off x="12047623" y="5958072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Documented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3f85ecfd79d_2_216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970" name="Google Shape;970;g3f85ecfd79d_2_2163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g3f85ecfd79d_2_2163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f85ecfd79d_2_2329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78" name="Google Shape;978;g3f85ecfd79d_2_2329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Handful of Core Processes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79" name="Google Shape;979;g3f85ecfd79d_2_2329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80" name="Google Shape;980;g3f85ecfd79d_2_2329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521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Marketing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 1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 2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Accounting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Service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A group of people sitting at a table&#10;&#10;Description automatically generated with medium confidence" id="981" name="Google Shape;981;g3f85ecfd79d_2_23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907" l="0" r="0" t="4898"/>
          <a:stretch/>
        </p:blipFill>
        <p:spPr>
          <a:xfrm>
            <a:off x="9211060" y="1"/>
            <a:ext cx="9076940" cy="10272068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g3f85ecfd79d_2_2329"/>
          <p:cNvSpPr/>
          <p:nvPr/>
        </p:nvSpPr>
        <p:spPr>
          <a:xfrm>
            <a:off x="9211060" y="2"/>
            <a:ext cx="9076800" cy="102870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75600" lIns="151250" spcFirstLastPara="1" rIns="151250" wrap="square" tIns="7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94"/>
              <a:buFont typeface="Arial"/>
              <a:buNone/>
            </a:pPr>
            <a:r>
              <a:t/>
            </a:r>
            <a:endParaRPr b="0" i="0" sz="529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f85ecfd79d_2_255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g3f85ecfd79d_2_255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Document and Simplify</a:t>
            </a:r>
            <a:endParaRPr b="1"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89" name="Google Shape;989;g3f85ecfd79d_2_2554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sp>
        <p:nvSpPr>
          <p:cNvPr id="990" name="Google Shape;990;g3f85ecfd79d_2_2554"/>
          <p:cNvSpPr/>
          <p:nvPr/>
        </p:nvSpPr>
        <p:spPr>
          <a:xfrm>
            <a:off x="3242126" y="2490771"/>
            <a:ext cx="5829300" cy="6378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171450" rotWithShape="0" algn="tl" dir="2700000" dist="114300">
              <a:srgbClr val="000000">
                <a:alpha val="20000"/>
              </a:srgbClr>
            </a:outerShdw>
          </a:effectLst>
        </p:spPr>
        <p:txBody>
          <a:bodyPr anchorCtr="0" anchor="ctr" bIns="91425" lIns="182850" spcFirstLastPara="1" rIns="1828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991" name="Google Shape;991;g3f85ecfd79d_2_2554"/>
          <p:cNvSpPr/>
          <p:nvPr/>
        </p:nvSpPr>
        <p:spPr>
          <a:xfrm>
            <a:off x="9212580" y="2490771"/>
            <a:ext cx="5829300" cy="6378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171450" rotWithShape="0" algn="tl" dir="2700000" dist="114300">
              <a:srgbClr val="000000">
                <a:alpha val="20000"/>
              </a:srgbClr>
            </a:outerShdw>
          </a:effectLst>
        </p:spPr>
        <p:txBody>
          <a:bodyPr anchorCtr="0" anchor="ctr" bIns="91425" lIns="182850" spcFirstLastPara="1" rIns="1828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grpSp>
        <p:nvGrpSpPr>
          <p:cNvPr id="992" name="Google Shape;992;g3f85ecfd79d_2_2554"/>
          <p:cNvGrpSpPr/>
          <p:nvPr/>
        </p:nvGrpSpPr>
        <p:grpSpPr>
          <a:xfrm>
            <a:off x="8566714" y="3020588"/>
            <a:ext cx="1101582" cy="261450"/>
            <a:chOff x="5711143" y="2013725"/>
            <a:chExt cx="734388" cy="174300"/>
          </a:xfrm>
        </p:grpSpPr>
        <p:sp>
          <p:nvSpPr>
            <p:cNvPr id="993" name="Google Shape;993;g3f85ecfd79d_2_2554"/>
            <p:cNvSpPr/>
            <p:nvPr/>
          </p:nvSpPr>
          <p:spPr>
            <a:xfrm>
              <a:off x="6269731" y="2013725"/>
              <a:ext cx="175800" cy="1743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994" name="Google Shape;994;g3f85ecfd79d_2_2554"/>
            <p:cNvSpPr/>
            <p:nvPr/>
          </p:nvSpPr>
          <p:spPr>
            <a:xfrm>
              <a:off x="5711143" y="2013725"/>
              <a:ext cx="175800" cy="1695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995" name="Google Shape;995;g3f85ecfd79d_2_2554"/>
            <p:cNvCxnSpPr/>
            <p:nvPr/>
          </p:nvCxnSpPr>
          <p:spPr>
            <a:xfrm>
              <a:off x="5812972" y="2097820"/>
              <a:ext cx="521100" cy="0"/>
            </a:xfrm>
            <a:prstGeom prst="straightConnector1">
              <a:avLst/>
            </a:prstGeom>
            <a:noFill/>
            <a:ln cap="rnd" cmpd="sng" w="100025">
              <a:solidFill>
                <a:srgbClr val="CAD0D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96" name="Google Shape;996;g3f85ecfd79d_2_2554"/>
          <p:cNvGrpSpPr/>
          <p:nvPr/>
        </p:nvGrpSpPr>
        <p:grpSpPr>
          <a:xfrm>
            <a:off x="8566714" y="5562023"/>
            <a:ext cx="1101582" cy="261450"/>
            <a:chOff x="5711143" y="3573505"/>
            <a:chExt cx="734388" cy="174300"/>
          </a:xfrm>
        </p:grpSpPr>
        <p:sp>
          <p:nvSpPr>
            <p:cNvPr id="997" name="Google Shape;997;g3f85ecfd79d_2_2554"/>
            <p:cNvSpPr/>
            <p:nvPr/>
          </p:nvSpPr>
          <p:spPr>
            <a:xfrm>
              <a:off x="6269731" y="3573505"/>
              <a:ext cx="175800" cy="1743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998" name="Google Shape;998;g3f85ecfd79d_2_2554"/>
            <p:cNvSpPr/>
            <p:nvPr/>
          </p:nvSpPr>
          <p:spPr>
            <a:xfrm>
              <a:off x="5711143" y="3573505"/>
              <a:ext cx="175800" cy="1695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999" name="Google Shape;999;g3f85ecfd79d_2_2554"/>
            <p:cNvCxnSpPr/>
            <p:nvPr/>
          </p:nvCxnSpPr>
          <p:spPr>
            <a:xfrm>
              <a:off x="5812972" y="3657600"/>
              <a:ext cx="521100" cy="0"/>
            </a:xfrm>
            <a:prstGeom prst="straightConnector1">
              <a:avLst/>
            </a:prstGeom>
            <a:noFill/>
            <a:ln cap="rnd" cmpd="sng" w="100025">
              <a:solidFill>
                <a:srgbClr val="CAD0D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00" name="Google Shape;1000;g3f85ecfd79d_2_2554"/>
          <p:cNvGrpSpPr/>
          <p:nvPr/>
        </p:nvGrpSpPr>
        <p:grpSpPr>
          <a:xfrm>
            <a:off x="8566714" y="8103458"/>
            <a:ext cx="1101582" cy="261450"/>
            <a:chOff x="5711143" y="5402305"/>
            <a:chExt cx="734388" cy="174300"/>
          </a:xfrm>
        </p:grpSpPr>
        <p:sp>
          <p:nvSpPr>
            <p:cNvPr id="1001" name="Google Shape;1001;g3f85ecfd79d_2_2554"/>
            <p:cNvSpPr/>
            <p:nvPr/>
          </p:nvSpPr>
          <p:spPr>
            <a:xfrm>
              <a:off x="6269731" y="5402305"/>
              <a:ext cx="175800" cy="1743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02" name="Google Shape;1002;g3f85ecfd79d_2_2554"/>
            <p:cNvSpPr/>
            <p:nvPr/>
          </p:nvSpPr>
          <p:spPr>
            <a:xfrm>
              <a:off x="5711143" y="5402305"/>
              <a:ext cx="175800" cy="1695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1003" name="Google Shape;1003;g3f85ecfd79d_2_2554"/>
            <p:cNvCxnSpPr/>
            <p:nvPr/>
          </p:nvCxnSpPr>
          <p:spPr>
            <a:xfrm>
              <a:off x="5812972" y="5486400"/>
              <a:ext cx="521100" cy="0"/>
            </a:xfrm>
            <a:prstGeom prst="straightConnector1">
              <a:avLst/>
            </a:prstGeom>
            <a:noFill/>
            <a:ln cap="rnd" cmpd="sng" w="100025">
              <a:solidFill>
                <a:srgbClr val="CAD0D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04" name="Google Shape;1004;g3f85ecfd79d_2_2554"/>
          <p:cNvSpPr/>
          <p:nvPr/>
        </p:nvSpPr>
        <p:spPr>
          <a:xfrm>
            <a:off x="3709854" y="2866550"/>
            <a:ext cx="80019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Contents</a:t>
            </a:r>
            <a:endParaRPr b="1" sz="320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Marketing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Accounting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Service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05" name="Google Shape;1005;g3f85ecfd79d_2_255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006" name="Google Shape;1006;g3f85ecfd79d_2_2554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g3f85ecfd79d_2_255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f85ecfd79d_2_260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3" name="Google Shape;1013;g3f85ecfd79d_2_2603"/>
          <p:cNvGrpSpPr/>
          <p:nvPr/>
        </p:nvGrpSpPr>
        <p:grpSpPr>
          <a:xfrm>
            <a:off x="6229350" y="2429811"/>
            <a:ext cx="5829300" cy="6377850"/>
            <a:chOff x="4152900" y="1619874"/>
            <a:chExt cx="3886200" cy="4251900"/>
          </a:xfrm>
        </p:grpSpPr>
        <p:sp>
          <p:nvSpPr>
            <p:cNvPr id="1014" name="Google Shape;1014;g3f85ecfd79d_2_2603"/>
            <p:cNvSpPr/>
            <p:nvPr/>
          </p:nvSpPr>
          <p:spPr>
            <a:xfrm>
              <a:off x="4152900" y="1619874"/>
              <a:ext cx="3886200" cy="4251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A5A5A5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blurRad="171450" rotWithShape="0" algn="tl" dir="2700000" dist="1143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15" name="Google Shape;1015;g3f85ecfd79d_2_2603"/>
            <p:cNvSpPr/>
            <p:nvPr/>
          </p:nvSpPr>
          <p:spPr>
            <a:xfrm>
              <a:off x="4280911" y="1993405"/>
              <a:ext cx="137100" cy="1371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16" name="Google Shape;1016;g3f85ecfd79d_2_2603"/>
            <p:cNvSpPr/>
            <p:nvPr/>
          </p:nvSpPr>
          <p:spPr>
            <a:xfrm>
              <a:off x="4280911" y="3687695"/>
              <a:ext cx="137100" cy="1371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17" name="Google Shape;1017;g3f85ecfd79d_2_2603"/>
            <p:cNvSpPr/>
            <p:nvPr/>
          </p:nvSpPr>
          <p:spPr>
            <a:xfrm>
              <a:off x="4280911" y="5381985"/>
              <a:ext cx="137100" cy="1371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</p:grpSp>
      <p:sp>
        <p:nvSpPr>
          <p:cNvPr id="1018" name="Google Shape;1018;g3f85ecfd79d_2_2603"/>
          <p:cNvSpPr txBox="1"/>
          <p:nvPr>
            <p:ph type="title"/>
          </p:nvPr>
        </p:nvSpPr>
        <p:spPr>
          <a:xfrm>
            <a:off x="855554" y="1001268"/>
            <a:ext cx="4844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4800">
                <a:latin typeface="League Spartan"/>
                <a:ea typeface="League Spartan"/>
                <a:cs typeface="League Spartan"/>
                <a:sym typeface="League Spartan"/>
              </a:rPr>
              <a:t>Document</a:t>
            </a:r>
            <a:endParaRPr sz="48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19" name="Google Shape;1019;g3f85ecfd79d_2_2603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sp>
        <p:nvSpPr>
          <p:cNvPr id="1020" name="Google Shape;1020;g3f85ecfd79d_2_2603"/>
          <p:cNvSpPr/>
          <p:nvPr/>
        </p:nvSpPr>
        <p:spPr>
          <a:xfrm>
            <a:off x="6850030" y="2826830"/>
            <a:ext cx="6096300" cy="5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50" spcFirstLastPara="1" rIns="1828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 Process</a:t>
            </a:r>
            <a:endParaRPr b="1" sz="320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 Need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Define Seat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b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Hiring	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b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On-Boarding/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Training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LMA	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b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Termination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b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b="1" sz="3000">
              <a:solidFill>
                <a:srgbClr val="E8772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21" name="Google Shape;1021;g3f85ecfd79d_2_2603"/>
          <p:cNvSpPr txBox="1"/>
          <p:nvPr/>
        </p:nvSpPr>
        <p:spPr>
          <a:xfrm>
            <a:off x="3627860" y="1001284"/>
            <a:ext cx="6227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and Simplify</a:t>
            </a:r>
            <a:endParaRPr b="1" i="0" sz="48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22" name="Google Shape;1022;g3f85ecfd79d_2_2603"/>
          <p:cNvSpPr/>
          <p:nvPr/>
        </p:nvSpPr>
        <p:spPr>
          <a:xfrm>
            <a:off x="6137752" y="2342082"/>
            <a:ext cx="6302400" cy="6534600"/>
          </a:xfrm>
          <a:prstGeom prst="rect">
            <a:avLst/>
          </a:prstGeom>
          <a:solidFill>
            <a:srgbClr val="FFFFFF">
              <a:alpha val="74900"/>
            </a:srgb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3" name="Google Shape;1023;g3f85ecfd79d_2_2603"/>
          <p:cNvGrpSpPr/>
          <p:nvPr/>
        </p:nvGrpSpPr>
        <p:grpSpPr>
          <a:xfrm>
            <a:off x="8614580" y="2712196"/>
            <a:ext cx="5829300" cy="6377850"/>
            <a:chOff x="4305300" y="1772274"/>
            <a:chExt cx="3886200" cy="4251900"/>
          </a:xfrm>
        </p:grpSpPr>
        <p:grpSp>
          <p:nvGrpSpPr>
            <p:cNvPr id="1024" name="Google Shape;1024;g3f85ecfd79d_2_2603"/>
            <p:cNvGrpSpPr/>
            <p:nvPr/>
          </p:nvGrpSpPr>
          <p:grpSpPr>
            <a:xfrm>
              <a:off x="4305300" y="1772274"/>
              <a:ext cx="3886200" cy="4251900"/>
              <a:chOff x="4152900" y="1619874"/>
              <a:chExt cx="3886200" cy="4251900"/>
            </a:xfrm>
          </p:grpSpPr>
          <p:sp>
            <p:nvSpPr>
              <p:cNvPr id="1025" name="Google Shape;1025;g3f85ecfd79d_2_2603"/>
              <p:cNvSpPr/>
              <p:nvPr/>
            </p:nvSpPr>
            <p:spPr>
              <a:xfrm>
                <a:off x="4152900" y="1619874"/>
                <a:ext cx="3886200" cy="4251900"/>
              </a:xfrm>
              <a:prstGeom prst="rect">
                <a:avLst/>
              </a:prstGeom>
              <a:solidFill>
                <a:schemeClr val="lt1"/>
              </a:solidFill>
              <a:ln cap="flat" cmpd="sng" w="19050">
                <a:solidFill>
                  <a:srgbClr val="A5A5A5"/>
                </a:solidFill>
                <a:prstDash val="solid"/>
                <a:miter lim="80"/>
                <a:headEnd len="sm" w="sm" type="none"/>
                <a:tailEnd len="sm" w="sm" type="none"/>
              </a:ln>
              <a:effectLst>
                <a:outerShdw blurRad="171450" rotWithShape="0" algn="tl" dir="2700000" dist="1143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91425" lIns="182850" spcFirstLastPara="1" rIns="18285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0" i="0" sz="4800" u="none" cap="none" strike="noStrike">
                  <a:solidFill>
                    <a:schemeClr val="dk1"/>
                  </a:solidFill>
                  <a:latin typeface="Oswald Light"/>
                  <a:ea typeface="Oswald Light"/>
                  <a:cs typeface="Oswald Light"/>
                  <a:sym typeface="Oswald Light"/>
                </a:endParaRPr>
              </a:p>
            </p:txBody>
          </p:sp>
          <p:sp>
            <p:nvSpPr>
              <p:cNvPr id="1026" name="Google Shape;1026;g3f85ecfd79d_2_2603"/>
              <p:cNvSpPr/>
              <p:nvPr/>
            </p:nvSpPr>
            <p:spPr>
              <a:xfrm>
                <a:off x="4280911" y="1993405"/>
                <a:ext cx="137100" cy="137100"/>
              </a:xfrm>
              <a:prstGeom prst="ellipse">
                <a:avLst/>
              </a:prstGeom>
              <a:solidFill>
                <a:schemeClr val="dk1"/>
              </a:solidFill>
              <a:ln cap="flat" cmpd="sng" w="143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182850" spcFirstLastPara="1" rIns="18285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0" i="0" sz="4800" u="none" cap="none" strike="noStrike">
                  <a:solidFill>
                    <a:schemeClr val="dk1"/>
                  </a:solidFill>
                  <a:latin typeface="Oswald Light"/>
                  <a:ea typeface="Oswald Light"/>
                  <a:cs typeface="Oswald Light"/>
                  <a:sym typeface="Oswald Light"/>
                </a:endParaRPr>
              </a:p>
            </p:txBody>
          </p:sp>
          <p:sp>
            <p:nvSpPr>
              <p:cNvPr id="1027" name="Google Shape;1027;g3f85ecfd79d_2_2603"/>
              <p:cNvSpPr/>
              <p:nvPr/>
            </p:nvSpPr>
            <p:spPr>
              <a:xfrm>
                <a:off x="4280911" y="3687695"/>
                <a:ext cx="137100" cy="137100"/>
              </a:xfrm>
              <a:prstGeom prst="ellipse">
                <a:avLst/>
              </a:prstGeom>
              <a:solidFill>
                <a:schemeClr val="dk1"/>
              </a:solidFill>
              <a:ln cap="flat" cmpd="sng" w="143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182850" spcFirstLastPara="1" rIns="18285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0" i="0" sz="4800" u="none" cap="none" strike="noStrike">
                  <a:solidFill>
                    <a:schemeClr val="dk1"/>
                  </a:solidFill>
                  <a:latin typeface="Oswald Light"/>
                  <a:ea typeface="Oswald Light"/>
                  <a:cs typeface="Oswald Light"/>
                  <a:sym typeface="Oswald Light"/>
                </a:endParaRPr>
              </a:p>
            </p:txBody>
          </p:sp>
          <p:sp>
            <p:nvSpPr>
              <p:cNvPr id="1028" name="Google Shape;1028;g3f85ecfd79d_2_2603"/>
              <p:cNvSpPr/>
              <p:nvPr/>
            </p:nvSpPr>
            <p:spPr>
              <a:xfrm>
                <a:off x="4280911" y="5381985"/>
                <a:ext cx="137100" cy="137100"/>
              </a:xfrm>
              <a:prstGeom prst="ellipse">
                <a:avLst/>
              </a:prstGeom>
              <a:solidFill>
                <a:schemeClr val="dk1"/>
              </a:solidFill>
              <a:ln cap="flat" cmpd="sng" w="143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182850" spcFirstLastPara="1" rIns="18285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0" i="0" sz="4800" u="none" cap="none" strike="noStrike">
                  <a:solidFill>
                    <a:schemeClr val="dk1"/>
                  </a:solidFill>
                  <a:latin typeface="Oswald Light"/>
                  <a:ea typeface="Oswald Light"/>
                  <a:cs typeface="Oswald Light"/>
                  <a:sym typeface="Oswald Light"/>
                </a:endParaRPr>
              </a:p>
            </p:txBody>
          </p:sp>
        </p:grpSp>
        <p:sp>
          <p:nvSpPr>
            <p:cNvPr id="1029" name="Google Shape;1029;g3f85ecfd79d_2_2603"/>
            <p:cNvSpPr/>
            <p:nvPr/>
          </p:nvSpPr>
          <p:spPr>
            <a:xfrm>
              <a:off x="4719087" y="2036953"/>
              <a:ext cx="3378300" cy="3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182850" spcFirstLastPara="1" rIns="18285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79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Sales Process</a:t>
              </a:r>
              <a:endParaRPr b="1" sz="32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  <a:p>
              <a:pPr indent="-4064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2800"/>
                <a:buFont typeface="Noto Sans Symbols"/>
                <a:buChar char="▪"/>
              </a:pPr>
              <a:r>
                <a:rPr b="1" lang="en-US" sz="280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New Lead	</a:t>
              </a:r>
              <a:r>
                <a:rPr b="1" lang="en-US" sz="2800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b="1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4064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2800"/>
                <a:buFont typeface="Noto Sans Symbols"/>
                <a:buChar char="▪"/>
              </a:pPr>
              <a:r>
                <a:rPr b="1" lang="en-US" sz="280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Initial Call/ </a:t>
              </a:r>
              <a:r>
                <a:rPr b="1" lang="en-US" sz="2800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b="1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Qualify </a:t>
              </a:r>
              <a:r>
                <a:rPr b="1" lang="en-US" sz="2800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b="1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45720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b="1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4064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2800"/>
                <a:buFont typeface="Noto Sans Symbols"/>
                <a:buChar char="▪"/>
              </a:pPr>
              <a:r>
                <a:rPr b="1" lang="en-US" sz="280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Fit Meeting	</a:t>
              </a:r>
              <a:r>
                <a:rPr b="1" lang="en-US" sz="2800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b="1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		</a:t>
              </a:r>
              <a:r>
                <a:rPr b="1" lang="en-US" sz="2800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b="1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4064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2800"/>
                <a:buFont typeface="Noto Sans Symbols"/>
                <a:buChar char="▪"/>
              </a:pPr>
              <a:r>
                <a:rPr b="1" lang="en-US" sz="280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Proposal </a:t>
              </a:r>
              <a:r>
                <a:rPr b="1" lang="en-US" sz="2800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b="1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45720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b="1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4064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2800"/>
                <a:buFont typeface="Noto Sans Symbols"/>
                <a:buChar char="▪"/>
              </a:pPr>
              <a:r>
                <a:rPr b="1" lang="en-US" sz="280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Win/Lose	</a:t>
              </a:r>
              <a:r>
                <a:rPr b="1" lang="en-US" sz="2800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b="1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		</a:t>
              </a:r>
              <a:r>
                <a:rPr b="1" lang="en-US" sz="2800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3000">
                <a:solidFill>
                  <a:schemeClr val="accent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endParaRPr>
            </a:p>
          </p:txBody>
        </p:sp>
      </p:grpSp>
      <p:sp>
        <p:nvSpPr>
          <p:cNvPr id="1030" name="Google Shape;1030;g3f85ecfd79d_2_260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031" name="Google Shape;1031;g3f85ecfd79d_2_2603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g3f85ecfd79d_2_2603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f85ecfd79d_2_257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g3f85ecfd79d_2_257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“Your Company Way”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39" name="Google Shape;1039;g3f85ecfd79d_2_2578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sp>
        <p:nvSpPr>
          <p:cNvPr id="1040" name="Google Shape;1040;g3f85ecfd79d_2_2578"/>
          <p:cNvSpPr/>
          <p:nvPr/>
        </p:nvSpPr>
        <p:spPr>
          <a:xfrm>
            <a:off x="3242126" y="2490771"/>
            <a:ext cx="5829300" cy="6378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171450" rotWithShape="0" algn="tl" dir="2700000" dist="114300">
              <a:srgbClr val="000000">
                <a:alpha val="20000"/>
              </a:srgbClr>
            </a:outerShdw>
          </a:effectLst>
        </p:spPr>
        <p:txBody>
          <a:bodyPr anchorCtr="0" anchor="ctr" bIns="91425" lIns="182850" spcFirstLastPara="1" rIns="1828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041" name="Google Shape;1041;g3f85ecfd79d_2_2578"/>
          <p:cNvSpPr/>
          <p:nvPr/>
        </p:nvSpPr>
        <p:spPr>
          <a:xfrm>
            <a:off x="9212580" y="2490771"/>
            <a:ext cx="5829300" cy="6378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171450" rotWithShape="0" algn="tl" dir="2700000" dist="114300">
              <a:srgbClr val="000000">
                <a:alpha val="20000"/>
              </a:srgbClr>
            </a:outerShdw>
          </a:effectLst>
        </p:spPr>
        <p:txBody>
          <a:bodyPr anchorCtr="0" anchor="ctr" bIns="91425" lIns="182850" spcFirstLastPara="1" rIns="1828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grpSp>
        <p:nvGrpSpPr>
          <p:cNvPr id="1042" name="Google Shape;1042;g3f85ecfd79d_2_2578"/>
          <p:cNvGrpSpPr/>
          <p:nvPr/>
        </p:nvGrpSpPr>
        <p:grpSpPr>
          <a:xfrm>
            <a:off x="8566714" y="3020588"/>
            <a:ext cx="1101582" cy="261450"/>
            <a:chOff x="5711143" y="2013725"/>
            <a:chExt cx="734388" cy="174300"/>
          </a:xfrm>
        </p:grpSpPr>
        <p:sp>
          <p:nvSpPr>
            <p:cNvPr id="1043" name="Google Shape;1043;g3f85ecfd79d_2_2578"/>
            <p:cNvSpPr/>
            <p:nvPr/>
          </p:nvSpPr>
          <p:spPr>
            <a:xfrm>
              <a:off x="6269731" y="2013725"/>
              <a:ext cx="175800" cy="1743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44" name="Google Shape;1044;g3f85ecfd79d_2_2578"/>
            <p:cNvSpPr/>
            <p:nvPr/>
          </p:nvSpPr>
          <p:spPr>
            <a:xfrm>
              <a:off x="5711143" y="2013725"/>
              <a:ext cx="175800" cy="1695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1045" name="Google Shape;1045;g3f85ecfd79d_2_2578"/>
            <p:cNvCxnSpPr/>
            <p:nvPr/>
          </p:nvCxnSpPr>
          <p:spPr>
            <a:xfrm>
              <a:off x="5812972" y="2097820"/>
              <a:ext cx="521100" cy="0"/>
            </a:xfrm>
            <a:prstGeom prst="straightConnector1">
              <a:avLst/>
            </a:prstGeom>
            <a:noFill/>
            <a:ln cap="rnd" cmpd="sng" w="100025">
              <a:solidFill>
                <a:srgbClr val="CAD0D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46" name="Google Shape;1046;g3f85ecfd79d_2_2578"/>
          <p:cNvGrpSpPr/>
          <p:nvPr/>
        </p:nvGrpSpPr>
        <p:grpSpPr>
          <a:xfrm>
            <a:off x="8566714" y="5562023"/>
            <a:ext cx="1101582" cy="261450"/>
            <a:chOff x="5711143" y="3573505"/>
            <a:chExt cx="734388" cy="174300"/>
          </a:xfrm>
        </p:grpSpPr>
        <p:sp>
          <p:nvSpPr>
            <p:cNvPr id="1047" name="Google Shape;1047;g3f85ecfd79d_2_2578"/>
            <p:cNvSpPr/>
            <p:nvPr/>
          </p:nvSpPr>
          <p:spPr>
            <a:xfrm>
              <a:off x="6269731" y="3573505"/>
              <a:ext cx="175800" cy="1743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48" name="Google Shape;1048;g3f85ecfd79d_2_2578"/>
            <p:cNvSpPr/>
            <p:nvPr/>
          </p:nvSpPr>
          <p:spPr>
            <a:xfrm>
              <a:off x="5711143" y="3573505"/>
              <a:ext cx="175800" cy="1695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1049" name="Google Shape;1049;g3f85ecfd79d_2_2578"/>
            <p:cNvCxnSpPr/>
            <p:nvPr/>
          </p:nvCxnSpPr>
          <p:spPr>
            <a:xfrm>
              <a:off x="5812972" y="3657600"/>
              <a:ext cx="521100" cy="0"/>
            </a:xfrm>
            <a:prstGeom prst="straightConnector1">
              <a:avLst/>
            </a:prstGeom>
            <a:noFill/>
            <a:ln cap="rnd" cmpd="sng" w="100025">
              <a:solidFill>
                <a:srgbClr val="CAD0D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50" name="Google Shape;1050;g3f85ecfd79d_2_2578"/>
          <p:cNvGrpSpPr/>
          <p:nvPr/>
        </p:nvGrpSpPr>
        <p:grpSpPr>
          <a:xfrm>
            <a:off x="8566714" y="8103458"/>
            <a:ext cx="1101582" cy="261450"/>
            <a:chOff x="5711143" y="5402305"/>
            <a:chExt cx="734388" cy="174300"/>
          </a:xfrm>
        </p:grpSpPr>
        <p:sp>
          <p:nvSpPr>
            <p:cNvPr id="1051" name="Google Shape;1051;g3f85ecfd79d_2_2578"/>
            <p:cNvSpPr/>
            <p:nvPr/>
          </p:nvSpPr>
          <p:spPr>
            <a:xfrm>
              <a:off x="6269731" y="5402305"/>
              <a:ext cx="175800" cy="1743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52" name="Google Shape;1052;g3f85ecfd79d_2_2578"/>
            <p:cNvSpPr/>
            <p:nvPr/>
          </p:nvSpPr>
          <p:spPr>
            <a:xfrm>
              <a:off x="5711143" y="5402305"/>
              <a:ext cx="175800" cy="169500"/>
            </a:xfrm>
            <a:prstGeom prst="ellipse">
              <a:avLst/>
            </a:prstGeom>
            <a:solidFill>
              <a:schemeClr val="dk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50" spcFirstLastPara="1" rIns="18285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0" i="0" sz="4800" u="none" cap="none" strike="noStrik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1053" name="Google Shape;1053;g3f85ecfd79d_2_2578"/>
            <p:cNvCxnSpPr/>
            <p:nvPr/>
          </p:nvCxnSpPr>
          <p:spPr>
            <a:xfrm>
              <a:off x="5812972" y="5486400"/>
              <a:ext cx="521100" cy="0"/>
            </a:xfrm>
            <a:prstGeom prst="straightConnector1">
              <a:avLst/>
            </a:prstGeom>
            <a:noFill/>
            <a:ln cap="rnd" cmpd="sng" w="100025">
              <a:solidFill>
                <a:srgbClr val="CAD0D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54" name="Google Shape;1054;g3f85ecfd79d_2_2578"/>
          <p:cNvSpPr/>
          <p:nvPr/>
        </p:nvSpPr>
        <p:spPr>
          <a:xfrm>
            <a:off x="3709851" y="2866550"/>
            <a:ext cx="51738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Contents</a:t>
            </a:r>
            <a:endParaRPr b="1" sz="320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Marketing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Accounting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Service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55" name="Google Shape;1055;g3f85ecfd79d_2_2578"/>
          <p:cNvSpPr/>
          <p:nvPr/>
        </p:nvSpPr>
        <p:spPr>
          <a:xfrm>
            <a:off x="9982576" y="2866550"/>
            <a:ext cx="51738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 Process</a:t>
            </a:r>
            <a:endParaRPr b="1" sz="320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 Need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Define Seat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Hiring	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	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On-Boarding/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Training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LMA	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b="1" lang="en-US" sz="2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Termination	</a:t>
            </a: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b="1" sz="2800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6" name="Google Shape;1056;g3f85ecfd79d_2_257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057" name="Google Shape;1057;g3f85ecfd79d_2_2578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g3f85ecfd79d_2_257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f876a7ffbd_0_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65" name="Google Shape;1065;g3f876a7ffbd_0_0"/>
          <p:cNvSpPr/>
          <p:nvPr/>
        </p:nvSpPr>
        <p:spPr>
          <a:xfrm>
            <a:off x="1523951" y="3491896"/>
            <a:ext cx="16764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262"/>
              <a:buFont typeface="League Spartan"/>
              <a:buNone/>
            </a:pPr>
            <a:r>
              <a:rPr b="1" lang="en-US" sz="15263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endParaRPr sz="1526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66" name="Google Shape;1066;g3f876a7ffbd_0_0"/>
          <p:cNvSpPr/>
          <p:nvPr/>
        </p:nvSpPr>
        <p:spPr>
          <a:xfrm>
            <a:off x="1523950" y="4634900"/>
            <a:ext cx="10170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b="1" lang="en-US" sz="4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“Systemize the predictable</a:t>
            </a:r>
            <a:endParaRPr b="1" sz="42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marR="0" rtl="0" algn="l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b="1" lang="en-US" sz="4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 you can humanize the exceptional.”</a:t>
            </a:r>
            <a:endParaRPr b="1" sz="42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67" name="Google Shape;1067;g3f876a7ffbd_0_0"/>
          <p:cNvSpPr/>
          <p:nvPr/>
        </p:nvSpPr>
        <p:spPr>
          <a:xfrm>
            <a:off x="1523951" y="6425539"/>
            <a:ext cx="3187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— </a:t>
            </a: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ISADORE SHARP</a:t>
            </a: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,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68" name="Google Shape;1068;g3f876a7ffbd_0_0"/>
          <p:cNvSpPr/>
          <p:nvPr/>
        </p:nvSpPr>
        <p:spPr>
          <a:xfrm>
            <a:off x="4466699" y="6495100"/>
            <a:ext cx="4652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EB7C2"/>
              </a:buClr>
              <a:buSzPts val="2167"/>
              <a:buFont typeface="League Spartan"/>
              <a:buNone/>
            </a:pPr>
            <a:r>
              <a:rPr lang="en-US" sz="2168">
                <a:solidFill>
                  <a:srgbClr val="AEB7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founder of Four Seasons Hotels</a:t>
            </a:r>
            <a:endParaRPr sz="2168">
              <a:solidFill>
                <a:srgbClr val="AEB7C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69" name="Google Shape;1069;g3f876a7ffbd_0_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f876a7ffbd_0_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g3f876a7ffbd_0_10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1076" name="Google Shape;1076;g3f876a7ffbd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g3f876a7ffbd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4674" y="4622784"/>
            <a:ext cx="3887345" cy="398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g3f876a7ffbd_0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g3f876a7ffbd_0_10"/>
          <p:cNvSpPr txBox="1"/>
          <p:nvPr/>
        </p:nvSpPr>
        <p:spPr>
          <a:xfrm>
            <a:off x="12047623" y="5958072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Documented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3f876a7ffbd_0_10"/>
          <p:cNvSpPr txBox="1"/>
          <p:nvPr/>
        </p:nvSpPr>
        <p:spPr>
          <a:xfrm>
            <a:off x="12047622" y="6483661"/>
            <a:ext cx="298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Followed </a:t>
            </a:r>
            <a:b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All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3f876a7ffbd_0_1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82" name="Google Shape;1082;g3f876a7ffbd_0_1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083" name="Google Shape;1083;g3f876a7ffbd_0_10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g3f876a7ffbd_0_1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f876a7ffbd_0_18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g3f876a7ffbd_0_186"/>
          <p:cNvSpPr txBox="1"/>
          <p:nvPr>
            <p:ph idx="11" type="ftr"/>
          </p:nvPr>
        </p:nvSpPr>
        <p:spPr>
          <a:xfrm>
            <a:off x="20526152" y="14320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sp>
        <p:nvSpPr>
          <p:cNvPr id="1091" name="Google Shape;1091;g3f876a7ffbd_0_186"/>
          <p:cNvSpPr/>
          <p:nvPr/>
        </p:nvSpPr>
        <p:spPr>
          <a:xfrm>
            <a:off x="1071781" y="2728710"/>
            <a:ext cx="797400" cy="797400"/>
          </a:xfrm>
          <a:prstGeom prst="rect">
            <a:avLst/>
          </a:prstGeom>
          <a:solidFill>
            <a:schemeClr val="lt1"/>
          </a:solidFill>
          <a:ln cap="flat" cmpd="sng" w="85725">
            <a:solidFill>
              <a:srgbClr val="BFBF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g3f876a7ffbd_0_186"/>
          <p:cNvSpPr/>
          <p:nvPr/>
        </p:nvSpPr>
        <p:spPr>
          <a:xfrm>
            <a:off x="1050454" y="4259807"/>
            <a:ext cx="797400" cy="797400"/>
          </a:xfrm>
          <a:prstGeom prst="rect">
            <a:avLst/>
          </a:prstGeom>
          <a:solidFill>
            <a:schemeClr val="lt1"/>
          </a:solidFill>
          <a:ln cap="flat" cmpd="sng" w="85725">
            <a:solidFill>
              <a:srgbClr val="BFBF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g3f876a7ffbd_0_186"/>
          <p:cNvSpPr/>
          <p:nvPr/>
        </p:nvSpPr>
        <p:spPr>
          <a:xfrm>
            <a:off x="1039824" y="5790903"/>
            <a:ext cx="797400" cy="797400"/>
          </a:xfrm>
          <a:prstGeom prst="rect">
            <a:avLst/>
          </a:prstGeom>
          <a:solidFill>
            <a:schemeClr val="lt1"/>
          </a:solidFill>
          <a:ln cap="flat" cmpd="sng" w="85725">
            <a:solidFill>
              <a:srgbClr val="BFBF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g3f876a7ffbd_0_186"/>
          <p:cNvSpPr/>
          <p:nvPr/>
        </p:nvSpPr>
        <p:spPr>
          <a:xfrm>
            <a:off x="1039824" y="7258203"/>
            <a:ext cx="797400" cy="797400"/>
          </a:xfrm>
          <a:prstGeom prst="rect">
            <a:avLst/>
          </a:prstGeom>
          <a:solidFill>
            <a:schemeClr val="lt1"/>
          </a:solidFill>
          <a:ln cap="flat" cmpd="sng" w="85725">
            <a:solidFill>
              <a:srgbClr val="BFBF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g3f876a7ffbd_0_186"/>
          <p:cNvSpPr/>
          <p:nvPr/>
        </p:nvSpPr>
        <p:spPr>
          <a:xfrm>
            <a:off x="2374468" y="2762125"/>
            <a:ext cx="21192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Train</a:t>
            </a:r>
            <a:endParaRPr i="0" sz="4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96" name="Google Shape;1096;g3f876a7ffbd_0_186"/>
          <p:cNvSpPr/>
          <p:nvPr/>
        </p:nvSpPr>
        <p:spPr>
          <a:xfrm>
            <a:off x="2374468" y="4311150"/>
            <a:ext cx="33837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Measure</a:t>
            </a:r>
            <a:endParaRPr i="0" sz="4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97" name="Google Shape;1097;g3f876a7ffbd_0_186"/>
          <p:cNvSpPr/>
          <p:nvPr/>
        </p:nvSpPr>
        <p:spPr>
          <a:xfrm>
            <a:off x="2374468" y="5847550"/>
            <a:ext cx="18882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LMA</a:t>
            </a:r>
            <a:endParaRPr i="0" sz="4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98" name="Google Shape;1098;g3f876a7ffbd_0_186"/>
          <p:cNvSpPr/>
          <p:nvPr/>
        </p:nvSpPr>
        <p:spPr>
          <a:xfrm>
            <a:off x="2374468" y="7258200"/>
            <a:ext cx="29460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Update</a:t>
            </a:r>
            <a:endParaRPr i="0" sz="40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099" name="Google Shape;1099;g3f876a7ffbd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118" y="2593284"/>
            <a:ext cx="974148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g3f876a7ffbd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118" y="4095750"/>
            <a:ext cx="974148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g3f876a7ffbd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118" y="5619750"/>
            <a:ext cx="974148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g3f876a7ffbd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118" y="7067550"/>
            <a:ext cx="974148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g3f876a7ffbd_0_186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04" name="Google Shape;1104;g3f876a7ffbd_0_186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FBA Checklist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05" name="Google Shape;1105;g3f876a7ffbd_0_18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A picture containing person, dining table&#10;&#10;Description automatically generated" id="1106" name="Google Shape;1106;g3f876a7ffbd_0_186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872" l="27489" r="14147" t="0"/>
          <a:stretch/>
        </p:blipFill>
        <p:spPr>
          <a:xfrm>
            <a:off x="9144000" y="-37949"/>
            <a:ext cx="9143999" cy="10347955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g3f876a7ffbd_0_186"/>
          <p:cNvSpPr/>
          <p:nvPr/>
        </p:nvSpPr>
        <p:spPr>
          <a:xfrm>
            <a:off x="9144000" y="-37948"/>
            <a:ext cx="9144000" cy="103629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76175" lIns="152375" spcFirstLastPara="1" rIns="152375" wrap="square" tIns="76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33"/>
              <a:buFont typeface="Arial"/>
              <a:buNone/>
            </a:pPr>
            <a:r>
              <a:t/>
            </a:r>
            <a:endParaRPr b="0" i="0" sz="533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f876a7ffbd_0_3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g3f876a7ffbd_0_362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114" name="Google Shape;1114;g3f876a7ffbd_0_362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g3f876a7ffbd_0_362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16" name="Google Shape;1116;g3f876a7ffbd_0_362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1117" name="Google Shape;1117;g3f876a7ffbd_0_3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g3f876a7ffbd_0_3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4674" y="4622784"/>
            <a:ext cx="3887345" cy="398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g3f876a7ffbd_0_3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g3f876a7ffbd_0_362"/>
          <p:cNvSpPr txBox="1"/>
          <p:nvPr/>
        </p:nvSpPr>
        <p:spPr>
          <a:xfrm>
            <a:off x="12047623" y="5958072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Documented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g3f876a7ffbd_0_362"/>
          <p:cNvSpPr txBox="1"/>
          <p:nvPr/>
        </p:nvSpPr>
        <p:spPr>
          <a:xfrm>
            <a:off x="12047622" y="6483661"/>
            <a:ext cx="298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Followed </a:t>
            </a:r>
            <a:b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All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g3f876a7ffbd_0_362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23" name="Google Shape;1123;g3f876a7ffbd_0_362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cap="flat" cmpd="sng" w="47625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rgbClr val="000000">
                <a:alpha val="3020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i="0" sz="3300" u="none" cap="none" strike="noStrik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f876a7ffbd_0_3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g3f876a7ffbd_0_37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130" name="Google Shape;1130;g3f876a7ffbd_0_374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g3f876a7ffbd_0_37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32" name="Google Shape;1132;g3f876a7ffbd_0_374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1133" name="Google Shape;1133;g3f876a7ffbd_0_3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g3f876a7ffbd_0_3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9541" y="5631221"/>
            <a:ext cx="4636580" cy="344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g3f876a7ffbd_0_3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g3f876a7ffbd_0_374"/>
          <p:cNvSpPr txBox="1"/>
          <p:nvPr/>
        </p:nvSpPr>
        <p:spPr>
          <a:xfrm>
            <a:off x="9316230" y="7539735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Rocks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g3f876a7ffbd_0_374"/>
          <p:cNvSpPr txBox="1"/>
          <p:nvPr/>
        </p:nvSpPr>
        <p:spPr>
          <a:xfrm>
            <a:off x="9316230" y="8022828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Meeting Pulse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g3f876a7ffbd_0_37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f876a7ffbd_0_548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45" name="Google Shape;1145;g3f876a7ffbd_0_548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Meeting Pulse™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46" name="Google Shape;1146;g3f876a7ffbd_0_54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47" name="Google Shape;1147;g3f876a7ffbd_0_548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90-Day World™</a:t>
            </a:r>
            <a:endParaRPr>
              <a:solidFill>
                <a:schemeClr val="dk1"/>
              </a:solidFill>
            </a:endParaRPr>
          </a:p>
          <a:p>
            <a:pPr indent="-452120" lvl="0" marL="4572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Meeting Pulse</a:t>
            </a:r>
            <a:endParaRPr>
              <a:solidFill>
                <a:schemeClr val="dk1"/>
              </a:solidFill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Same Day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Same Time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 on Time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End on Time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Same Agenda</a:t>
            </a:r>
            <a:endParaRPr sz="2200">
              <a:solidFill>
                <a:srgbClr val="1422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148" name="Google Shape;1148;g3f876a7ffbd_0_5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69" l="35683" r="5580" t="0"/>
          <a:stretch/>
        </p:blipFill>
        <p:spPr>
          <a:xfrm>
            <a:off x="9144125" y="1"/>
            <a:ext cx="9143876" cy="10350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g3f876a7ffbd_0_548"/>
          <p:cNvSpPr/>
          <p:nvPr/>
        </p:nvSpPr>
        <p:spPr>
          <a:xfrm>
            <a:off x="9144125" y="15244"/>
            <a:ext cx="9144000" cy="103479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76175" lIns="152375" spcFirstLastPara="1" rIns="152375" wrap="square" tIns="76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33"/>
              <a:buFont typeface="Arial"/>
              <a:buNone/>
            </a:pPr>
            <a:r>
              <a:t/>
            </a:r>
            <a:endParaRPr b="0" i="0" sz="533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fa7efc94f1_1_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g3fa7efc94f1_1_9"/>
          <p:cNvSpPr txBox="1"/>
          <p:nvPr/>
        </p:nvSpPr>
        <p:spPr>
          <a:xfrm>
            <a:off x="1543049" y="3074670"/>
            <a:ext cx="13601700" cy="1962000"/>
          </a:xfrm>
          <a:prstGeom prst="rect">
            <a:avLst/>
          </a:prstGeom>
          <a:solidFill>
            <a:srgbClr val="FF7900">
              <a:alpha val="49800"/>
            </a:srgbClr>
          </a:solidFill>
          <a:ln cap="flat" cmpd="sng" w="38100">
            <a:solidFill>
              <a:srgbClr val="E8772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91425" lIns="182850" spcFirstLastPara="1" rIns="1828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E8772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4E2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Reporting Only</a:t>
            </a:r>
            <a:endParaRPr b="0" i="0" sz="2100" u="none" cap="none" strike="noStrike">
              <a:solidFill>
                <a:srgbClr val="F04E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E8772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156" name="Google Shape;1156;g3fa7efc94f1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4701" y="5509734"/>
            <a:ext cx="4846152" cy="76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g3fa7efc94f1_1_9"/>
          <p:cNvPicPr preferRelativeResize="0"/>
          <p:nvPr/>
        </p:nvPicPr>
        <p:blipFill rotWithShape="1">
          <a:blip r:embed="rId3">
            <a:alphaModFix/>
          </a:blip>
          <a:srcRect b="66818" l="0" r="0" t="0"/>
          <a:stretch/>
        </p:blipFill>
        <p:spPr>
          <a:xfrm>
            <a:off x="2334699" y="6672588"/>
            <a:ext cx="4846152" cy="25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g3fa7efc94f1_1_9"/>
          <p:cNvPicPr preferRelativeResize="0"/>
          <p:nvPr/>
        </p:nvPicPr>
        <p:blipFill rotWithShape="1">
          <a:blip r:embed="rId3">
            <a:alphaModFix/>
          </a:blip>
          <a:srcRect b="33636" l="0" r="0" t="33182"/>
          <a:stretch/>
        </p:blipFill>
        <p:spPr>
          <a:xfrm>
            <a:off x="2334698" y="6927197"/>
            <a:ext cx="4846152" cy="25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g3fa7efc94f1_1_9"/>
          <p:cNvPicPr preferRelativeResize="0"/>
          <p:nvPr/>
        </p:nvPicPr>
        <p:blipFill rotWithShape="1">
          <a:blip r:embed="rId3">
            <a:alphaModFix/>
          </a:blip>
          <a:srcRect b="0" l="0" r="0" t="66818"/>
          <a:stretch/>
        </p:blipFill>
        <p:spPr>
          <a:xfrm>
            <a:off x="2334701" y="7155222"/>
            <a:ext cx="4846152" cy="25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g3fa7efc94f1_1_9"/>
          <p:cNvPicPr preferRelativeResize="0"/>
          <p:nvPr/>
        </p:nvPicPr>
        <p:blipFill rotWithShape="1">
          <a:blip r:embed="rId3">
            <a:alphaModFix/>
          </a:blip>
          <a:srcRect b="33636" l="0" r="0" t="33182"/>
          <a:stretch/>
        </p:blipFill>
        <p:spPr>
          <a:xfrm>
            <a:off x="8194566" y="6676992"/>
            <a:ext cx="4846152" cy="25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g3fa7efc94f1_1_9"/>
          <p:cNvPicPr preferRelativeResize="0"/>
          <p:nvPr/>
        </p:nvPicPr>
        <p:blipFill rotWithShape="1">
          <a:blip r:embed="rId3">
            <a:alphaModFix/>
          </a:blip>
          <a:srcRect b="0" l="0" r="0" t="66818"/>
          <a:stretch/>
        </p:blipFill>
        <p:spPr>
          <a:xfrm>
            <a:off x="8194569" y="6905018"/>
            <a:ext cx="4846152" cy="2546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g3fa7efc94f1_1_9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Level 10 Meeting™</a:t>
            </a:r>
            <a:endParaRPr b="1"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63" name="Google Shape;1163;g3fa7efc94f1_1_9"/>
          <p:cNvSpPr txBox="1"/>
          <p:nvPr/>
        </p:nvSpPr>
        <p:spPr>
          <a:xfrm>
            <a:off x="1875075" y="2400125"/>
            <a:ext cx="12642600" cy="3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21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Good News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Scorecard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Rock Review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&amp; Employee Headlines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 Do List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64" name="Google Shape;1164;g3fa7efc94f1_1_9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165" name="Google Shape;1165;g3fa7efc94f1_1_9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g3fa7efc94f1_1_9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67" name="Google Shape;1167;g3fa7efc94f1_1_9"/>
          <p:cNvSpPr txBox="1"/>
          <p:nvPr/>
        </p:nvSpPr>
        <p:spPr>
          <a:xfrm>
            <a:off x="1875075" y="5531864"/>
            <a:ext cx="12642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Issues List/IDS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60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68" name="Google Shape;1168;g3fa7efc94f1_1_9"/>
          <p:cNvSpPr txBox="1"/>
          <p:nvPr/>
        </p:nvSpPr>
        <p:spPr>
          <a:xfrm>
            <a:off x="1875075" y="6721426"/>
            <a:ext cx="12642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Conclude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f876a7ffbd_0_5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g3f876a7ffbd_0_57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175" name="Google Shape;1175;g3f876a7ffbd_0_574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g3f876a7ffbd_0_57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77" name="Google Shape;1177;g3f876a7ffbd_0_57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78" name="Google Shape;1178;g3f876a7ffbd_0_574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cap="flat" cmpd="sng" w="47625">
            <a:solidFill>
              <a:srgbClr val="FF79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rgbClr val="000000">
                <a:alpha val="3020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i="0" sz="3300" u="none" cap="none" strike="noStrik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1179" name="Google Shape;1179;g3f876a7ffbd_0_574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1180" name="Google Shape;1180;g3f876a7ffbd_0_5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g3f876a7ffbd_0_5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9541" y="5631221"/>
            <a:ext cx="4636580" cy="344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g3f876a7ffbd_0_5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g3f876a7ffbd_0_574"/>
          <p:cNvSpPr txBox="1"/>
          <p:nvPr/>
        </p:nvSpPr>
        <p:spPr>
          <a:xfrm>
            <a:off x="9316230" y="7539735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Rocks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g3f876a7ffbd_0_574"/>
          <p:cNvSpPr txBox="1"/>
          <p:nvPr/>
        </p:nvSpPr>
        <p:spPr>
          <a:xfrm>
            <a:off x="9316230" y="8022828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Meeting Pulse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f876a7ffbd_0_58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g3f876a7ffbd_0_586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grpSp>
        <p:nvGrpSpPr>
          <p:cNvPr id="1191" name="Google Shape;1191;g3f876a7ffbd_0_586"/>
          <p:cNvGrpSpPr/>
          <p:nvPr/>
        </p:nvGrpSpPr>
        <p:grpSpPr>
          <a:xfrm>
            <a:off x="6479912" y="521540"/>
            <a:ext cx="8470527" cy="8439662"/>
            <a:chOff x="4319941" y="347693"/>
            <a:chExt cx="5647018" cy="5626441"/>
          </a:xfrm>
        </p:grpSpPr>
        <p:pic>
          <p:nvPicPr>
            <p:cNvPr id="1192" name="Google Shape;1192;g3f876a7ffbd_0_5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81331" y="347693"/>
              <a:ext cx="2708912" cy="2041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3" name="Google Shape;1193;g3f876a7ffbd_0_5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38799" y="3899919"/>
              <a:ext cx="2793974" cy="2074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4" name="Google Shape;1194;g3f876a7ffbd_0_58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27658" y="739166"/>
              <a:ext cx="2381748" cy="2368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5" name="Google Shape;1195;g3f876a7ffbd_0_58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78667" y="726079"/>
              <a:ext cx="238829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6" name="Google Shape;1196;g3f876a7ffbd_0_58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19941" y="3178949"/>
              <a:ext cx="234903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7" name="Google Shape;1197;g3f876a7ffbd_0_58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24470" y="3178949"/>
              <a:ext cx="2342489" cy="2401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8" name="Google Shape;1198;g3f876a7ffbd_0_58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90711" y="2301647"/>
              <a:ext cx="1720879" cy="17208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9" name="Google Shape;1199;g3f876a7ffbd_0_58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200" name="Google Shape;1200;g3f876a7ffbd_0_586"/>
          <p:cNvPicPr preferRelativeResize="0"/>
          <p:nvPr/>
        </p:nvPicPr>
        <p:blipFill rotWithShape="1">
          <a:blip r:embed="rId10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g3f876a7ffbd_0_586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02" name="Google Shape;1202;g3f876a7ffbd_0_586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f876a7ffbd_0_78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209" name="Google Shape;1209;g3f876a7ffbd_0_787"/>
          <p:cNvPicPr preferRelativeResize="0"/>
          <p:nvPr/>
        </p:nvPicPr>
        <p:blipFill rotWithShape="1">
          <a:blip r:embed="rId3">
            <a:alphaModFix amt="6000"/>
          </a:blip>
          <a:srcRect b="0" l="0" r="0" t="0"/>
          <a:stretch/>
        </p:blipFill>
        <p:spPr>
          <a:xfrm>
            <a:off x="9153558" y="762790"/>
            <a:ext cx="9305858" cy="876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g3f876a7ffbd_0_787"/>
          <p:cNvSpPr/>
          <p:nvPr/>
        </p:nvSpPr>
        <p:spPr>
          <a:xfrm>
            <a:off x="14068392" y="1067526"/>
            <a:ext cx="43185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062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650"/>
              <a:buFont typeface="League Spartan"/>
              <a:buNone/>
            </a:pPr>
            <a:r>
              <a:rPr b="1" lang="en-US" sz="136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136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11" name="Google Shape;1211;g3f876a7ffbd_0_787"/>
          <p:cNvSpPr/>
          <p:nvPr/>
        </p:nvSpPr>
        <p:spPr>
          <a:xfrm>
            <a:off x="1238236" y="3783385"/>
            <a:ext cx="173925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04E23"/>
              </a:buClr>
              <a:buSzPts val="10500"/>
              <a:buFont typeface="League Spartan"/>
              <a:buNone/>
            </a:pPr>
            <a:r>
              <a:rPr b="1" lang="en-US" sz="105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12" name="Google Shape;1212;g3f876a7ffbd_0_787"/>
          <p:cNvSpPr/>
          <p:nvPr/>
        </p:nvSpPr>
        <p:spPr>
          <a:xfrm>
            <a:off x="1238236" y="5143488"/>
            <a:ext cx="173925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0"/>
              <a:buFont typeface="League Spartan"/>
              <a:buNone/>
            </a:pPr>
            <a:r>
              <a:rPr b="1" lang="en-US" sz="105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13" name="Google Shape;1213;g3f876a7ffbd_0_787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f876a7ffbd_0_79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g3f876a7ffbd_0_797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220" name="Google Shape;1220;g3f876a7ffbd_0_797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g3f876a7ffbd_0_797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b="1" lang="en-US" sz="902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22" name="Google Shape;1222;g3f876a7ffbd_0_797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b="1" lang="en-US" sz="4800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23" name="Google Shape;1223;g3f876a7ffbd_0_797"/>
          <p:cNvSpPr txBox="1"/>
          <p:nvPr>
            <p:ph idx="11" type="ftr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grpSp>
        <p:nvGrpSpPr>
          <p:cNvPr id="1224" name="Google Shape;1224;g3f876a7ffbd_0_797"/>
          <p:cNvGrpSpPr/>
          <p:nvPr/>
        </p:nvGrpSpPr>
        <p:grpSpPr>
          <a:xfrm>
            <a:off x="6479912" y="521540"/>
            <a:ext cx="8470527" cy="8439662"/>
            <a:chOff x="4319941" y="347693"/>
            <a:chExt cx="5647018" cy="5626441"/>
          </a:xfrm>
        </p:grpSpPr>
        <p:pic>
          <p:nvPicPr>
            <p:cNvPr id="1225" name="Google Shape;1225;g3f876a7ffbd_0_7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81331" y="347693"/>
              <a:ext cx="2708912" cy="2041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6" name="Google Shape;1226;g3f876a7ffbd_0_7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38799" y="3899919"/>
              <a:ext cx="2793974" cy="2074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7" name="Google Shape;1227;g3f876a7ffbd_0_79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27658" y="739166"/>
              <a:ext cx="2381748" cy="2368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8" name="Google Shape;1228;g3f876a7ffbd_0_79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578667" y="726079"/>
              <a:ext cx="238829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9" name="Google Shape;1229;g3f876a7ffbd_0_79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19941" y="3178949"/>
              <a:ext cx="234903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0" name="Google Shape;1230;g3f876a7ffbd_0_79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4470" y="3178949"/>
              <a:ext cx="2342489" cy="2401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1" name="Google Shape;1231;g3f876a7ffbd_0_79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290711" y="2301647"/>
              <a:ext cx="1720879" cy="172087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f876a7ffbd_0_964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38" name="Google Shape;1238;g3f876a7ffbd_0_964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 Foundational Tools™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39" name="Google Shape;1239;g3f876a7ffbd_0_96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40" name="Google Shape;1240;g3f876a7ffbd_0_964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</a:t>
            </a:r>
            <a:endParaRPr>
              <a:solidFill>
                <a:schemeClr val="dk1"/>
              </a:solidFill>
            </a:endParaRPr>
          </a:p>
          <a:p>
            <a:pPr indent="-452120" lvl="0" marL="4572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Accountability Chart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Rocks</a:t>
            </a:r>
            <a:endParaRPr>
              <a:solidFill>
                <a:schemeClr val="dk1"/>
              </a:solidFill>
            </a:endParaRPr>
          </a:p>
          <a:p>
            <a:pPr indent="-452120" lvl="0" marL="4572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Meeting Pulse</a:t>
            </a:r>
            <a:endParaRPr>
              <a:solidFill>
                <a:schemeClr val="dk1"/>
              </a:solidFill>
            </a:endParaRPr>
          </a:p>
          <a:p>
            <a:pPr indent="-452120" lvl="0" marL="4572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Scorecard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A person and person sitting on a couch looking at a computer&#10;&#10;Description automatically generated with medium confidence" id="1241" name="Google Shape;1241;g3f876a7ffbd_0_9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8485" r="22625" t="0"/>
          <a:stretch/>
        </p:blipFill>
        <p:spPr>
          <a:xfrm flipH="1">
            <a:off x="9200098" y="2523"/>
            <a:ext cx="9087902" cy="1028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g3f876a7ffbd_0_964"/>
          <p:cNvSpPr/>
          <p:nvPr/>
        </p:nvSpPr>
        <p:spPr>
          <a:xfrm>
            <a:off x="9200098" y="-1"/>
            <a:ext cx="9087900" cy="102870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75700" lIns="151450" spcFirstLastPara="1" rIns="151450" wrap="square" tIns="7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1"/>
              <a:buFont typeface="Arial"/>
              <a:buNone/>
            </a:pPr>
            <a:r>
              <a:t/>
            </a:r>
            <a:endParaRPr b="0" i="0" sz="530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3f876a7ffbd_0_976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49" name="Google Shape;1249;g3f876a7ffbd_0_976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Resources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50" name="Google Shape;1250;g3f876a7ffbd_0_97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51" name="Google Shape;1251;g3f876a7ffbd_0_976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52120" lvl="0" marL="457200" rtl="0" algn="l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EOSWorldwide.com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Traction Library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Downloadable tools and videos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Base Camp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1" marL="914400" rtl="0" algn="l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 Implementers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A person pointing at a whiteboard&#10;&#10;Description automatically generated with low confidence" id="1252" name="Google Shape;1252;g3f876a7ffbd_0_97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145" l="289" r="0" t="296"/>
          <a:stretch/>
        </p:blipFill>
        <p:spPr>
          <a:xfrm>
            <a:off x="9200098" y="0"/>
            <a:ext cx="9087901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g3f876a7ffbd_0_976"/>
          <p:cNvSpPr/>
          <p:nvPr/>
        </p:nvSpPr>
        <p:spPr>
          <a:xfrm>
            <a:off x="9200100" y="0"/>
            <a:ext cx="9087900" cy="102870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75700" lIns="151450" spcFirstLastPara="1" rIns="151450" wrap="square" tIns="7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1"/>
              <a:buFont typeface="Arial"/>
              <a:buNone/>
            </a:pPr>
            <a:r>
              <a:t/>
            </a:r>
            <a:endParaRPr b="0" i="0" sz="530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f876a7ffbd_0_988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60" name="Google Shape;1260;g3f876a7ffbd_0_988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Thoughts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61" name="Google Shape;1261;g3f876a7ffbd_0_98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62" name="Google Shape;1262;g3f876a7ffbd_0_988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521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Choose — and Use — a System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4521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b="1" lang="en-US" sz="32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 What You Want – your #1 Goal</a:t>
            </a:r>
            <a:endParaRPr b="1" sz="320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A person pointing at a whiteboard&#10;&#10;Description automatically generated with low confidence" id="1263" name="Google Shape;1263;g3f876a7ffbd_0_98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145" l="289" r="0" t="296"/>
          <a:stretch/>
        </p:blipFill>
        <p:spPr>
          <a:xfrm>
            <a:off x="9200098" y="0"/>
            <a:ext cx="9087901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g3f876a7ffbd_0_988"/>
          <p:cNvSpPr/>
          <p:nvPr/>
        </p:nvSpPr>
        <p:spPr>
          <a:xfrm>
            <a:off x="9200100" y="0"/>
            <a:ext cx="9087900" cy="102870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75700" lIns="151450" spcFirstLastPara="1" rIns="151450" wrap="square" tIns="7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1"/>
              <a:buFont typeface="Arial"/>
              <a:buNone/>
            </a:pPr>
            <a:r>
              <a:t/>
            </a:r>
            <a:endParaRPr b="0" i="0" sz="530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5" name="Google Shape;1265;g3f876a7ffbd_0_988" title="20260914 - WRoEOS - EOS-Talk.png"/>
          <p:cNvPicPr preferRelativeResize="0"/>
          <p:nvPr/>
        </p:nvPicPr>
        <p:blipFill rotWithShape="1">
          <a:blip r:embed="rId4">
            <a:alphaModFix/>
          </a:blip>
          <a:srcRect b="9437" l="23911" r="19157" t="0"/>
          <a:stretch/>
        </p:blipFill>
        <p:spPr>
          <a:xfrm>
            <a:off x="9200100" y="0"/>
            <a:ext cx="114964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f876a7ffbd_0_100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72" name="Google Shape;1272;g3f876a7ffbd_0_1007"/>
          <p:cNvSpPr/>
          <p:nvPr/>
        </p:nvSpPr>
        <p:spPr>
          <a:xfrm>
            <a:off x="1523951" y="2846121"/>
            <a:ext cx="16764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262"/>
              <a:buFont typeface="League Spartan"/>
              <a:buNone/>
            </a:pPr>
            <a:r>
              <a:rPr b="1" lang="en-US" sz="15263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endParaRPr sz="1526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73" name="Google Shape;1273;g3f876a7ffbd_0_1007"/>
          <p:cNvSpPr/>
          <p:nvPr/>
        </p:nvSpPr>
        <p:spPr>
          <a:xfrm>
            <a:off x="1523951" y="7263739"/>
            <a:ext cx="3187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—– VISIONARY</a:t>
            </a: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,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74" name="Google Shape;1274;g3f876a7ffbd_0_1007"/>
          <p:cNvSpPr/>
          <p:nvPr/>
        </p:nvSpPr>
        <p:spPr>
          <a:xfrm>
            <a:off x="3990449" y="7300800"/>
            <a:ext cx="4652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EB7C2"/>
              </a:buClr>
              <a:buSzPts val="2167"/>
              <a:buFont typeface="League Spartan"/>
              <a:buNone/>
            </a:pPr>
            <a:r>
              <a:rPr lang="en-US" sz="2168">
                <a:solidFill>
                  <a:srgbClr val="AEB7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 Client in Minnesota</a:t>
            </a:r>
            <a:endParaRPr sz="2168">
              <a:solidFill>
                <a:srgbClr val="AEB7C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75" name="Google Shape;1275;g3f876a7ffbd_0_1007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76" name="Google Shape;1276;g3f876a7ffbd_0_1007"/>
          <p:cNvSpPr/>
          <p:nvPr/>
        </p:nvSpPr>
        <p:spPr>
          <a:xfrm>
            <a:off x="1523950" y="3882764"/>
            <a:ext cx="113838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b="1" lang="en-US" sz="4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“I’ve never felt so alive and in control. I own the vision for my future and the ability to share it with others and get them on board. </a:t>
            </a:r>
            <a:endParaRPr b="1" sz="42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marR="0" rtl="0" algn="l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b="1" lang="en-US" sz="4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Here's the best part—I'm 41 years old! I can only imagine what is possible.”</a:t>
            </a:r>
            <a:endParaRPr b="1" sz="42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f876a7ffbd_0_10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283" name="Google Shape;1283;g3f876a7ffbd_0_1030"/>
          <p:cNvPicPr preferRelativeResize="0"/>
          <p:nvPr/>
        </p:nvPicPr>
        <p:blipFill rotWithShape="1">
          <a:blip r:embed="rId3">
            <a:alphaModFix amt="6000"/>
          </a:blip>
          <a:srcRect b="0" l="0" r="0" t="0"/>
          <a:stretch/>
        </p:blipFill>
        <p:spPr>
          <a:xfrm>
            <a:off x="9153558" y="762790"/>
            <a:ext cx="9305858" cy="876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g3f876a7ffbd_0_1030"/>
          <p:cNvSpPr/>
          <p:nvPr/>
        </p:nvSpPr>
        <p:spPr>
          <a:xfrm>
            <a:off x="14068392" y="1067526"/>
            <a:ext cx="43185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062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650"/>
              <a:buFont typeface="League Spartan"/>
              <a:buNone/>
            </a:pPr>
            <a:r>
              <a:rPr b="1" lang="en-US" sz="136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136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85" name="Google Shape;1285;g3f876a7ffbd_0_1030"/>
          <p:cNvSpPr/>
          <p:nvPr/>
        </p:nvSpPr>
        <p:spPr>
          <a:xfrm>
            <a:off x="1238236" y="4610088"/>
            <a:ext cx="173925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0"/>
              <a:buFont typeface="League Spartan"/>
              <a:buNone/>
            </a:pPr>
            <a:r>
              <a:rPr b="1" lang="en-US" sz="105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Q&amp;A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86" name="Google Shape;1286;g3f876a7ffbd_0_103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293" name="Google Shape;12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22" y="2165011"/>
            <a:ext cx="3238447" cy="3048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4"/>
          <p:cNvSpPr/>
          <p:nvPr/>
        </p:nvSpPr>
        <p:spPr>
          <a:xfrm>
            <a:off x="9239218" y="2269759"/>
            <a:ext cx="14949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80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370"/>
              <a:buFont typeface="League Spartan"/>
              <a:buNone/>
            </a:pPr>
            <a:r>
              <a:rPr b="1" lang="en-US" sz="437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4371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95" name="Google Shape;1295;p14"/>
          <p:cNvSpPr/>
          <p:nvPr/>
        </p:nvSpPr>
        <p:spPr>
          <a:xfrm>
            <a:off x="6323033" y="5594954"/>
            <a:ext cx="6206100" cy="11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League Spartan"/>
              <a:buNone/>
            </a:pPr>
            <a:r>
              <a:rPr b="1" lang="en-US" sz="7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Thanks, </a:t>
            </a:r>
            <a:r>
              <a:rPr b="1" lang="en-US" sz="78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y’all!</a:t>
            </a:r>
            <a:endParaRPr sz="7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96" name="Google Shape;1296;p14"/>
          <p:cNvSpPr/>
          <p:nvPr/>
        </p:nvSpPr>
        <p:spPr>
          <a:xfrm>
            <a:off x="3844815" y="7110618"/>
            <a:ext cx="105984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EB7C2"/>
              </a:buClr>
              <a:buSzPts val="1912"/>
              <a:buFont typeface="League Spartan"/>
              <a:buNone/>
            </a:pPr>
            <a:r>
              <a:rPr b="1" lang="en-US" sz="1913">
                <a:solidFill>
                  <a:srgbClr val="AEB7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FIFTH ANNUAL · SEPTEMBER 14, 2026 · THE STATLER DALLAS</a:t>
            </a:r>
            <a:endParaRPr sz="191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97" name="Google Shape;1297;p14"/>
          <p:cNvSpPr/>
          <p:nvPr/>
        </p:nvSpPr>
        <p:spPr>
          <a:xfrm>
            <a:off x="5334599" y="7752700"/>
            <a:ext cx="44940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ann.sheu@EOSWorldwide.com</a:t>
            </a:r>
            <a:endParaRPr b="1" sz="255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t/>
            </a:r>
            <a:endParaRPr b="1" sz="2550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98" name="Google Shape;1298;p14"/>
          <p:cNvSpPr/>
          <p:nvPr/>
        </p:nvSpPr>
        <p:spPr>
          <a:xfrm>
            <a:off x="10074190" y="7822260"/>
            <a:ext cx="2879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9D0D9"/>
              </a:buClr>
              <a:buSzPts val="2167"/>
              <a:buFont typeface="League Spartan"/>
              <a:buNone/>
            </a:pPr>
            <a:r>
              <a:rPr b="1" lang="en-US" sz="2168">
                <a:solidFill>
                  <a:srgbClr val="C9D0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eosnorthtexas.com</a:t>
            </a:r>
            <a:endParaRPr sz="2168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99" name="Google Shape;1299;p1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8"/>
          <p:cNvSpPr/>
          <p:nvPr/>
        </p:nvSpPr>
        <p:spPr>
          <a:xfrm>
            <a:off x="952453" y="761976"/>
            <a:ext cx="18021359" cy="6076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3900"/>
              <a:buFont typeface="League Spartan"/>
              <a:buNone/>
            </a:pPr>
            <a:r>
              <a:rPr b="1" lang="en-US" sz="390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to Our Sponsors</a:t>
            </a:r>
            <a:endParaRPr sz="39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06" name="Google Shape;1306;p8"/>
          <p:cNvSpPr/>
          <p:nvPr/>
        </p:nvSpPr>
        <p:spPr>
          <a:xfrm>
            <a:off x="952453" y="1617220"/>
            <a:ext cx="2883803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800"/>
              <a:buFont typeface="League Spartan"/>
              <a:buNone/>
            </a:pPr>
            <a:r>
              <a:rPr b="1" lang="en-US" sz="180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 SPONSORS</a:t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07" name="Google Shape;1307;p8"/>
          <p:cNvSpPr/>
          <p:nvPr/>
        </p:nvSpPr>
        <p:spPr>
          <a:xfrm>
            <a:off x="3745480" y="1740310"/>
            <a:ext cx="13590026" cy="19021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08" name="Google Shape;1308;p8"/>
          <p:cNvSpPr/>
          <p:nvPr/>
        </p:nvSpPr>
        <p:spPr>
          <a:xfrm>
            <a:off x="4057688" y="1996679"/>
            <a:ext cx="4952944" cy="1409692"/>
          </a:xfrm>
          <a:prstGeom prst="roundRect">
            <a:avLst>
              <a:gd fmla="val 6757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09" name="Google Shape;13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7665" y="2242655"/>
            <a:ext cx="2532922" cy="917672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8"/>
          <p:cNvSpPr/>
          <p:nvPr/>
        </p:nvSpPr>
        <p:spPr>
          <a:xfrm>
            <a:off x="9277327" y="1996679"/>
            <a:ext cx="4952944" cy="1409692"/>
          </a:xfrm>
          <a:prstGeom prst="roundRect">
            <a:avLst>
              <a:gd fmla="val 6757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11" name="Google Shape;1311;p8"/>
          <p:cNvPicPr preferRelativeResize="0"/>
          <p:nvPr/>
        </p:nvPicPr>
        <p:blipFill rotWithShape="1">
          <a:blip r:embed="rId4">
            <a:alphaModFix/>
          </a:blip>
          <a:srcRect b="0" l="-3" r="-3" t="0"/>
          <a:stretch/>
        </p:blipFill>
        <p:spPr>
          <a:xfrm>
            <a:off x="10317002" y="2242655"/>
            <a:ext cx="2873525" cy="917672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8"/>
          <p:cNvSpPr/>
          <p:nvPr/>
        </p:nvSpPr>
        <p:spPr>
          <a:xfrm>
            <a:off x="952453" y="3634957"/>
            <a:ext cx="2875509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800"/>
              <a:buFont typeface="League Spartan"/>
              <a:buNone/>
            </a:pPr>
            <a:r>
              <a:rPr b="1" lang="en-US" sz="180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BOOK SPONSORS</a:t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13" name="Google Shape;1313;p8"/>
          <p:cNvSpPr/>
          <p:nvPr/>
        </p:nvSpPr>
        <p:spPr>
          <a:xfrm>
            <a:off x="3737940" y="3758047"/>
            <a:ext cx="13597567" cy="19021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14" name="Google Shape;1314;p8"/>
          <p:cNvSpPr/>
          <p:nvPr/>
        </p:nvSpPr>
        <p:spPr>
          <a:xfrm>
            <a:off x="5219706" y="4014417"/>
            <a:ext cx="3809946" cy="1104888"/>
          </a:xfrm>
          <a:prstGeom prst="roundRect">
            <a:avLst>
              <a:gd fmla="val 8621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15" name="Google Shape;1315;p8"/>
          <p:cNvPicPr preferRelativeResize="0"/>
          <p:nvPr/>
        </p:nvPicPr>
        <p:blipFill rotWithShape="1">
          <a:blip r:embed="rId5">
            <a:alphaModFix/>
          </a:blip>
          <a:srcRect b="0" l="-215" r="-215" t="0"/>
          <a:stretch/>
        </p:blipFill>
        <p:spPr>
          <a:xfrm>
            <a:off x="5683128" y="4203195"/>
            <a:ext cx="2883103" cy="727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8"/>
          <p:cNvSpPr/>
          <p:nvPr/>
        </p:nvSpPr>
        <p:spPr>
          <a:xfrm>
            <a:off x="9258238" y="4014417"/>
            <a:ext cx="3809946" cy="1104888"/>
          </a:xfrm>
          <a:prstGeom prst="roundRect">
            <a:avLst>
              <a:gd fmla="val 8621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17" name="Google Shape;1317;p8"/>
          <p:cNvPicPr preferRelativeResize="0"/>
          <p:nvPr/>
        </p:nvPicPr>
        <p:blipFill rotWithShape="1">
          <a:blip r:embed="rId6">
            <a:alphaModFix/>
          </a:blip>
          <a:srcRect b="0" l="-4" r="-4" t="0"/>
          <a:stretch/>
        </p:blipFill>
        <p:spPr>
          <a:xfrm>
            <a:off x="10162120" y="4203195"/>
            <a:ext cx="2002182" cy="727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8"/>
          <p:cNvSpPr/>
          <p:nvPr/>
        </p:nvSpPr>
        <p:spPr>
          <a:xfrm>
            <a:off x="952453" y="5347891"/>
            <a:ext cx="3890777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800"/>
              <a:buFont typeface="League Spartan"/>
              <a:buNone/>
            </a:pPr>
            <a:r>
              <a:rPr b="1" lang="en-US" sz="180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 HOUR SPONSOR</a:t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19" name="Google Shape;1319;p8"/>
          <p:cNvSpPr/>
          <p:nvPr/>
        </p:nvSpPr>
        <p:spPr>
          <a:xfrm>
            <a:off x="4660911" y="5470981"/>
            <a:ext cx="12674596" cy="19021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20" name="Google Shape;1320;p8"/>
          <p:cNvSpPr/>
          <p:nvPr/>
        </p:nvSpPr>
        <p:spPr>
          <a:xfrm>
            <a:off x="7572341" y="5727350"/>
            <a:ext cx="3143209" cy="933432"/>
          </a:xfrm>
          <a:prstGeom prst="roundRect">
            <a:avLst>
              <a:gd fmla="val 10204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21" name="Google Shape;1321;p8"/>
          <p:cNvPicPr preferRelativeResize="0"/>
          <p:nvPr/>
        </p:nvPicPr>
        <p:blipFill rotWithShape="1">
          <a:blip r:embed="rId7">
            <a:alphaModFix/>
          </a:blip>
          <a:srcRect b="0" l="-6" r="-6" t="0"/>
          <a:stretch/>
        </p:blipFill>
        <p:spPr>
          <a:xfrm>
            <a:off x="8550471" y="5897109"/>
            <a:ext cx="1186948" cy="59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8"/>
          <p:cNvSpPr/>
          <p:nvPr/>
        </p:nvSpPr>
        <p:spPr>
          <a:xfrm>
            <a:off x="952453" y="6889368"/>
            <a:ext cx="371002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800"/>
              <a:buFont typeface="League Spartan"/>
              <a:buNone/>
            </a:pPr>
            <a:r>
              <a:rPr b="1" lang="en-US" sz="180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SWAG BAG SPONSORS</a:t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23" name="Google Shape;1323;p8"/>
          <p:cNvSpPr/>
          <p:nvPr/>
        </p:nvSpPr>
        <p:spPr>
          <a:xfrm>
            <a:off x="4496587" y="7012459"/>
            <a:ext cx="12838920" cy="19021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24" name="Google Shape;1324;p8"/>
          <p:cNvSpPr/>
          <p:nvPr/>
        </p:nvSpPr>
        <p:spPr>
          <a:xfrm>
            <a:off x="6467520" y="7268828"/>
            <a:ext cx="2571710" cy="819105"/>
          </a:xfrm>
          <a:prstGeom prst="roundRect">
            <a:avLst>
              <a:gd fmla="val 11629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25" name="Google Shape;1325;p8"/>
          <p:cNvPicPr preferRelativeResize="0"/>
          <p:nvPr/>
        </p:nvPicPr>
        <p:blipFill rotWithShape="1">
          <a:blip r:embed="rId8">
            <a:alphaModFix/>
          </a:blip>
          <a:srcRect b="0" l="-4" r="-4" t="0"/>
          <a:stretch/>
        </p:blipFill>
        <p:spPr>
          <a:xfrm>
            <a:off x="6814509" y="7400477"/>
            <a:ext cx="1877665" cy="55573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8"/>
          <p:cNvSpPr/>
          <p:nvPr/>
        </p:nvSpPr>
        <p:spPr>
          <a:xfrm>
            <a:off x="9248728" y="7268828"/>
            <a:ext cx="2571710" cy="819105"/>
          </a:xfrm>
          <a:prstGeom prst="roundRect">
            <a:avLst>
              <a:gd fmla="val 11629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27" name="Google Shape;1327;p8"/>
          <p:cNvPicPr preferRelativeResize="0"/>
          <p:nvPr/>
        </p:nvPicPr>
        <p:blipFill rotWithShape="1">
          <a:blip r:embed="rId9">
            <a:alphaModFix/>
          </a:blip>
          <a:srcRect b="0" l="-2" r="-2" t="0"/>
          <a:stretch/>
        </p:blipFill>
        <p:spPr>
          <a:xfrm>
            <a:off x="9380377" y="7405300"/>
            <a:ext cx="2308412" cy="546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8"/>
          <p:cNvSpPr/>
          <p:nvPr/>
        </p:nvSpPr>
        <p:spPr>
          <a:xfrm>
            <a:off x="952453" y="8316519"/>
            <a:ext cx="3093328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800"/>
              <a:buFont typeface="League Spartan"/>
              <a:buNone/>
            </a:pPr>
            <a:r>
              <a:rPr b="1" lang="en-US" sz="180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BOOTH SPONSORS</a:t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29" name="Google Shape;1329;p8"/>
          <p:cNvSpPr/>
          <p:nvPr/>
        </p:nvSpPr>
        <p:spPr>
          <a:xfrm>
            <a:off x="3935957" y="8439609"/>
            <a:ext cx="13399550" cy="19021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30" name="Google Shape;1330;p8"/>
          <p:cNvSpPr/>
          <p:nvPr/>
        </p:nvSpPr>
        <p:spPr>
          <a:xfrm>
            <a:off x="1295705" y="8695979"/>
            <a:ext cx="2095450" cy="761976"/>
          </a:xfrm>
          <a:prstGeom prst="roundRect">
            <a:avLst>
              <a:gd fmla="val 12500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31" name="Google Shape;1331;p8"/>
          <p:cNvPicPr preferRelativeResize="0"/>
          <p:nvPr/>
        </p:nvPicPr>
        <p:blipFill rotWithShape="1">
          <a:blip r:embed="rId10">
            <a:alphaModFix/>
          </a:blip>
          <a:srcRect b="0" l="-5" r="-5" t="0"/>
          <a:stretch/>
        </p:blipFill>
        <p:spPr>
          <a:xfrm>
            <a:off x="1687664" y="8827627"/>
            <a:ext cx="1311465" cy="49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8"/>
          <p:cNvSpPr/>
          <p:nvPr/>
        </p:nvSpPr>
        <p:spPr>
          <a:xfrm>
            <a:off x="3562544" y="8695979"/>
            <a:ext cx="2095450" cy="761976"/>
          </a:xfrm>
          <a:prstGeom prst="roundRect">
            <a:avLst>
              <a:gd fmla="val 12500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33" name="Google Shape;1333;p8"/>
          <p:cNvPicPr preferRelativeResize="0"/>
          <p:nvPr/>
        </p:nvPicPr>
        <p:blipFill rotWithShape="1">
          <a:blip r:embed="rId11">
            <a:alphaModFix/>
          </a:blip>
          <a:srcRect b="0" l="-105" r="-105" t="0"/>
          <a:stretch/>
        </p:blipFill>
        <p:spPr>
          <a:xfrm>
            <a:off x="4197218" y="8827627"/>
            <a:ext cx="826102" cy="49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8"/>
          <p:cNvSpPr/>
          <p:nvPr/>
        </p:nvSpPr>
        <p:spPr>
          <a:xfrm>
            <a:off x="5829382" y="8695979"/>
            <a:ext cx="2095450" cy="761976"/>
          </a:xfrm>
          <a:prstGeom prst="roundRect">
            <a:avLst>
              <a:gd fmla="val 12500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35" name="Google Shape;1335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61031" y="8936180"/>
            <a:ext cx="1832152" cy="281572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8"/>
          <p:cNvSpPr/>
          <p:nvPr/>
        </p:nvSpPr>
        <p:spPr>
          <a:xfrm>
            <a:off x="8096220" y="8695979"/>
            <a:ext cx="2095450" cy="761976"/>
          </a:xfrm>
          <a:prstGeom prst="roundRect">
            <a:avLst>
              <a:gd fmla="val 12500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37" name="Google Shape;1337;p8"/>
          <p:cNvPicPr preferRelativeResize="0"/>
          <p:nvPr/>
        </p:nvPicPr>
        <p:blipFill rotWithShape="1">
          <a:blip r:embed="rId13">
            <a:alphaModFix/>
          </a:blip>
          <a:srcRect b="-206" l="0" r="0" t="-206"/>
          <a:stretch/>
        </p:blipFill>
        <p:spPr>
          <a:xfrm>
            <a:off x="8227870" y="8920556"/>
            <a:ext cx="1832152" cy="31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8"/>
          <p:cNvSpPr/>
          <p:nvPr/>
        </p:nvSpPr>
        <p:spPr>
          <a:xfrm>
            <a:off x="10363059" y="8695979"/>
            <a:ext cx="2095450" cy="761976"/>
          </a:xfrm>
          <a:prstGeom prst="roundRect">
            <a:avLst>
              <a:gd fmla="val 12500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39" name="Google Shape;1339;p8"/>
          <p:cNvPicPr preferRelativeResize="0"/>
          <p:nvPr/>
        </p:nvPicPr>
        <p:blipFill rotWithShape="1">
          <a:blip r:embed="rId14">
            <a:alphaModFix/>
          </a:blip>
          <a:srcRect b="0" l="-9" r="-9" t="0"/>
          <a:stretch/>
        </p:blipFill>
        <p:spPr>
          <a:xfrm>
            <a:off x="10494708" y="8892161"/>
            <a:ext cx="1832152" cy="3696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8"/>
          <p:cNvSpPr/>
          <p:nvPr/>
        </p:nvSpPr>
        <p:spPr>
          <a:xfrm>
            <a:off x="12629898" y="8695979"/>
            <a:ext cx="2095450" cy="761976"/>
          </a:xfrm>
          <a:prstGeom prst="roundRect">
            <a:avLst>
              <a:gd fmla="val 12500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41" name="Google Shape;1341;p8"/>
          <p:cNvPicPr preferRelativeResize="0"/>
          <p:nvPr/>
        </p:nvPicPr>
        <p:blipFill rotWithShape="1">
          <a:blip r:embed="rId15">
            <a:alphaModFix/>
          </a:blip>
          <a:srcRect b="0" l="-8" r="-8" t="0"/>
          <a:stretch/>
        </p:blipFill>
        <p:spPr>
          <a:xfrm>
            <a:off x="12761547" y="8984343"/>
            <a:ext cx="1832152" cy="1852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8"/>
          <p:cNvSpPr/>
          <p:nvPr/>
        </p:nvSpPr>
        <p:spPr>
          <a:xfrm>
            <a:off x="14896736" y="8695979"/>
            <a:ext cx="2095450" cy="761976"/>
          </a:xfrm>
          <a:prstGeom prst="roundRect">
            <a:avLst>
              <a:gd fmla="val 12500" name="adj"/>
            </a:avLst>
          </a:prstGeom>
          <a:noFill/>
          <a:ln cap="flat" cmpd="sng" w="1737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43" name="Google Shape;1343;p8"/>
          <p:cNvPicPr preferRelativeResize="0"/>
          <p:nvPr/>
        </p:nvPicPr>
        <p:blipFill rotWithShape="1">
          <a:blip r:embed="rId16">
            <a:alphaModFix/>
          </a:blip>
          <a:srcRect b="0" l="-6" r="-6" t="0"/>
          <a:stretch/>
        </p:blipFill>
        <p:spPr>
          <a:xfrm>
            <a:off x="15047542" y="8827627"/>
            <a:ext cx="1793771" cy="49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8"/>
          <p:cNvSpPr/>
          <p:nvPr/>
        </p:nvSpPr>
        <p:spPr>
          <a:xfrm>
            <a:off x="952453" y="9731102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345" name="Google Shape;1345;p8"/>
          <p:cNvPicPr preferRelativeResize="0"/>
          <p:nvPr/>
        </p:nvPicPr>
        <p:blipFill rotWithShape="1">
          <a:blip r:embed="rId17">
            <a:alphaModFix amt="35000"/>
          </a:blip>
          <a:srcRect b="0" l="0" r="0" t="0"/>
          <a:stretch/>
        </p:blipFill>
        <p:spPr>
          <a:xfrm>
            <a:off x="16725966" y="9427385"/>
            <a:ext cx="609540" cy="57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8"/>
          <p:cNvSpPr/>
          <p:nvPr/>
        </p:nvSpPr>
        <p:spPr>
          <a:xfrm>
            <a:off x="17049791" y="9446406"/>
            <a:ext cx="335083" cy="1524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480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832"/>
              <a:buFont typeface="League Spartan"/>
              <a:buNone/>
            </a:pPr>
            <a:r>
              <a:rPr b="1" lang="en-US" sz="833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83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9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3" name="Google Shape;1353;p9"/>
          <p:cNvSpPr/>
          <p:nvPr/>
        </p:nvSpPr>
        <p:spPr>
          <a:xfrm>
            <a:off x="1428713" y="3871287"/>
            <a:ext cx="1047691" cy="133347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4" name="Google Shape;1354;p9"/>
          <p:cNvSpPr/>
          <p:nvPr/>
        </p:nvSpPr>
        <p:spPr>
          <a:xfrm>
            <a:off x="1428713" y="4252241"/>
            <a:ext cx="8512872" cy="74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League Spartan"/>
              <a:buNone/>
            </a:pPr>
            <a:r>
              <a:rPr b="1" lang="en-US" sz="4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Survey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5" name="Google Shape;1355;p9"/>
          <p:cNvSpPr/>
          <p:nvPr/>
        </p:nvSpPr>
        <p:spPr>
          <a:xfrm>
            <a:off x="1428713" y="5299389"/>
            <a:ext cx="8512872" cy="5181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342"/>
              </a:lnSpc>
              <a:spcBef>
                <a:spcPts val="0"/>
              </a:spcBef>
              <a:spcAft>
                <a:spcPts val="0"/>
              </a:spcAft>
              <a:buClr>
                <a:srgbClr val="C9D0D9"/>
              </a:buClr>
              <a:buSzPts val="2700"/>
              <a:buFont typeface="League Spartan"/>
              <a:buNone/>
            </a:pPr>
            <a:r>
              <a:rPr lang="en-US" sz="2700">
                <a:solidFill>
                  <a:srgbClr val="C9D0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Scan the code to share quick feedback on this session.</a:t>
            </a:r>
            <a:endParaRPr sz="27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6" name="Google Shape;1356;p9"/>
          <p:cNvSpPr/>
          <p:nvPr/>
        </p:nvSpPr>
        <p:spPr>
          <a:xfrm>
            <a:off x="1428713" y="6046148"/>
            <a:ext cx="8512872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b="1" lang="en-US" sz="255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for your feedback.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7" name="Google Shape;1357;p9"/>
          <p:cNvSpPr/>
          <p:nvPr/>
        </p:nvSpPr>
        <p:spPr>
          <a:xfrm>
            <a:off x="12763516" y="3095590"/>
            <a:ext cx="4095729" cy="4095729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8" name="Google Shape;1358;p9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b="1" lang="en-US" sz="153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2026-08-15T20:19:34Z</dcterms:created>
  <dc:creator>PptxGenJS</dc:creator>
</cp:coreProperties>
</file>